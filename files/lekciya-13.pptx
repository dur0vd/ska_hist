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3" r:id="rId13"/>
    <p:sldId id="266" r:id="rId14"/>
    <p:sldId id="268" r:id="rId15"/>
    <p:sldId id="269" r:id="rId16"/>
    <p:sldId id="267" r:id="rId17"/>
    <p:sldId id="270" r:id="rId18"/>
    <p:sldId id="271" r:id="rId19"/>
    <p:sldId id="272" r:id="rId20"/>
    <p:sldId id="273" r:id="rId21"/>
    <p:sldId id="284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C3A6F9-838E-4728-A547-B578F7D7EC7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F5A9F0C-AFE3-43A3-A685-FEBC4C5A2834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Экспансия</a:t>
          </a:r>
        </a:p>
      </dgm:t>
    </dgm:pt>
    <dgm:pt modelId="{172817EB-ADDC-42D5-82D3-360885B172AB}" type="parTrans" cxnId="{0D3D0AEB-575C-4F68-8DE0-297F56AAA236}">
      <dgm:prSet/>
      <dgm:spPr/>
      <dgm:t>
        <a:bodyPr/>
        <a:lstStyle/>
        <a:p>
          <a:endParaRPr lang="ru-RU"/>
        </a:p>
      </dgm:t>
    </dgm:pt>
    <dgm:pt modelId="{2C486CE9-A511-41CC-A9F3-0E6A1A8FDDCE}" type="sibTrans" cxnId="{0D3D0AEB-575C-4F68-8DE0-297F56AAA236}">
      <dgm:prSet/>
      <dgm:spPr/>
      <dgm:t>
        <a:bodyPr/>
        <a:lstStyle/>
        <a:p>
          <a:endParaRPr lang="ru-RU"/>
        </a:p>
      </dgm:t>
    </dgm:pt>
    <dgm:pt modelId="{19631627-8BBF-4622-9FDA-C8B8DB3834E4}">
      <dgm:prSet phldrT="[Текст]" custT="1"/>
      <dgm:spPr/>
      <dgm:t>
        <a:bodyPr/>
        <a:lstStyle/>
        <a:p>
          <a:r>
            <a:rPr lang="ru-RU" sz="2000" dirty="0"/>
            <a:t>Постоянное расширение территории</a:t>
          </a:r>
        </a:p>
      </dgm:t>
    </dgm:pt>
    <dgm:pt modelId="{5A698444-9D7A-4C3D-AA6D-1A907CE1C652}" type="parTrans" cxnId="{8FF4F5A6-B28D-4A9A-A3AC-31A8C3C96143}">
      <dgm:prSet/>
      <dgm:spPr/>
      <dgm:t>
        <a:bodyPr/>
        <a:lstStyle/>
        <a:p>
          <a:endParaRPr lang="ru-RU"/>
        </a:p>
      </dgm:t>
    </dgm:pt>
    <dgm:pt modelId="{BF168C61-3B7F-46EC-A3A5-21C8DABFB05D}" type="sibTrans" cxnId="{8FF4F5A6-B28D-4A9A-A3AC-31A8C3C96143}">
      <dgm:prSet/>
      <dgm:spPr/>
      <dgm:t>
        <a:bodyPr/>
        <a:lstStyle/>
        <a:p>
          <a:endParaRPr lang="ru-RU"/>
        </a:p>
      </dgm:t>
    </dgm:pt>
    <dgm:pt modelId="{90AC043E-6286-4CF6-90E8-D6DF7194B7D9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Влияние</a:t>
          </a:r>
        </a:p>
      </dgm:t>
    </dgm:pt>
    <dgm:pt modelId="{18CFAC7F-A36A-4D26-8EE2-13AE2DA048F5}" type="parTrans" cxnId="{B8CD681C-A55F-43AA-8D23-105C3498B40C}">
      <dgm:prSet/>
      <dgm:spPr/>
      <dgm:t>
        <a:bodyPr/>
        <a:lstStyle/>
        <a:p>
          <a:endParaRPr lang="ru-RU"/>
        </a:p>
      </dgm:t>
    </dgm:pt>
    <dgm:pt modelId="{2D9F5239-D961-426E-A011-5D85DF8D4950}" type="sibTrans" cxnId="{B8CD681C-A55F-43AA-8D23-105C3498B40C}">
      <dgm:prSet/>
      <dgm:spPr/>
      <dgm:t>
        <a:bodyPr/>
        <a:lstStyle/>
        <a:p>
          <a:endParaRPr lang="ru-RU"/>
        </a:p>
      </dgm:t>
    </dgm:pt>
    <dgm:pt modelId="{F1932DFA-9753-4F33-B0FD-2D1FD65FA2BC}">
      <dgm:prSet phldrT="[Текст]" custT="1"/>
      <dgm:spPr/>
      <dgm:t>
        <a:bodyPr/>
        <a:lstStyle/>
        <a:p>
          <a:r>
            <a:rPr lang="ru-RU" sz="1400" dirty="0"/>
            <a:t>Заключение союзов.</a:t>
          </a:r>
        </a:p>
      </dgm:t>
    </dgm:pt>
    <dgm:pt modelId="{96D7C8D3-3DDD-480B-8D67-2D007838B326}" type="parTrans" cxnId="{EBBE2873-C531-4024-BD5A-DE53B6F88755}">
      <dgm:prSet/>
      <dgm:spPr/>
      <dgm:t>
        <a:bodyPr/>
        <a:lstStyle/>
        <a:p>
          <a:endParaRPr lang="ru-RU"/>
        </a:p>
      </dgm:t>
    </dgm:pt>
    <dgm:pt modelId="{1805C4FE-52C2-4C12-850F-C723121EF933}" type="sibTrans" cxnId="{EBBE2873-C531-4024-BD5A-DE53B6F88755}">
      <dgm:prSet/>
      <dgm:spPr/>
      <dgm:t>
        <a:bodyPr/>
        <a:lstStyle/>
        <a:p>
          <a:endParaRPr lang="ru-RU"/>
        </a:p>
      </dgm:t>
    </dgm:pt>
    <dgm:pt modelId="{CA0CC0A6-8AC5-469E-8F81-7001732B53A2}">
      <dgm:prSet phldrT="[Текст]" custT="1"/>
      <dgm:spPr/>
      <dgm:t>
        <a:bodyPr/>
        <a:lstStyle/>
        <a:p>
          <a:r>
            <a:rPr lang="ru-RU" sz="1400" dirty="0"/>
            <a:t>Победа в войнах без расширения территорий.</a:t>
          </a:r>
        </a:p>
      </dgm:t>
    </dgm:pt>
    <dgm:pt modelId="{9D8F8014-863A-49E9-B084-6FEBBEEB682A}" type="parTrans" cxnId="{98191E86-1ECF-4E34-9D53-B3DF04D61B7E}">
      <dgm:prSet/>
      <dgm:spPr/>
      <dgm:t>
        <a:bodyPr/>
        <a:lstStyle/>
        <a:p>
          <a:endParaRPr lang="ru-RU"/>
        </a:p>
      </dgm:t>
    </dgm:pt>
    <dgm:pt modelId="{D8C4C541-64F0-49E6-99E7-18FC9DB9B499}" type="sibTrans" cxnId="{98191E86-1ECF-4E34-9D53-B3DF04D61B7E}">
      <dgm:prSet/>
      <dgm:spPr/>
      <dgm:t>
        <a:bodyPr/>
        <a:lstStyle/>
        <a:p>
          <a:endParaRPr lang="ru-RU"/>
        </a:p>
      </dgm:t>
    </dgm:pt>
    <dgm:pt modelId="{BBD6A478-D888-421D-A12D-272E27150D11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Обособление</a:t>
          </a:r>
        </a:p>
      </dgm:t>
    </dgm:pt>
    <dgm:pt modelId="{79EAADCE-1E86-45E6-9AAD-6AECB4152168}" type="parTrans" cxnId="{EA939C06-3866-4EC4-A493-EA5F720A9AFB}">
      <dgm:prSet/>
      <dgm:spPr/>
      <dgm:t>
        <a:bodyPr/>
        <a:lstStyle/>
        <a:p>
          <a:endParaRPr lang="ru-RU"/>
        </a:p>
      </dgm:t>
    </dgm:pt>
    <dgm:pt modelId="{F44EEB6C-2A93-4D5C-92BB-CA4AE8D22EAC}" type="sibTrans" cxnId="{EA939C06-3866-4EC4-A493-EA5F720A9AFB}">
      <dgm:prSet/>
      <dgm:spPr/>
      <dgm:t>
        <a:bodyPr/>
        <a:lstStyle/>
        <a:p>
          <a:endParaRPr lang="ru-RU"/>
        </a:p>
      </dgm:t>
    </dgm:pt>
    <dgm:pt modelId="{67E51799-FDA5-4D42-BF2B-C2B2627C2F98}">
      <dgm:prSet phldrT="[Текст]" custT="1"/>
      <dgm:spPr/>
      <dgm:t>
        <a:bodyPr/>
        <a:lstStyle/>
        <a:p>
          <a:r>
            <a:rPr lang="ru-RU" sz="1800" dirty="0"/>
            <a:t>Отказ от взаимодействия с другими сообществами</a:t>
          </a:r>
        </a:p>
      </dgm:t>
    </dgm:pt>
    <dgm:pt modelId="{F6D05D15-E449-4210-AE0B-15919A2230E7}" type="parTrans" cxnId="{63106B0E-E90A-433B-B59F-6DDE00DA5375}">
      <dgm:prSet/>
      <dgm:spPr/>
      <dgm:t>
        <a:bodyPr/>
        <a:lstStyle/>
        <a:p>
          <a:endParaRPr lang="ru-RU"/>
        </a:p>
      </dgm:t>
    </dgm:pt>
    <dgm:pt modelId="{F6C82940-E4F9-4FEC-B694-0AACC3E10EC7}" type="sibTrans" cxnId="{63106B0E-E90A-433B-B59F-6DDE00DA5375}">
      <dgm:prSet/>
      <dgm:spPr/>
      <dgm:t>
        <a:bodyPr/>
        <a:lstStyle/>
        <a:p>
          <a:endParaRPr lang="ru-RU"/>
        </a:p>
      </dgm:t>
    </dgm:pt>
    <dgm:pt modelId="{38F38514-472A-4CE3-8C20-2251E9F2FAAE}">
      <dgm:prSet phldrT="[Текст]" custT="1"/>
      <dgm:spPr/>
      <dgm:t>
        <a:bodyPr/>
        <a:lstStyle/>
        <a:p>
          <a:r>
            <a:rPr lang="ru-RU" sz="1400" dirty="0"/>
            <a:t>Получение возможности воздействовать на другие сообщества  через экономику или культуру.</a:t>
          </a:r>
        </a:p>
      </dgm:t>
    </dgm:pt>
    <dgm:pt modelId="{6F32E9E9-3918-46EB-A0A6-A37C34775EEE}" type="parTrans" cxnId="{460FCE70-0D76-4E6F-8103-4882DCC995DA}">
      <dgm:prSet/>
      <dgm:spPr/>
    </dgm:pt>
    <dgm:pt modelId="{A07EC2CC-142D-49E9-BA1C-085BE0FCCD4C}" type="sibTrans" cxnId="{460FCE70-0D76-4E6F-8103-4882DCC995DA}">
      <dgm:prSet/>
      <dgm:spPr/>
    </dgm:pt>
    <dgm:pt modelId="{EC1606CF-18BE-48A1-A17C-B2D8037E7879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Поглощение </a:t>
          </a:r>
        </a:p>
      </dgm:t>
    </dgm:pt>
    <dgm:pt modelId="{612CDF8A-17AA-4947-9C9C-261ADA8E9899}" type="parTrans" cxnId="{9705CACB-0245-4224-B270-74DBA981E092}">
      <dgm:prSet/>
      <dgm:spPr/>
    </dgm:pt>
    <dgm:pt modelId="{2A6BA15D-0488-477F-8FB7-529D40080735}" type="sibTrans" cxnId="{9705CACB-0245-4224-B270-74DBA981E092}">
      <dgm:prSet/>
      <dgm:spPr/>
    </dgm:pt>
    <dgm:pt modelId="{0E3F494F-A85C-4290-9DF6-D2AAB66449C8}">
      <dgm:prSet custT="1"/>
      <dgm:spPr/>
      <dgm:t>
        <a:bodyPr/>
        <a:lstStyle/>
        <a:p>
          <a:r>
            <a:rPr lang="ru-RU" sz="1800" dirty="0"/>
            <a:t>Добровольное или насильственное подчинение другому сообществу</a:t>
          </a:r>
        </a:p>
      </dgm:t>
    </dgm:pt>
    <dgm:pt modelId="{058CE52D-52C0-4B92-B62C-11F74233B754}" type="parTrans" cxnId="{60B01CA6-D828-411E-9A0F-F6FCCA3F686D}">
      <dgm:prSet/>
      <dgm:spPr/>
    </dgm:pt>
    <dgm:pt modelId="{33446DC8-B7EC-4013-9E2C-CF14BAA290DC}" type="sibTrans" cxnId="{60B01CA6-D828-411E-9A0F-F6FCCA3F686D}">
      <dgm:prSet/>
      <dgm:spPr/>
    </dgm:pt>
    <dgm:pt modelId="{485C44CA-C306-452E-A038-F0C09723FC13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lnSpc>
              <a:spcPts val="2000"/>
            </a:lnSpc>
          </a:pPr>
          <a:r>
            <a:rPr lang="ru-RU" sz="2800" dirty="0"/>
            <a:t>Разделение/</a:t>
          </a:r>
        </a:p>
        <a:p>
          <a:pPr>
            <a:lnSpc>
              <a:spcPts val="2000"/>
            </a:lnSpc>
          </a:pPr>
          <a:r>
            <a:rPr lang="ru-RU" sz="2800" dirty="0"/>
            <a:t>Распад</a:t>
          </a:r>
        </a:p>
      </dgm:t>
    </dgm:pt>
    <dgm:pt modelId="{8E6180EA-16E5-4A85-99BD-F24201FE85FB}" type="parTrans" cxnId="{DE10BEB9-75F2-46C6-9846-709DC8CB3A6B}">
      <dgm:prSet/>
      <dgm:spPr/>
    </dgm:pt>
    <dgm:pt modelId="{29B5C17B-2F1B-4E27-B359-83C62EF9EB20}" type="sibTrans" cxnId="{DE10BEB9-75F2-46C6-9846-709DC8CB3A6B}">
      <dgm:prSet/>
      <dgm:spPr/>
    </dgm:pt>
    <dgm:pt modelId="{F3D5EF13-C6C0-49E7-93AB-12D8434D20C4}">
      <dgm:prSet/>
      <dgm:spPr/>
      <dgm:t>
        <a:bodyPr/>
        <a:lstStyle/>
        <a:p>
          <a:r>
            <a:rPr lang="ru-RU" dirty="0"/>
            <a:t>Формирование на прежде единой территории новых отдельных сообществ</a:t>
          </a:r>
        </a:p>
      </dgm:t>
    </dgm:pt>
    <dgm:pt modelId="{3D8EDA96-DD7B-418F-B5FD-7C3D4F2A3604}" type="parTrans" cxnId="{6DB43295-4D90-4FD3-9A4E-5072AC0DAAA3}">
      <dgm:prSet/>
      <dgm:spPr/>
    </dgm:pt>
    <dgm:pt modelId="{5DB6D78D-BEBF-4C27-98CA-8A85EBBE2B9A}" type="sibTrans" cxnId="{6DB43295-4D90-4FD3-9A4E-5072AC0DAAA3}">
      <dgm:prSet/>
      <dgm:spPr/>
    </dgm:pt>
    <dgm:pt modelId="{FC43BFAB-86A8-408E-ABB2-7657B21C02FD}" type="pres">
      <dgm:prSet presAssocID="{04C3A6F9-838E-4728-A547-B578F7D7EC7D}" presName="Name0" presStyleCnt="0">
        <dgm:presLayoutVars>
          <dgm:dir/>
          <dgm:animLvl val="lvl"/>
          <dgm:resizeHandles val="exact"/>
        </dgm:presLayoutVars>
      </dgm:prSet>
      <dgm:spPr/>
    </dgm:pt>
    <dgm:pt modelId="{536901AD-954D-464B-B18E-B4F4409F4A55}" type="pres">
      <dgm:prSet presAssocID="{0F5A9F0C-AFE3-43A3-A685-FEBC4C5A2834}" presName="linNode" presStyleCnt="0"/>
      <dgm:spPr/>
    </dgm:pt>
    <dgm:pt modelId="{C29AE568-5E6A-4908-80F0-D59446A41759}" type="pres">
      <dgm:prSet presAssocID="{0F5A9F0C-AFE3-43A3-A685-FEBC4C5A2834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79027B1-4436-4A85-A940-6870B2DA5765}" type="pres">
      <dgm:prSet presAssocID="{0F5A9F0C-AFE3-43A3-A685-FEBC4C5A2834}" presName="descendantText" presStyleLbl="alignAccFollowNode1" presStyleIdx="0" presStyleCnt="5">
        <dgm:presLayoutVars>
          <dgm:bulletEnabled val="1"/>
        </dgm:presLayoutVars>
      </dgm:prSet>
      <dgm:spPr/>
    </dgm:pt>
    <dgm:pt modelId="{B5A0B003-81D3-46E4-90A4-966471D0E912}" type="pres">
      <dgm:prSet presAssocID="{2C486CE9-A511-41CC-A9F3-0E6A1A8FDDCE}" presName="sp" presStyleCnt="0"/>
      <dgm:spPr/>
    </dgm:pt>
    <dgm:pt modelId="{E4A9E9CF-C74B-4146-94ED-433CDFB76760}" type="pres">
      <dgm:prSet presAssocID="{90AC043E-6286-4CF6-90E8-D6DF7194B7D9}" presName="linNode" presStyleCnt="0"/>
      <dgm:spPr/>
    </dgm:pt>
    <dgm:pt modelId="{0ED74623-36CF-481A-A445-93A4EB8164F2}" type="pres">
      <dgm:prSet presAssocID="{90AC043E-6286-4CF6-90E8-D6DF7194B7D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12F5C78F-18A6-47F0-85A8-3AF1CF90146A}" type="pres">
      <dgm:prSet presAssocID="{90AC043E-6286-4CF6-90E8-D6DF7194B7D9}" presName="descendantText" presStyleLbl="alignAccFollowNode1" presStyleIdx="1" presStyleCnt="5" custScaleY="164803">
        <dgm:presLayoutVars>
          <dgm:bulletEnabled val="1"/>
        </dgm:presLayoutVars>
      </dgm:prSet>
      <dgm:spPr/>
    </dgm:pt>
    <dgm:pt modelId="{56132C91-66DE-43C7-935B-827BB771B9DA}" type="pres">
      <dgm:prSet presAssocID="{2D9F5239-D961-426E-A011-5D85DF8D4950}" presName="sp" presStyleCnt="0"/>
      <dgm:spPr/>
    </dgm:pt>
    <dgm:pt modelId="{31F7ACB0-27ED-4554-8E92-865D56042A58}" type="pres">
      <dgm:prSet presAssocID="{BBD6A478-D888-421D-A12D-272E27150D11}" presName="linNode" presStyleCnt="0"/>
      <dgm:spPr/>
    </dgm:pt>
    <dgm:pt modelId="{7D5878CA-45C6-4F6C-9DE1-787DC252026B}" type="pres">
      <dgm:prSet presAssocID="{BBD6A478-D888-421D-A12D-272E27150D1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4771177-2928-4AF8-A26E-48EC8C571840}" type="pres">
      <dgm:prSet presAssocID="{BBD6A478-D888-421D-A12D-272E27150D11}" presName="descendantText" presStyleLbl="alignAccFollowNode1" presStyleIdx="2" presStyleCnt="5">
        <dgm:presLayoutVars>
          <dgm:bulletEnabled val="1"/>
        </dgm:presLayoutVars>
      </dgm:prSet>
      <dgm:spPr/>
    </dgm:pt>
    <dgm:pt modelId="{92621956-2DFB-434B-B4E9-393A5DDAF15F}" type="pres">
      <dgm:prSet presAssocID="{F44EEB6C-2A93-4D5C-92BB-CA4AE8D22EAC}" presName="sp" presStyleCnt="0"/>
      <dgm:spPr/>
    </dgm:pt>
    <dgm:pt modelId="{0C2E7ED0-0428-47DF-8F83-EC7A9499CE58}" type="pres">
      <dgm:prSet presAssocID="{EC1606CF-18BE-48A1-A17C-B2D8037E7879}" presName="linNode" presStyleCnt="0"/>
      <dgm:spPr/>
    </dgm:pt>
    <dgm:pt modelId="{573A39BF-E8A9-46B5-BDEE-F4D6FD678213}" type="pres">
      <dgm:prSet presAssocID="{EC1606CF-18BE-48A1-A17C-B2D8037E787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43235E8-70E1-47C9-AB17-4D4682E97DD3}" type="pres">
      <dgm:prSet presAssocID="{EC1606CF-18BE-48A1-A17C-B2D8037E7879}" presName="descendantText" presStyleLbl="alignAccFollowNode1" presStyleIdx="3" presStyleCnt="5">
        <dgm:presLayoutVars>
          <dgm:bulletEnabled val="1"/>
        </dgm:presLayoutVars>
      </dgm:prSet>
      <dgm:spPr/>
    </dgm:pt>
    <dgm:pt modelId="{3FA00B45-7CEA-4802-80E6-EE3415624AFE}" type="pres">
      <dgm:prSet presAssocID="{2A6BA15D-0488-477F-8FB7-529D40080735}" presName="sp" presStyleCnt="0"/>
      <dgm:spPr/>
    </dgm:pt>
    <dgm:pt modelId="{D946A552-16C6-4F34-8011-9838B5D4761B}" type="pres">
      <dgm:prSet presAssocID="{485C44CA-C306-452E-A038-F0C09723FC13}" presName="linNode" presStyleCnt="0"/>
      <dgm:spPr/>
    </dgm:pt>
    <dgm:pt modelId="{08FC9091-A60A-4248-8FC3-F228F827AA38}" type="pres">
      <dgm:prSet presAssocID="{485C44CA-C306-452E-A038-F0C09723FC13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21AB9B5E-BACB-407B-9A93-08538F42B40E}" type="pres">
      <dgm:prSet presAssocID="{485C44CA-C306-452E-A038-F0C09723FC13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DFABC300-6104-425E-ACB6-0F3D264855C3}" type="presOf" srcId="{0E3F494F-A85C-4290-9DF6-D2AAB66449C8}" destId="{C43235E8-70E1-47C9-AB17-4D4682E97DD3}" srcOrd="0" destOrd="0" presId="urn:microsoft.com/office/officeart/2005/8/layout/vList5"/>
    <dgm:cxn modelId="{89CB9104-B96A-436C-9D17-D4CE0A933D92}" type="presOf" srcId="{F3D5EF13-C6C0-49E7-93AB-12D8434D20C4}" destId="{21AB9B5E-BACB-407B-9A93-08538F42B40E}" srcOrd="0" destOrd="0" presId="urn:microsoft.com/office/officeart/2005/8/layout/vList5"/>
    <dgm:cxn modelId="{EA939C06-3866-4EC4-A493-EA5F720A9AFB}" srcId="{04C3A6F9-838E-4728-A547-B578F7D7EC7D}" destId="{BBD6A478-D888-421D-A12D-272E27150D11}" srcOrd="2" destOrd="0" parTransId="{79EAADCE-1E86-45E6-9AAD-6AECB4152168}" sibTransId="{F44EEB6C-2A93-4D5C-92BB-CA4AE8D22EAC}"/>
    <dgm:cxn modelId="{6459E308-64DE-45F6-9FF6-9E504E3BF3F8}" type="presOf" srcId="{67E51799-FDA5-4D42-BF2B-C2B2627C2F98}" destId="{44771177-2928-4AF8-A26E-48EC8C571840}" srcOrd="0" destOrd="0" presId="urn:microsoft.com/office/officeart/2005/8/layout/vList5"/>
    <dgm:cxn modelId="{63106B0E-E90A-433B-B59F-6DDE00DA5375}" srcId="{BBD6A478-D888-421D-A12D-272E27150D11}" destId="{67E51799-FDA5-4D42-BF2B-C2B2627C2F98}" srcOrd="0" destOrd="0" parTransId="{F6D05D15-E449-4210-AE0B-15919A2230E7}" sibTransId="{F6C82940-E4F9-4FEC-B694-0AACC3E10EC7}"/>
    <dgm:cxn modelId="{8D3E2111-5E18-4068-9164-F06E97EB24A4}" type="presOf" srcId="{EC1606CF-18BE-48A1-A17C-B2D8037E7879}" destId="{573A39BF-E8A9-46B5-BDEE-F4D6FD678213}" srcOrd="0" destOrd="0" presId="urn:microsoft.com/office/officeart/2005/8/layout/vList5"/>
    <dgm:cxn modelId="{B8CD681C-A55F-43AA-8D23-105C3498B40C}" srcId="{04C3A6F9-838E-4728-A547-B578F7D7EC7D}" destId="{90AC043E-6286-4CF6-90E8-D6DF7194B7D9}" srcOrd="1" destOrd="0" parTransId="{18CFAC7F-A36A-4D26-8EE2-13AE2DA048F5}" sibTransId="{2D9F5239-D961-426E-A011-5D85DF8D4950}"/>
    <dgm:cxn modelId="{FCC0221E-D535-40E6-84CC-37781CF8A84B}" type="presOf" srcId="{90AC043E-6286-4CF6-90E8-D6DF7194B7D9}" destId="{0ED74623-36CF-481A-A445-93A4EB8164F2}" srcOrd="0" destOrd="0" presId="urn:microsoft.com/office/officeart/2005/8/layout/vList5"/>
    <dgm:cxn modelId="{95D9CA2A-8406-4535-9BDD-CEBAEE3A3F34}" type="presOf" srcId="{19631627-8BBF-4622-9FDA-C8B8DB3834E4}" destId="{779027B1-4436-4A85-A940-6870B2DA5765}" srcOrd="0" destOrd="0" presId="urn:microsoft.com/office/officeart/2005/8/layout/vList5"/>
    <dgm:cxn modelId="{604C115D-8AA4-41CA-9FF1-BFAA5E7F5511}" type="presOf" srcId="{485C44CA-C306-452E-A038-F0C09723FC13}" destId="{08FC9091-A60A-4248-8FC3-F228F827AA38}" srcOrd="0" destOrd="0" presId="urn:microsoft.com/office/officeart/2005/8/layout/vList5"/>
    <dgm:cxn modelId="{460FCE70-0D76-4E6F-8103-4882DCC995DA}" srcId="{90AC043E-6286-4CF6-90E8-D6DF7194B7D9}" destId="{38F38514-472A-4CE3-8C20-2251E9F2FAAE}" srcOrd="2" destOrd="0" parTransId="{6F32E9E9-3918-46EB-A0A6-A37C34775EEE}" sibTransId="{A07EC2CC-142D-49E9-BA1C-085BE0FCCD4C}"/>
    <dgm:cxn modelId="{EBBE2873-C531-4024-BD5A-DE53B6F88755}" srcId="{90AC043E-6286-4CF6-90E8-D6DF7194B7D9}" destId="{F1932DFA-9753-4F33-B0FD-2D1FD65FA2BC}" srcOrd="0" destOrd="0" parTransId="{96D7C8D3-3DDD-480B-8D67-2D007838B326}" sibTransId="{1805C4FE-52C2-4C12-850F-C723121EF933}"/>
    <dgm:cxn modelId="{2D576E85-334C-40D5-9CCB-4694DA007381}" type="presOf" srcId="{F1932DFA-9753-4F33-B0FD-2D1FD65FA2BC}" destId="{12F5C78F-18A6-47F0-85A8-3AF1CF90146A}" srcOrd="0" destOrd="0" presId="urn:microsoft.com/office/officeart/2005/8/layout/vList5"/>
    <dgm:cxn modelId="{98191E86-1ECF-4E34-9D53-B3DF04D61B7E}" srcId="{90AC043E-6286-4CF6-90E8-D6DF7194B7D9}" destId="{CA0CC0A6-8AC5-469E-8F81-7001732B53A2}" srcOrd="1" destOrd="0" parTransId="{9D8F8014-863A-49E9-B084-6FEBBEEB682A}" sibTransId="{D8C4C541-64F0-49E6-99E7-18FC9DB9B499}"/>
    <dgm:cxn modelId="{6DB43295-4D90-4FD3-9A4E-5072AC0DAAA3}" srcId="{485C44CA-C306-452E-A038-F0C09723FC13}" destId="{F3D5EF13-C6C0-49E7-93AB-12D8434D20C4}" srcOrd="0" destOrd="0" parTransId="{3D8EDA96-DD7B-418F-B5FD-7C3D4F2A3604}" sibTransId="{5DB6D78D-BEBF-4C27-98CA-8A85EBBE2B9A}"/>
    <dgm:cxn modelId="{60B01CA6-D828-411E-9A0F-F6FCCA3F686D}" srcId="{EC1606CF-18BE-48A1-A17C-B2D8037E7879}" destId="{0E3F494F-A85C-4290-9DF6-D2AAB66449C8}" srcOrd="0" destOrd="0" parTransId="{058CE52D-52C0-4B92-B62C-11F74233B754}" sibTransId="{33446DC8-B7EC-4013-9E2C-CF14BAA290DC}"/>
    <dgm:cxn modelId="{8FF4F5A6-B28D-4A9A-A3AC-31A8C3C96143}" srcId="{0F5A9F0C-AFE3-43A3-A685-FEBC4C5A2834}" destId="{19631627-8BBF-4622-9FDA-C8B8DB3834E4}" srcOrd="0" destOrd="0" parTransId="{5A698444-9D7A-4C3D-AA6D-1A907CE1C652}" sibTransId="{BF168C61-3B7F-46EC-A3A5-21C8DABFB05D}"/>
    <dgm:cxn modelId="{DF0582B5-4961-4C5B-A174-0CFA8ACBC8D6}" type="presOf" srcId="{CA0CC0A6-8AC5-469E-8F81-7001732B53A2}" destId="{12F5C78F-18A6-47F0-85A8-3AF1CF90146A}" srcOrd="0" destOrd="1" presId="urn:microsoft.com/office/officeart/2005/8/layout/vList5"/>
    <dgm:cxn modelId="{5DEC49B9-4631-418C-BD98-DC570B5A2D97}" type="presOf" srcId="{38F38514-472A-4CE3-8C20-2251E9F2FAAE}" destId="{12F5C78F-18A6-47F0-85A8-3AF1CF90146A}" srcOrd="0" destOrd="2" presId="urn:microsoft.com/office/officeart/2005/8/layout/vList5"/>
    <dgm:cxn modelId="{DE10BEB9-75F2-46C6-9846-709DC8CB3A6B}" srcId="{04C3A6F9-838E-4728-A547-B578F7D7EC7D}" destId="{485C44CA-C306-452E-A038-F0C09723FC13}" srcOrd="4" destOrd="0" parTransId="{8E6180EA-16E5-4A85-99BD-F24201FE85FB}" sibTransId="{29B5C17B-2F1B-4E27-B359-83C62EF9EB20}"/>
    <dgm:cxn modelId="{9705CACB-0245-4224-B270-74DBA981E092}" srcId="{04C3A6F9-838E-4728-A547-B578F7D7EC7D}" destId="{EC1606CF-18BE-48A1-A17C-B2D8037E7879}" srcOrd="3" destOrd="0" parTransId="{612CDF8A-17AA-4947-9C9C-261ADA8E9899}" sibTransId="{2A6BA15D-0488-477F-8FB7-529D40080735}"/>
    <dgm:cxn modelId="{BFBB24DC-5592-489F-98DD-04E51230DD51}" type="presOf" srcId="{04C3A6F9-838E-4728-A547-B578F7D7EC7D}" destId="{FC43BFAB-86A8-408E-ABB2-7657B21C02FD}" srcOrd="0" destOrd="0" presId="urn:microsoft.com/office/officeart/2005/8/layout/vList5"/>
    <dgm:cxn modelId="{A1F1A2E1-928F-47DE-A58E-45ABCBEEA882}" type="presOf" srcId="{BBD6A478-D888-421D-A12D-272E27150D11}" destId="{7D5878CA-45C6-4F6C-9DE1-787DC252026B}" srcOrd="0" destOrd="0" presId="urn:microsoft.com/office/officeart/2005/8/layout/vList5"/>
    <dgm:cxn modelId="{0D3D0AEB-575C-4F68-8DE0-297F56AAA236}" srcId="{04C3A6F9-838E-4728-A547-B578F7D7EC7D}" destId="{0F5A9F0C-AFE3-43A3-A685-FEBC4C5A2834}" srcOrd="0" destOrd="0" parTransId="{172817EB-ADDC-42D5-82D3-360885B172AB}" sibTransId="{2C486CE9-A511-41CC-A9F3-0E6A1A8FDDCE}"/>
    <dgm:cxn modelId="{33F170FD-2D9B-4365-9102-118182D5020D}" type="presOf" srcId="{0F5A9F0C-AFE3-43A3-A685-FEBC4C5A2834}" destId="{C29AE568-5E6A-4908-80F0-D59446A41759}" srcOrd="0" destOrd="0" presId="urn:microsoft.com/office/officeart/2005/8/layout/vList5"/>
    <dgm:cxn modelId="{919A7701-3CF0-46A1-B999-C63496193BBC}" type="presParOf" srcId="{FC43BFAB-86A8-408E-ABB2-7657B21C02FD}" destId="{536901AD-954D-464B-B18E-B4F4409F4A55}" srcOrd="0" destOrd="0" presId="urn:microsoft.com/office/officeart/2005/8/layout/vList5"/>
    <dgm:cxn modelId="{5ED769E2-4672-473E-B976-18ABD0D79A74}" type="presParOf" srcId="{536901AD-954D-464B-B18E-B4F4409F4A55}" destId="{C29AE568-5E6A-4908-80F0-D59446A41759}" srcOrd="0" destOrd="0" presId="urn:microsoft.com/office/officeart/2005/8/layout/vList5"/>
    <dgm:cxn modelId="{92FEF191-5058-43A7-9DF2-DE6B2E8DE74C}" type="presParOf" srcId="{536901AD-954D-464B-B18E-B4F4409F4A55}" destId="{779027B1-4436-4A85-A940-6870B2DA5765}" srcOrd="1" destOrd="0" presId="urn:microsoft.com/office/officeart/2005/8/layout/vList5"/>
    <dgm:cxn modelId="{94CE9DE6-B502-42F6-9323-04786F770B39}" type="presParOf" srcId="{FC43BFAB-86A8-408E-ABB2-7657B21C02FD}" destId="{B5A0B003-81D3-46E4-90A4-966471D0E912}" srcOrd="1" destOrd="0" presId="urn:microsoft.com/office/officeart/2005/8/layout/vList5"/>
    <dgm:cxn modelId="{25918BDD-7D7A-4F63-A99B-29777A0F53CB}" type="presParOf" srcId="{FC43BFAB-86A8-408E-ABB2-7657B21C02FD}" destId="{E4A9E9CF-C74B-4146-94ED-433CDFB76760}" srcOrd="2" destOrd="0" presId="urn:microsoft.com/office/officeart/2005/8/layout/vList5"/>
    <dgm:cxn modelId="{7E593E6B-F6A5-45DE-A3D4-7C556A34ED65}" type="presParOf" srcId="{E4A9E9CF-C74B-4146-94ED-433CDFB76760}" destId="{0ED74623-36CF-481A-A445-93A4EB8164F2}" srcOrd="0" destOrd="0" presId="urn:microsoft.com/office/officeart/2005/8/layout/vList5"/>
    <dgm:cxn modelId="{B93D58BD-955C-4CB5-AA51-3F4C14CA248B}" type="presParOf" srcId="{E4A9E9CF-C74B-4146-94ED-433CDFB76760}" destId="{12F5C78F-18A6-47F0-85A8-3AF1CF90146A}" srcOrd="1" destOrd="0" presId="urn:microsoft.com/office/officeart/2005/8/layout/vList5"/>
    <dgm:cxn modelId="{E9696FD7-B8C0-464E-B27D-48A61A70BC52}" type="presParOf" srcId="{FC43BFAB-86A8-408E-ABB2-7657B21C02FD}" destId="{56132C91-66DE-43C7-935B-827BB771B9DA}" srcOrd="3" destOrd="0" presId="urn:microsoft.com/office/officeart/2005/8/layout/vList5"/>
    <dgm:cxn modelId="{244F4AB7-9145-4E68-9880-72EE6CF34463}" type="presParOf" srcId="{FC43BFAB-86A8-408E-ABB2-7657B21C02FD}" destId="{31F7ACB0-27ED-4554-8E92-865D56042A58}" srcOrd="4" destOrd="0" presId="urn:microsoft.com/office/officeart/2005/8/layout/vList5"/>
    <dgm:cxn modelId="{751C0A93-F757-486F-B5CE-5B110B59BCF0}" type="presParOf" srcId="{31F7ACB0-27ED-4554-8E92-865D56042A58}" destId="{7D5878CA-45C6-4F6C-9DE1-787DC252026B}" srcOrd="0" destOrd="0" presId="urn:microsoft.com/office/officeart/2005/8/layout/vList5"/>
    <dgm:cxn modelId="{2D43DAAD-A2ED-4EA3-A134-0399B875EEE2}" type="presParOf" srcId="{31F7ACB0-27ED-4554-8E92-865D56042A58}" destId="{44771177-2928-4AF8-A26E-48EC8C571840}" srcOrd="1" destOrd="0" presId="urn:microsoft.com/office/officeart/2005/8/layout/vList5"/>
    <dgm:cxn modelId="{5CF5AEE1-8667-487F-9818-919FE53527A4}" type="presParOf" srcId="{FC43BFAB-86A8-408E-ABB2-7657B21C02FD}" destId="{92621956-2DFB-434B-B4E9-393A5DDAF15F}" srcOrd="5" destOrd="0" presId="urn:microsoft.com/office/officeart/2005/8/layout/vList5"/>
    <dgm:cxn modelId="{E177550A-15D3-42D0-9DE3-71A3CB036CC2}" type="presParOf" srcId="{FC43BFAB-86A8-408E-ABB2-7657B21C02FD}" destId="{0C2E7ED0-0428-47DF-8F83-EC7A9499CE58}" srcOrd="6" destOrd="0" presId="urn:microsoft.com/office/officeart/2005/8/layout/vList5"/>
    <dgm:cxn modelId="{0B475478-B605-4477-943B-1237DE704C34}" type="presParOf" srcId="{0C2E7ED0-0428-47DF-8F83-EC7A9499CE58}" destId="{573A39BF-E8A9-46B5-BDEE-F4D6FD678213}" srcOrd="0" destOrd="0" presId="urn:microsoft.com/office/officeart/2005/8/layout/vList5"/>
    <dgm:cxn modelId="{93CE935D-7225-4032-BAE7-A2096A78CD0B}" type="presParOf" srcId="{0C2E7ED0-0428-47DF-8F83-EC7A9499CE58}" destId="{C43235E8-70E1-47C9-AB17-4D4682E97DD3}" srcOrd="1" destOrd="0" presId="urn:microsoft.com/office/officeart/2005/8/layout/vList5"/>
    <dgm:cxn modelId="{DE10F9C7-8B4A-4143-817F-EE8CDB60443F}" type="presParOf" srcId="{FC43BFAB-86A8-408E-ABB2-7657B21C02FD}" destId="{3FA00B45-7CEA-4802-80E6-EE3415624AFE}" srcOrd="7" destOrd="0" presId="urn:microsoft.com/office/officeart/2005/8/layout/vList5"/>
    <dgm:cxn modelId="{5D4036A0-1549-48A9-8A2B-2EF6BB0276B3}" type="presParOf" srcId="{FC43BFAB-86A8-408E-ABB2-7657B21C02FD}" destId="{D946A552-16C6-4F34-8011-9838B5D4761B}" srcOrd="8" destOrd="0" presId="urn:microsoft.com/office/officeart/2005/8/layout/vList5"/>
    <dgm:cxn modelId="{D457DF38-8AB9-46C3-964E-87D4EC878133}" type="presParOf" srcId="{D946A552-16C6-4F34-8011-9838B5D4761B}" destId="{08FC9091-A60A-4248-8FC3-F228F827AA38}" srcOrd="0" destOrd="0" presId="urn:microsoft.com/office/officeart/2005/8/layout/vList5"/>
    <dgm:cxn modelId="{4B19DE19-F74B-4BB2-BDC4-3A8D3CAFC3C0}" type="presParOf" srcId="{D946A552-16C6-4F34-8011-9838B5D4761B}" destId="{21AB9B5E-BACB-407B-9A93-08538F42B40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5A9D95-5005-4C25-8F48-E6F861455842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D7AAA6B-D587-4C8F-B714-05FB022538EA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VIII -</a:t>
          </a:r>
          <a:r>
            <a:rPr lang="ru-RU" sz="1800" dirty="0"/>
            <a:t> </a:t>
          </a:r>
          <a:r>
            <a:rPr lang="en-US" sz="1800" dirty="0"/>
            <a:t>X</a:t>
          </a:r>
          <a:endParaRPr lang="ru-RU" sz="1800" dirty="0"/>
        </a:p>
      </dgm:t>
    </dgm:pt>
    <dgm:pt modelId="{00A748EC-63D0-4014-89FD-17E07B292B7E}" type="parTrans" cxnId="{8C87ECDF-CF5B-47C9-9870-DB97BD2C7E44}">
      <dgm:prSet/>
      <dgm:spPr/>
      <dgm:t>
        <a:bodyPr/>
        <a:lstStyle/>
        <a:p>
          <a:endParaRPr lang="ru-RU"/>
        </a:p>
      </dgm:t>
    </dgm:pt>
    <dgm:pt modelId="{ACFC8DB4-C366-4BAD-BE49-1D430EC602BC}" type="sibTrans" cxnId="{8C87ECDF-CF5B-47C9-9870-DB97BD2C7E44}">
      <dgm:prSet/>
      <dgm:spPr/>
      <dgm:t>
        <a:bodyPr/>
        <a:lstStyle/>
        <a:p>
          <a:endParaRPr lang="ru-RU"/>
        </a:p>
      </dgm:t>
    </dgm:pt>
    <dgm:pt modelId="{70B5BA80-643A-44C5-B3BB-7B79B7B8A2F9}">
      <dgm:prSet phldrT="[Текст]" custT="1"/>
      <dgm:spPr/>
      <dgm:t>
        <a:bodyPr/>
        <a:lstStyle/>
        <a:p>
          <a:r>
            <a:rPr lang="ru-RU" sz="1600" dirty="0"/>
            <a:t>Экспансия </a:t>
          </a:r>
        </a:p>
      </dgm:t>
    </dgm:pt>
    <dgm:pt modelId="{5C4556E5-63EB-4248-88C2-A668E2E1809C}" type="parTrans" cxnId="{BB2944B3-EF00-4FC9-9C5A-97AA1A59A505}">
      <dgm:prSet/>
      <dgm:spPr/>
      <dgm:t>
        <a:bodyPr/>
        <a:lstStyle/>
        <a:p>
          <a:endParaRPr lang="ru-RU"/>
        </a:p>
      </dgm:t>
    </dgm:pt>
    <dgm:pt modelId="{BF6B5E90-4761-4467-A896-A236067DBE8F}" type="sibTrans" cxnId="{BB2944B3-EF00-4FC9-9C5A-97AA1A59A505}">
      <dgm:prSet/>
      <dgm:spPr/>
      <dgm:t>
        <a:bodyPr/>
        <a:lstStyle/>
        <a:p>
          <a:endParaRPr lang="ru-RU"/>
        </a:p>
      </dgm:t>
    </dgm:pt>
    <dgm:pt modelId="{901F5193-850B-42F0-B898-06F4AA0A48BD}">
      <dgm:prSet phldrT="[Текст]" custT="1"/>
      <dgm:spPr/>
      <dgm:t>
        <a:bodyPr/>
        <a:lstStyle/>
        <a:p>
          <a:r>
            <a:rPr lang="ru-RU" sz="1600" dirty="0"/>
            <a:t>Максимальная – при Святославе Игоревиче</a:t>
          </a:r>
        </a:p>
      </dgm:t>
    </dgm:pt>
    <dgm:pt modelId="{3FACFF81-20C9-4542-B733-CD0973583931}" type="parTrans" cxnId="{4495279E-30D2-439E-8FDD-D979D1964CBC}">
      <dgm:prSet/>
      <dgm:spPr/>
      <dgm:t>
        <a:bodyPr/>
        <a:lstStyle/>
        <a:p>
          <a:endParaRPr lang="ru-RU"/>
        </a:p>
      </dgm:t>
    </dgm:pt>
    <dgm:pt modelId="{A4EEC7B4-F494-4B4A-9908-E4A4D2117B10}" type="sibTrans" cxnId="{4495279E-30D2-439E-8FDD-D979D1964CBC}">
      <dgm:prSet/>
      <dgm:spPr/>
      <dgm:t>
        <a:bodyPr/>
        <a:lstStyle/>
        <a:p>
          <a:endParaRPr lang="ru-RU"/>
        </a:p>
      </dgm:t>
    </dgm:pt>
    <dgm:pt modelId="{B7AAFA84-3D0D-48D2-A623-96DCB3BE2B57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XI – </a:t>
          </a:r>
          <a:r>
            <a:rPr lang="ru-RU" sz="1800" dirty="0"/>
            <a:t>нач. </a:t>
          </a:r>
          <a:r>
            <a:rPr lang="en-US" sz="1800" dirty="0"/>
            <a:t>XIII </a:t>
          </a:r>
          <a:endParaRPr lang="ru-RU" sz="1800" dirty="0"/>
        </a:p>
      </dgm:t>
    </dgm:pt>
    <dgm:pt modelId="{B37D7D72-B48B-4BDC-AF83-F60F08EFB540}" type="parTrans" cxnId="{6B4F4CA9-CD8E-4D64-BF9B-1A516F885DD9}">
      <dgm:prSet/>
      <dgm:spPr/>
      <dgm:t>
        <a:bodyPr/>
        <a:lstStyle/>
        <a:p>
          <a:endParaRPr lang="ru-RU"/>
        </a:p>
      </dgm:t>
    </dgm:pt>
    <dgm:pt modelId="{82A29646-7C90-4D42-81BF-7AEB096E87A5}" type="sibTrans" cxnId="{6B4F4CA9-CD8E-4D64-BF9B-1A516F885DD9}">
      <dgm:prSet/>
      <dgm:spPr/>
      <dgm:t>
        <a:bodyPr/>
        <a:lstStyle/>
        <a:p>
          <a:endParaRPr lang="ru-RU"/>
        </a:p>
      </dgm:t>
    </dgm:pt>
    <dgm:pt modelId="{20E57F8A-79DD-4E7E-9811-BD8E41BC9FCA}">
      <dgm:prSet phldrT="[Текст]" custT="1"/>
      <dgm:spPr/>
      <dgm:t>
        <a:bodyPr/>
        <a:lstStyle/>
        <a:p>
          <a:r>
            <a:rPr lang="ru-RU" sz="1600" dirty="0"/>
            <a:t>Под культурным влиянием Византии </a:t>
          </a:r>
        </a:p>
      </dgm:t>
    </dgm:pt>
    <dgm:pt modelId="{34C885DD-D4EF-4001-8203-A95EA687BAC9}" type="parTrans" cxnId="{74B6E12B-B19A-4127-97A0-3DC0F783231D}">
      <dgm:prSet/>
      <dgm:spPr/>
      <dgm:t>
        <a:bodyPr/>
        <a:lstStyle/>
        <a:p>
          <a:endParaRPr lang="ru-RU"/>
        </a:p>
      </dgm:t>
    </dgm:pt>
    <dgm:pt modelId="{A6EB2487-5239-490F-B9D6-0F098DA977D3}" type="sibTrans" cxnId="{74B6E12B-B19A-4127-97A0-3DC0F783231D}">
      <dgm:prSet/>
      <dgm:spPr/>
      <dgm:t>
        <a:bodyPr/>
        <a:lstStyle/>
        <a:p>
          <a:endParaRPr lang="ru-RU"/>
        </a:p>
      </dgm:t>
    </dgm:pt>
    <dgm:pt modelId="{7F519B19-D5D7-48EE-9348-A4A2E33667EE}">
      <dgm:prSet phldrT="[Текст]" custT="1"/>
      <dgm:spPr/>
      <dgm:t>
        <a:bodyPr/>
        <a:lstStyle/>
        <a:p>
          <a:r>
            <a:rPr lang="ru-RU" sz="1600" dirty="0"/>
            <a:t>Русь – митрополия Восточной христианской церкви </a:t>
          </a:r>
        </a:p>
      </dgm:t>
    </dgm:pt>
    <dgm:pt modelId="{76FF07C4-3C34-4C46-8B88-5E80B3051929}" type="parTrans" cxnId="{EEEB21EE-82B7-4578-86E2-1D99890505D8}">
      <dgm:prSet/>
      <dgm:spPr/>
      <dgm:t>
        <a:bodyPr/>
        <a:lstStyle/>
        <a:p>
          <a:endParaRPr lang="ru-RU"/>
        </a:p>
      </dgm:t>
    </dgm:pt>
    <dgm:pt modelId="{BC914474-B2D5-4488-A08E-7D05D74771E9}" type="sibTrans" cxnId="{EEEB21EE-82B7-4578-86E2-1D99890505D8}">
      <dgm:prSet/>
      <dgm:spPr/>
      <dgm:t>
        <a:bodyPr/>
        <a:lstStyle/>
        <a:p>
          <a:endParaRPr lang="ru-RU"/>
        </a:p>
      </dgm:t>
    </dgm:pt>
    <dgm:pt modelId="{59F27D0C-4550-41F1-976A-1A8F5DCBA3DE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XIII - XV </a:t>
          </a:r>
          <a:endParaRPr lang="ru-RU" sz="1800" dirty="0"/>
        </a:p>
      </dgm:t>
    </dgm:pt>
    <dgm:pt modelId="{DE64C349-6B89-40B4-BA5D-28288494D8E6}" type="parTrans" cxnId="{1C123B25-966B-4292-8765-E4BC7A40968E}">
      <dgm:prSet/>
      <dgm:spPr/>
      <dgm:t>
        <a:bodyPr/>
        <a:lstStyle/>
        <a:p>
          <a:endParaRPr lang="ru-RU"/>
        </a:p>
      </dgm:t>
    </dgm:pt>
    <dgm:pt modelId="{F5ABB855-6BD0-49AB-92AC-D89B8583B39D}" type="sibTrans" cxnId="{1C123B25-966B-4292-8765-E4BC7A40968E}">
      <dgm:prSet/>
      <dgm:spPr/>
      <dgm:t>
        <a:bodyPr/>
        <a:lstStyle/>
        <a:p>
          <a:endParaRPr lang="ru-RU"/>
        </a:p>
      </dgm:t>
    </dgm:pt>
    <dgm:pt modelId="{0980ADD6-FA7B-4D5B-B60E-AC73BB0B195D}">
      <dgm:prSet phldrT="[Текст]" custT="1"/>
      <dgm:spPr/>
      <dgm:t>
        <a:bodyPr/>
        <a:lstStyle/>
        <a:p>
          <a:r>
            <a:rPr lang="ru-RU" sz="1600" dirty="0"/>
            <a:t>Поглощение Ордой и Вел. Кн. Литовским</a:t>
          </a:r>
        </a:p>
      </dgm:t>
    </dgm:pt>
    <dgm:pt modelId="{7E204FB8-3CB1-4979-9AB6-229B6CCBA7FF}" type="parTrans" cxnId="{2EFD246F-1AE6-41CE-A05C-550B68AEF8E3}">
      <dgm:prSet/>
      <dgm:spPr/>
      <dgm:t>
        <a:bodyPr/>
        <a:lstStyle/>
        <a:p>
          <a:endParaRPr lang="ru-RU"/>
        </a:p>
      </dgm:t>
    </dgm:pt>
    <dgm:pt modelId="{8E9F4500-37DC-4DED-AC0E-166BC61C0CC3}" type="sibTrans" cxnId="{2EFD246F-1AE6-41CE-A05C-550B68AEF8E3}">
      <dgm:prSet/>
      <dgm:spPr/>
      <dgm:t>
        <a:bodyPr/>
        <a:lstStyle/>
        <a:p>
          <a:endParaRPr lang="ru-RU"/>
        </a:p>
      </dgm:t>
    </dgm:pt>
    <dgm:pt modelId="{90DC0764-FAD6-494F-8765-54204454CF76}">
      <dgm:prSet phldrT="[Текст]" custT="1"/>
      <dgm:spPr/>
      <dgm:t>
        <a:bodyPr/>
        <a:lstStyle/>
        <a:p>
          <a:r>
            <a:rPr lang="ru-RU" sz="1600" dirty="0"/>
            <a:t>Внутренняя экспансия Москвы на русских землях </a:t>
          </a:r>
        </a:p>
      </dgm:t>
    </dgm:pt>
    <dgm:pt modelId="{01FDC1B2-51B8-4490-B501-51EC346BFD12}" type="parTrans" cxnId="{9C5261E4-DAF0-4372-BB42-5E2B9FBDB330}">
      <dgm:prSet/>
      <dgm:spPr/>
      <dgm:t>
        <a:bodyPr/>
        <a:lstStyle/>
        <a:p>
          <a:endParaRPr lang="ru-RU"/>
        </a:p>
      </dgm:t>
    </dgm:pt>
    <dgm:pt modelId="{5C17D0F2-9FC3-49A6-B2BE-38D17ED6C1F9}" type="sibTrans" cxnId="{9C5261E4-DAF0-4372-BB42-5E2B9FBDB330}">
      <dgm:prSet/>
      <dgm:spPr/>
      <dgm:t>
        <a:bodyPr/>
        <a:lstStyle/>
        <a:p>
          <a:endParaRPr lang="ru-RU"/>
        </a:p>
      </dgm:t>
    </dgm:pt>
    <dgm:pt modelId="{C9F5C89B-0FE6-4564-84AB-ED61C2B5135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XVI </a:t>
          </a:r>
          <a:endParaRPr lang="ru-RU" sz="1800" dirty="0"/>
        </a:p>
      </dgm:t>
    </dgm:pt>
    <dgm:pt modelId="{DA9E22D3-DEE3-42E0-8CF9-5A4E9D027E24}" type="parTrans" cxnId="{2DDC0B4B-B0CE-47F6-9C11-2B1352542C49}">
      <dgm:prSet/>
      <dgm:spPr/>
      <dgm:t>
        <a:bodyPr/>
        <a:lstStyle/>
        <a:p>
          <a:endParaRPr lang="ru-RU"/>
        </a:p>
      </dgm:t>
    </dgm:pt>
    <dgm:pt modelId="{479E3CD6-082C-48CB-B4ED-F2A28417F27D}" type="sibTrans" cxnId="{2DDC0B4B-B0CE-47F6-9C11-2B1352542C49}">
      <dgm:prSet/>
      <dgm:spPr/>
      <dgm:t>
        <a:bodyPr/>
        <a:lstStyle/>
        <a:p>
          <a:endParaRPr lang="ru-RU"/>
        </a:p>
      </dgm:t>
    </dgm:pt>
    <dgm:pt modelId="{05D05FBC-4E87-4AFC-8284-B7716B2C2CF3}">
      <dgm:prSet custT="1"/>
      <dgm:spPr/>
      <dgm:t>
        <a:bodyPr/>
        <a:lstStyle/>
        <a:p>
          <a:r>
            <a:rPr lang="ru-RU" sz="1600" dirty="0"/>
            <a:t>Экспансия </a:t>
          </a:r>
        </a:p>
      </dgm:t>
    </dgm:pt>
    <dgm:pt modelId="{D31B332F-19A4-4191-BBB4-36D9DF52D5F7}" type="parTrans" cxnId="{8A86BA47-A587-484E-AD7E-78476F80F380}">
      <dgm:prSet/>
      <dgm:spPr/>
      <dgm:t>
        <a:bodyPr/>
        <a:lstStyle/>
        <a:p>
          <a:endParaRPr lang="ru-RU"/>
        </a:p>
      </dgm:t>
    </dgm:pt>
    <dgm:pt modelId="{26E3564B-8C5D-4D2F-913D-54BF9D45D105}" type="sibTrans" cxnId="{8A86BA47-A587-484E-AD7E-78476F80F380}">
      <dgm:prSet/>
      <dgm:spPr/>
      <dgm:t>
        <a:bodyPr/>
        <a:lstStyle/>
        <a:p>
          <a:endParaRPr lang="ru-RU"/>
        </a:p>
      </dgm:t>
    </dgm:pt>
    <dgm:pt modelId="{45B1B8AB-A99C-4002-9FEC-4C0F8B0D855A}">
      <dgm:prSet custT="1"/>
      <dgm:spPr/>
      <dgm:t>
        <a:bodyPr/>
        <a:lstStyle/>
        <a:p>
          <a:r>
            <a:rPr lang="ru-RU" sz="1600" dirty="0"/>
            <a:t>Успешная – на восток. Неудачная – на запад</a:t>
          </a:r>
        </a:p>
      </dgm:t>
    </dgm:pt>
    <dgm:pt modelId="{9FA47B1C-BD4B-4B47-8473-4FF760A6CCED}" type="parTrans" cxnId="{D91A4D88-90EB-473F-BDF2-B5374D8416CE}">
      <dgm:prSet/>
      <dgm:spPr/>
      <dgm:t>
        <a:bodyPr/>
        <a:lstStyle/>
        <a:p>
          <a:endParaRPr lang="ru-RU"/>
        </a:p>
      </dgm:t>
    </dgm:pt>
    <dgm:pt modelId="{21838CA7-468D-4CF5-BC3F-25CE3C94AEEE}" type="sibTrans" cxnId="{D91A4D88-90EB-473F-BDF2-B5374D8416CE}">
      <dgm:prSet/>
      <dgm:spPr/>
      <dgm:t>
        <a:bodyPr/>
        <a:lstStyle/>
        <a:p>
          <a:endParaRPr lang="ru-RU"/>
        </a:p>
      </dgm:t>
    </dgm:pt>
    <dgm:pt modelId="{0CD72EB1-CB5D-4776-A2CE-15CF0388C9D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нач. </a:t>
          </a:r>
          <a:r>
            <a:rPr lang="en-US" sz="1800" dirty="0"/>
            <a:t>XVII </a:t>
          </a:r>
          <a:r>
            <a:rPr lang="ru-RU" sz="1800" dirty="0"/>
            <a:t> </a:t>
          </a:r>
        </a:p>
      </dgm:t>
    </dgm:pt>
    <dgm:pt modelId="{1A1FBC9B-AC86-4021-97C6-6D45CFAD4147}" type="parTrans" cxnId="{A956EA32-E3E6-4035-87F3-C56FC8F7BCF3}">
      <dgm:prSet/>
      <dgm:spPr/>
      <dgm:t>
        <a:bodyPr/>
        <a:lstStyle/>
        <a:p>
          <a:endParaRPr lang="ru-RU"/>
        </a:p>
      </dgm:t>
    </dgm:pt>
    <dgm:pt modelId="{D8FCB9C2-6AA1-4EA7-BF45-88FECE65CB24}" type="sibTrans" cxnId="{A956EA32-E3E6-4035-87F3-C56FC8F7BCF3}">
      <dgm:prSet/>
      <dgm:spPr/>
      <dgm:t>
        <a:bodyPr/>
        <a:lstStyle/>
        <a:p>
          <a:endParaRPr lang="ru-RU"/>
        </a:p>
      </dgm:t>
    </dgm:pt>
    <dgm:pt modelId="{D09F2F1D-C19B-4859-AFC1-09C18632CFB5}">
      <dgm:prSet custT="1"/>
      <dgm:spPr/>
      <dgm:t>
        <a:bodyPr/>
        <a:lstStyle/>
        <a:p>
          <a:r>
            <a:rPr lang="ru-RU" sz="1600" dirty="0"/>
            <a:t>Распад</a:t>
          </a:r>
        </a:p>
      </dgm:t>
    </dgm:pt>
    <dgm:pt modelId="{58CE65AD-EBA9-4379-A3FD-2863350823FA}" type="parTrans" cxnId="{2C7C1BB2-1D3A-4158-A5CA-5AAB6ABD340D}">
      <dgm:prSet/>
      <dgm:spPr/>
      <dgm:t>
        <a:bodyPr/>
        <a:lstStyle/>
        <a:p>
          <a:endParaRPr lang="ru-RU"/>
        </a:p>
      </dgm:t>
    </dgm:pt>
    <dgm:pt modelId="{8670F720-A277-4829-AF21-67F7FD02405E}" type="sibTrans" cxnId="{2C7C1BB2-1D3A-4158-A5CA-5AAB6ABD340D}">
      <dgm:prSet/>
      <dgm:spPr/>
      <dgm:t>
        <a:bodyPr/>
        <a:lstStyle/>
        <a:p>
          <a:endParaRPr lang="ru-RU"/>
        </a:p>
      </dgm:t>
    </dgm:pt>
    <dgm:pt modelId="{78EAE50F-CE0B-4A72-9938-4D13AC1614D3}">
      <dgm:prSet custT="1"/>
      <dgm:spPr/>
      <dgm:t>
        <a:bodyPr/>
        <a:lstStyle/>
        <a:p>
          <a:r>
            <a:rPr lang="ru-RU" sz="1600" dirty="0"/>
            <a:t>Процесс не был завершен и официально оформлен</a:t>
          </a:r>
        </a:p>
      </dgm:t>
    </dgm:pt>
    <dgm:pt modelId="{8CC6F058-60F2-421F-961D-D72483AA2D36}" type="parTrans" cxnId="{E62EF5EB-48CE-46F6-AEFF-44EC3099FFEA}">
      <dgm:prSet/>
      <dgm:spPr/>
      <dgm:t>
        <a:bodyPr/>
        <a:lstStyle/>
        <a:p>
          <a:endParaRPr lang="ru-RU"/>
        </a:p>
      </dgm:t>
    </dgm:pt>
    <dgm:pt modelId="{9C174BA5-8C86-464E-965D-C1BB737DCC95}" type="sibTrans" cxnId="{E62EF5EB-48CE-46F6-AEFF-44EC3099FFEA}">
      <dgm:prSet/>
      <dgm:spPr/>
      <dgm:t>
        <a:bodyPr/>
        <a:lstStyle/>
        <a:p>
          <a:endParaRPr lang="ru-RU"/>
        </a:p>
      </dgm:t>
    </dgm:pt>
    <dgm:pt modelId="{FD814358-8A65-4B6D-8804-4FC0C9A0472E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XVII </a:t>
          </a:r>
          <a:endParaRPr lang="ru-RU" sz="1800" dirty="0"/>
        </a:p>
      </dgm:t>
    </dgm:pt>
    <dgm:pt modelId="{442C288C-FFE8-4D28-8A0F-7D8CA9DA5172}" type="parTrans" cxnId="{DC00769D-EE17-4184-B1C1-6D5A25C2753B}">
      <dgm:prSet/>
      <dgm:spPr/>
      <dgm:t>
        <a:bodyPr/>
        <a:lstStyle/>
        <a:p>
          <a:endParaRPr lang="ru-RU"/>
        </a:p>
      </dgm:t>
    </dgm:pt>
    <dgm:pt modelId="{FB2448FA-3A46-41EA-8743-95E6BEC49F1B}" type="sibTrans" cxnId="{DC00769D-EE17-4184-B1C1-6D5A25C2753B}">
      <dgm:prSet/>
      <dgm:spPr/>
      <dgm:t>
        <a:bodyPr/>
        <a:lstStyle/>
        <a:p>
          <a:endParaRPr lang="ru-RU"/>
        </a:p>
      </dgm:t>
    </dgm:pt>
    <dgm:pt modelId="{19F57C16-CF53-47CD-B42B-296673DB896D}">
      <dgm:prSet custT="1"/>
      <dgm:spPr/>
      <dgm:t>
        <a:bodyPr/>
        <a:lstStyle/>
        <a:p>
          <a:r>
            <a:rPr lang="ru-RU" sz="1600" dirty="0"/>
            <a:t>Экспансия на восток (Сибирь) и запад (смоленские и украинские земли)</a:t>
          </a:r>
        </a:p>
      </dgm:t>
    </dgm:pt>
    <dgm:pt modelId="{20DC4726-2C32-40F2-920C-C6AD022741C9}" type="parTrans" cxnId="{9A340D62-894B-42B8-8533-85F2C421D797}">
      <dgm:prSet/>
      <dgm:spPr/>
      <dgm:t>
        <a:bodyPr/>
        <a:lstStyle/>
        <a:p>
          <a:endParaRPr lang="ru-RU"/>
        </a:p>
      </dgm:t>
    </dgm:pt>
    <dgm:pt modelId="{21673E30-201E-4B32-9FB6-D8733730BA8E}" type="sibTrans" cxnId="{9A340D62-894B-42B8-8533-85F2C421D797}">
      <dgm:prSet/>
      <dgm:spPr/>
      <dgm:t>
        <a:bodyPr/>
        <a:lstStyle/>
        <a:p>
          <a:endParaRPr lang="ru-RU"/>
        </a:p>
      </dgm:t>
    </dgm:pt>
    <dgm:pt modelId="{36394330-0820-4071-8BD9-5BC31318A6ED}" type="pres">
      <dgm:prSet presAssocID="{C45A9D95-5005-4C25-8F48-E6F861455842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0F14149-B9EA-4A66-9369-896C87FB9EC3}" type="pres">
      <dgm:prSet presAssocID="{8D7AAA6B-D587-4C8F-B714-05FB022538EA}" presName="composite" presStyleCnt="0"/>
      <dgm:spPr/>
    </dgm:pt>
    <dgm:pt modelId="{73833B5B-0CD0-4369-BC37-9C7DEB0B12CF}" type="pres">
      <dgm:prSet presAssocID="{8D7AAA6B-D587-4C8F-B714-05FB022538EA}" presName="FirstChild" presStyleLbl="revTx" presStyleIdx="0" presStyleCnt="11">
        <dgm:presLayoutVars>
          <dgm:chMax val="0"/>
          <dgm:chPref val="0"/>
          <dgm:bulletEnabled val="1"/>
        </dgm:presLayoutVars>
      </dgm:prSet>
      <dgm:spPr/>
    </dgm:pt>
    <dgm:pt modelId="{05545E2D-496E-43DB-95DC-4BF1F9851B35}" type="pres">
      <dgm:prSet presAssocID="{8D7AAA6B-D587-4C8F-B714-05FB022538EA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</dgm:pt>
    <dgm:pt modelId="{DDF113B7-E5C3-4DD3-BDAB-0EC6C14686F2}" type="pres">
      <dgm:prSet presAssocID="{8D7AAA6B-D587-4C8F-B714-05FB022538EA}" presName="Accent" presStyleLbl="parChTrans1D1" presStyleIdx="0" presStyleCnt="6"/>
      <dgm:spPr/>
    </dgm:pt>
    <dgm:pt modelId="{EB0E50D1-50AB-455A-B602-F0771BEE97CB}" type="pres">
      <dgm:prSet presAssocID="{8D7AAA6B-D587-4C8F-B714-05FB022538EA}" presName="Child" presStyleLbl="revTx" presStyleIdx="1" presStyleCnt="11">
        <dgm:presLayoutVars>
          <dgm:chMax val="0"/>
          <dgm:chPref val="0"/>
          <dgm:bulletEnabled val="1"/>
        </dgm:presLayoutVars>
      </dgm:prSet>
      <dgm:spPr/>
    </dgm:pt>
    <dgm:pt modelId="{6CF34090-A80A-4D87-8A2F-4956D4078A53}" type="pres">
      <dgm:prSet presAssocID="{ACFC8DB4-C366-4BAD-BE49-1D430EC602BC}" presName="sibTrans" presStyleCnt="0"/>
      <dgm:spPr/>
    </dgm:pt>
    <dgm:pt modelId="{C8287542-6DB4-4894-9B41-895272673F1D}" type="pres">
      <dgm:prSet presAssocID="{B7AAFA84-3D0D-48D2-A623-96DCB3BE2B57}" presName="composite" presStyleCnt="0"/>
      <dgm:spPr/>
    </dgm:pt>
    <dgm:pt modelId="{ED629BAE-83C7-4150-B0F7-AE430847B334}" type="pres">
      <dgm:prSet presAssocID="{B7AAFA84-3D0D-48D2-A623-96DCB3BE2B57}" presName="FirstChild" presStyleLbl="revTx" presStyleIdx="2" presStyleCnt="11">
        <dgm:presLayoutVars>
          <dgm:chMax val="0"/>
          <dgm:chPref val="0"/>
          <dgm:bulletEnabled val="1"/>
        </dgm:presLayoutVars>
      </dgm:prSet>
      <dgm:spPr/>
    </dgm:pt>
    <dgm:pt modelId="{A9B8082B-5474-4522-A302-F4363BC6F7C1}" type="pres">
      <dgm:prSet presAssocID="{B7AAFA84-3D0D-48D2-A623-96DCB3BE2B57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</dgm:pt>
    <dgm:pt modelId="{C5E0F2B2-9EED-4ED5-9DA5-3BF25922C6BD}" type="pres">
      <dgm:prSet presAssocID="{B7AAFA84-3D0D-48D2-A623-96DCB3BE2B57}" presName="Accent" presStyleLbl="parChTrans1D1" presStyleIdx="1" presStyleCnt="6"/>
      <dgm:spPr/>
    </dgm:pt>
    <dgm:pt modelId="{A4ACB16D-59F9-4C74-93EA-94CE3C46B253}" type="pres">
      <dgm:prSet presAssocID="{B7AAFA84-3D0D-48D2-A623-96DCB3BE2B57}" presName="Child" presStyleLbl="revTx" presStyleIdx="3" presStyleCnt="11">
        <dgm:presLayoutVars>
          <dgm:chMax val="0"/>
          <dgm:chPref val="0"/>
          <dgm:bulletEnabled val="1"/>
        </dgm:presLayoutVars>
      </dgm:prSet>
      <dgm:spPr/>
    </dgm:pt>
    <dgm:pt modelId="{7CB852D0-3E45-4B58-9E0A-C4344992CDB0}" type="pres">
      <dgm:prSet presAssocID="{82A29646-7C90-4D42-81BF-7AEB096E87A5}" presName="sibTrans" presStyleCnt="0"/>
      <dgm:spPr/>
    </dgm:pt>
    <dgm:pt modelId="{004A0C8E-38E0-4F4C-8ED5-AEF30A53F92C}" type="pres">
      <dgm:prSet presAssocID="{59F27D0C-4550-41F1-976A-1A8F5DCBA3DE}" presName="composite" presStyleCnt="0"/>
      <dgm:spPr/>
    </dgm:pt>
    <dgm:pt modelId="{9C5F1F24-990D-465F-877F-6C32D24E845A}" type="pres">
      <dgm:prSet presAssocID="{59F27D0C-4550-41F1-976A-1A8F5DCBA3DE}" presName="FirstChild" presStyleLbl="revTx" presStyleIdx="4" presStyleCnt="11">
        <dgm:presLayoutVars>
          <dgm:chMax val="0"/>
          <dgm:chPref val="0"/>
          <dgm:bulletEnabled val="1"/>
        </dgm:presLayoutVars>
      </dgm:prSet>
      <dgm:spPr/>
    </dgm:pt>
    <dgm:pt modelId="{719FB3F7-9724-48D0-80FA-CABA86854504}" type="pres">
      <dgm:prSet presAssocID="{59F27D0C-4550-41F1-976A-1A8F5DCBA3DE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</dgm:pt>
    <dgm:pt modelId="{4364F1CC-1EB7-4112-83A5-E548B87E4750}" type="pres">
      <dgm:prSet presAssocID="{59F27D0C-4550-41F1-976A-1A8F5DCBA3DE}" presName="Accent" presStyleLbl="parChTrans1D1" presStyleIdx="2" presStyleCnt="6"/>
      <dgm:spPr/>
    </dgm:pt>
    <dgm:pt modelId="{F233A418-EB90-41CE-8DF0-D0A2AD4577D7}" type="pres">
      <dgm:prSet presAssocID="{59F27D0C-4550-41F1-976A-1A8F5DCBA3DE}" presName="Child" presStyleLbl="revTx" presStyleIdx="5" presStyleCnt="11">
        <dgm:presLayoutVars>
          <dgm:chMax val="0"/>
          <dgm:chPref val="0"/>
          <dgm:bulletEnabled val="1"/>
        </dgm:presLayoutVars>
      </dgm:prSet>
      <dgm:spPr/>
    </dgm:pt>
    <dgm:pt modelId="{246F075A-E1C3-40F3-82A3-2110C156EF06}" type="pres">
      <dgm:prSet presAssocID="{F5ABB855-6BD0-49AB-92AC-D89B8583B39D}" presName="sibTrans" presStyleCnt="0"/>
      <dgm:spPr/>
    </dgm:pt>
    <dgm:pt modelId="{26CF584A-D2F6-4982-9B15-A9899B83B45D}" type="pres">
      <dgm:prSet presAssocID="{C9F5C89B-0FE6-4564-84AB-ED61C2B5135A}" presName="composite" presStyleCnt="0"/>
      <dgm:spPr/>
    </dgm:pt>
    <dgm:pt modelId="{1286767F-C191-4B3C-831E-FDCAEB7B732D}" type="pres">
      <dgm:prSet presAssocID="{C9F5C89B-0FE6-4564-84AB-ED61C2B5135A}" presName="FirstChild" presStyleLbl="revTx" presStyleIdx="6" presStyleCnt="11">
        <dgm:presLayoutVars>
          <dgm:chMax val="0"/>
          <dgm:chPref val="0"/>
          <dgm:bulletEnabled val="1"/>
        </dgm:presLayoutVars>
      </dgm:prSet>
      <dgm:spPr/>
    </dgm:pt>
    <dgm:pt modelId="{8DE8D7EA-D466-44D8-81B7-B41FC47A7548}" type="pres">
      <dgm:prSet presAssocID="{C9F5C89B-0FE6-4564-84AB-ED61C2B5135A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</dgm:pt>
    <dgm:pt modelId="{3E003822-41DE-400A-AAE3-D1F3F6AED96C}" type="pres">
      <dgm:prSet presAssocID="{C9F5C89B-0FE6-4564-84AB-ED61C2B5135A}" presName="Accent" presStyleLbl="parChTrans1D1" presStyleIdx="3" presStyleCnt="6"/>
      <dgm:spPr/>
    </dgm:pt>
    <dgm:pt modelId="{101E2364-9521-4CCE-9A98-4434B4F951F9}" type="pres">
      <dgm:prSet presAssocID="{C9F5C89B-0FE6-4564-84AB-ED61C2B5135A}" presName="Child" presStyleLbl="revTx" presStyleIdx="7" presStyleCnt="11">
        <dgm:presLayoutVars>
          <dgm:chMax val="0"/>
          <dgm:chPref val="0"/>
          <dgm:bulletEnabled val="1"/>
        </dgm:presLayoutVars>
      </dgm:prSet>
      <dgm:spPr/>
    </dgm:pt>
    <dgm:pt modelId="{7FC5E3D8-1070-4EEB-B2DB-0DE80CE64B0D}" type="pres">
      <dgm:prSet presAssocID="{479E3CD6-082C-48CB-B4ED-F2A28417F27D}" presName="sibTrans" presStyleCnt="0"/>
      <dgm:spPr/>
    </dgm:pt>
    <dgm:pt modelId="{084ED434-F654-4FC9-912C-829DC8A87D9C}" type="pres">
      <dgm:prSet presAssocID="{0CD72EB1-CB5D-4776-A2CE-15CF0388C9D7}" presName="composite" presStyleCnt="0"/>
      <dgm:spPr/>
    </dgm:pt>
    <dgm:pt modelId="{FA64F6B2-E9ED-42FD-AF05-5CEC0DDF732E}" type="pres">
      <dgm:prSet presAssocID="{0CD72EB1-CB5D-4776-A2CE-15CF0388C9D7}" presName="FirstChild" presStyleLbl="revTx" presStyleIdx="8" presStyleCnt="11">
        <dgm:presLayoutVars>
          <dgm:chMax val="0"/>
          <dgm:chPref val="0"/>
          <dgm:bulletEnabled val="1"/>
        </dgm:presLayoutVars>
      </dgm:prSet>
      <dgm:spPr/>
    </dgm:pt>
    <dgm:pt modelId="{8831467A-B132-418B-87E3-A42D915DBC5E}" type="pres">
      <dgm:prSet presAssocID="{0CD72EB1-CB5D-4776-A2CE-15CF0388C9D7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</dgm:pt>
    <dgm:pt modelId="{54E6E9F7-5DAA-4788-8888-3FC1B0BA539D}" type="pres">
      <dgm:prSet presAssocID="{0CD72EB1-CB5D-4776-A2CE-15CF0388C9D7}" presName="Accent" presStyleLbl="parChTrans1D1" presStyleIdx="4" presStyleCnt="6"/>
      <dgm:spPr/>
    </dgm:pt>
    <dgm:pt modelId="{E0E4606A-B0E5-4F02-9701-FB382BFAF577}" type="pres">
      <dgm:prSet presAssocID="{0CD72EB1-CB5D-4776-A2CE-15CF0388C9D7}" presName="Child" presStyleLbl="revTx" presStyleIdx="9" presStyleCnt="11">
        <dgm:presLayoutVars>
          <dgm:chMax val="0"/>
          <dgm:chPref val="0"/>
          <dgm:bulletEnabled val="1"/>
        </dgm:presLayoutVars>
      </dgm:prSet>
      <dgm:spPr/>
    </dgm:pt>
    <dgm:pt modelId="{32D4CA22-4D5B-4D6E-9955-ADEE6F071A51}" type="pres">
      <dgm:prSet presAssocID="{D8FCB9C2-6AA1-4EA7-BF45-88FECE65CB24}" presName="sibTrans" presStyleCnt="0"/>
      <dgm:spPr/>
    </dgm:pt>
    <dgm:pt modelId="{F16B2250-BC51-48B8-833C-72CF7565F279}" type="pres">
      <dgm:prSet presAssocID="{FD814358-8A65-4B6D-8804-4FC0C9A0472E}" presName="composite" presStyleCnt="0"/>
      <dgm:spPr/>
    </dgm:pt>
    <dgm:pt modelId="{9AC18BF8-E8B3-4779-8392-EFD11EDD0C5C}" type="pres">
      <dgm:prSet presAssocID="{FD814358-8A65-4B6D-8804-4FC0C9A0472E}" presName="FirstChild" presStyleLbl="revTx" presStyleIdx="10" presStyleCnt="11">
        <dgm:presLayoutVars>
          <dgm:chMax val="0"/>
          <dgm:chPref val="0"/>
          <dgm:bulletEnabled val="1"/>
        </dgm:presLayoutVars>
      </dgm:prSet>
      <dgm:spPr/>
    </dgm:pt>
    <dgm:pt modelId="{2074A536-D6C1-4A16-B962-3D5811340CC1}" type="pres">
      <dgm:prSet presAssocID="{FD814358-8A65-4B6D-8804-4FC0C9A0472E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</dgm:pt>
    <dgm:pt modelId="{EFFD5E40-C742-4218-8BA4-C2B5EF17D60C}" type="pres">
      <dgm:prSet presAssocID="{FD814358-8A65-4B6D-8804-4FC0C9A0472E}" presName="Accent" presStyleLbl="parChTrans1D1" presStyleIdx="5" presStyleCnt="6"/>
      <dgm:spPr/>
    </dgm:pt>
  </dgm:ptLst>
  <dgm:cxnLst>
    <dgm:cxn modelId="{E38ADE06-A1BD-49C6-AE45-9E97EA6DC963}" type="presOf" srcId="{8D7AAA6B-D587-4C8F-B714-05FB022538EA}" destId="{05545E2D-496E-43DB-95DC-4BF1F9851B35}" srcOrd="0" destOrd="0" presId="urn:microsoft.com/office/officeart/2011/layout/TabList"/>
    <dgm:cxn modelId="{DD6D7621-6C1F-4976-9261-57A54B1C5C8B}" type="presOf" srcId="{901F5193-850B-42F0-B898-06F4AA0A48BD}" destId="{EB0E50D1-50AB-455A-B602-F0771BEE97CB}" srcOrd="0" destOrd="0" presId="urn:microsoft.com/office/officeart/2011/layout/TabList"/>
    <dgm:cxn modelId="{B2A4F323-D06D-4A0C-B559-60EEA6D4BD21}" type="presOf" srcId="{7F519B19-D5D7-48EE-9348-A4A2E33667EE}" destId="{A4ACB16D-59F9-4C74-93EA-94CE3C46B253}" srcOrd="0" destOrd="0" presId="urn:microsoft.com/office/officeart/2011/layout/TabList"/>
    <dgm:cxn modelId="{1C123B25-966B-4292-8765-E4BC7A40968E}" srcId="{C45A9D95-5005-4C25-8F48-E6F861455842}" destId="{59F27D0C-4550-41F1-976A-1A8F5DCBA3DE}" srcOrd="2" destOrd="0" parTransId="{DE64C349-6B89-40B4-BA5D-28288494D8E6}" sibTransId="{F5ABB855-6BD0-49AB-92AC-D89B8583B39D}"/>
    <dgm:cxn modelId="{74B6E12B-B19A-4127-97A0-3DC0F783231D}" srcId="{B7AAFA84-3D0D-48D2-A623-96DCB3BE2B57}" destId="{20E57F8A-79DD-4E7E-9811-BD8E41BC9FCA}" srcOrd="0" destOrd="0" parTransId="{34C885DD-D4EF-4001-8203-A95EA687BAC9}" sibTransId="{A6EB2487-5239-490F-B9D6-0F098DA977D3}"/>
    <dgm:cxn modelId="{A956EA32-E3E6-4035-87F3-C56FC8F7BCF3}" srcId="{C45A9D95-5005-4C25-8F48-E6F861455842}" destId="{0CD72EB1-CB5D-4776-A2CE-15CF0388C9D7}" srcOrd="4" destOrd="0" parTransId="{1A1FBC9B-AC86-4021-97C6-6D45CFAD4147}" sibTransId="{D8FCB9C2-6AA1-4EA7-BF45-88FECE65CB24}"/>
    <dgm:cxn modelId="{3EA1EE33-30CF-4F16-8A80-400645630425}" type="presOf" srcId="{90DC0764-FAD6-494F-8765-54204454CF76}" destId="{F233A418-EB90-41CE-8DF0-D0A2AD4577D7}" srcOrd="0" destOrd="0" presId="urn:microsoft.com/office/officeart/2011/layout/TabList"/>
    <dgm:cxn modelId="{1C697135-0486-417F-B67C-B8726E71C747}" type="presOf" srcId="{C45A9D95-5005-4C25-8F48-E6F861455842}" destId="{36394330-0820-4071-8BD9-5BC31318A6ED}" srcOrd="0" destOrd="0" presId="urn:microsoft.com/office/officeart/2011/layout/TabList"/>
    <dgm:cxn modelId="{FF16F15F-1911-4AA0-8FEF-4F19301295FA}" type="presOf" srcId="{C9F5C89B-0FE6-4564-84AB-ED61C2B5135A}" destId="{8DE8D7EA-D466-44D8-81B7-B41FC47A7548}" srcOrd="0" destOrd="0" presId="urn:microsoft.com/office/officeart/2011/layout/TabList"/>
    <dgm:cxn modelId="{9A340D62-894B-42B8-8533-85F2C421D797}" srcId="{FD814358-8A65-4B6D-8804-4FC0C9A0472E}" destId="{19F57C16-CF53-47CD-B42B-296673DB896D}" srcOrd="0" destOrd="0" parTransId="{20DC4726-2C32-40F2-920C-C6AD022741C9}" sibTransId="{21673E30-201E-4B32-9FB6-D8733730BA8E}"/>
    <dgm:cxn modelId="{77399944-6A6A-459D-A690-EF89E2AACD20}" type="presOf" srcId="{45B1B8AB-A99C-4002-9FEC-4C0F8B0D855A}" destId="{101E2364-9521-4CCE-9A98-4434B4F951F9}" srcOrd="0" destOrd="0" presId="urn:microsoft.com/office/officeart/2011/layout/TabList"/>
    <dgm:cxn modelId="{8A86BA47-A587-484E-AD7E-78476F80F380}" srcId="{C9F5C89B-0FE6-4564-84AB-ED61C2B5135A}" destId="{05D05FBC-4E87-4AFC-8284-B7716B2C2CF3}" srcOrd="0" destOrd="0" parTransId="{D31B332F-19A4-4191-BBB4-36D9DF52D5F7}" sibTransId="{26E3564B-8C5D-4D2F-913D-54BF9D45D105}"/>
    <dgm:cxn modelId="{26C04249-5EAB-480B-A6BC-DCF58C547715}" type="presOf" srcId="{0CD72EB1-CB5D-4776-A2CE-15CF0388C9D7}" destId="{8831467A-B132-418B-87E3-A42D915DBC5E}" srcOrd="0" destOrd="0" presId="urn:microsoft.com/office/officeart/2011/layout/TabList"/>
    <dgm:cxn modelId="{2DDC0B4B-B0CE-47F6-9C11-2B1352542C49}" srcId="{C45A9D95-5005-4C25-8F48-E6F861455842}" destId="{C9F5C89B-0FE6-4564-84AB-ED61C2B5135A}" srcOrd="3" destOrd="0" parTransId="{DA9E22D3-DEE3-42E0-8CF9-5A4E9D027E24}" sibTransId="{479E3CD6-082C-48CB-B4ED-F2A28417F27D}"/>
    <dgm:cxn modelId="{2EFD246F-1AE6-41CE-A05C-550B68AEF8E3}" srcId="{59F27D0C-4550-41F1-976A-1A8F5DCBA3DE}" destId="{0980ADD6-FA7B-4D5B-B60E-AC73BB0B195D}" srcOrd="0" destOrd="0" parTransId="{7E204FB8-3CB1-4979-9AB6-229B6CCBA7FF}" sibTransId="{8E9F4500-37DC-4DED-AC0E-166BC61C0CC3}"/>
    <dgm:cxn modelId="{BFB53373-7D93-470D-A3EA-F5DBAB15AB0F}" type="presOf" srcId="{19F57C16-CF53-47CD-B42B-296673DB896D}" destId="{9AC18BF8-E8B3-4779-8392-EFD11EDD0C5C}" srcOrd="0" destOrd="0" presId="urn:microsoft.com/office/officeart/2011/layout/TabList"/>
    <dgm:cxn modelId="{F2B7D755-976D-431C-ABC5-E3254E5CE57C}" type="presOf" srcId="{0980ADD6-FA7B-4D5B-B60E-AC73BB0B195D}" destId="{9C5F1F24-990D-465F-877F-6C32D24E845A}" srcOrd="0" destOrd="0" presId="urn:microsoft.com/office/officeart/2011/layout/TabList"/>
    <dgm:cxn modelId="{D91A4D88-90EB-473F-BDF2-B5374D8416CE}" srcId="{C9F5C89B-0FE6-4564-84AB-ED61C2B5135A}" destId="{45B1B8AB-A99C-4002-9FEC-4C0F8B0D855A}" srcOrd="1" destOrd="0" parTransId="{9FA47B1C-BD4B-4B47-8473-4FF760A6CCED}" sibTransId="{21838CA7-468D-4CF5-BC3F-25CE3C94AEEE}"/>
    <dgm:cxn modelId="{F516BC99-E6EF-4199-9E98-232302424D16}" type="presOf" srcId="{FD814358-8A65-4B6D-8804-4FC0C9A0472E}" destId="{2074A536-D6C1-4A16-B962-3D5811340CC1}" srcOrd="0" destOrd="0" presId="urn:microsoft.com/office/officeart/2011/layout/TabList"/>
    <dgm:cxn modelId="{DC00769D-EE17-4184-B1C1-6D5A25C2753B}" srcId="{C45A9D95-5005-4C25-8F48-E6F861455842}" destId="{FD814358-8A65-4B6D-8804-4FC0C9A0472E}" srcOrd="5" destOrd="0" parTransId="{442C288C-FFE8-4D28-8A0F-7D8CA9DA5172}" sibTransId="{FB2448FA-3A46-41EA-8743-95E6BEC49F1B}"/>
    <dgm:cxn modelId="{4495279E-30D2-439E-8FDD-D979D1964CBC}" srcId="{8D7AAA6B-D587-4C8F-B714-05FB022538EA}" destId="{901F5193-850B-42F0-B898-06F4AA0A48BD}" srcOrd="1" destOrd="0" parTransId="{3FACFF81-20C9-4542-B733-CD0973583931}" sibTransId="{A4EEC7B4-F494-4B4A-9908-E4A4D2117B10}"/>
    <dgm:cxn modelId="{9C77C79E-1C22-4354-9ED7-4AD573C4D1D3}" type="presOf" srcId="{20E57F8A-79DD-4E7E-9811-BD8E41BC9FCA}" destId="{ED629BAE-83C7-4150-B0F7-AE430847B334}" srcOrd="0" destOrd="0" presId="urn:microsoft.com/office/officeart/2011/layout/TabList"/>
    <dgm:cxn modelId="{CEE05FA2-1E5A-4B62-9DEE-2747F3AB85F7}" type="presOf" srcId="{78EAE50F-CE0B-4A72-9938-4D13AC1614D3}" destId="{E0E4606A-B0E5-4F02-9701-FB382BFAF577}" srcOrd="0" destOrd="0" presId="urn:microsoft.com/office/officeart/2011/layout/TabList"/>
    <dgm:cxn modelId="{336BFDA3-CA0D-4A72-BCAD-9A5D2FD1ABF6}" type="presOf" srcId="{D09F2F1D-C19B-4859-AFC1-09C18632CFB5}" destId="{FA64F6B2-E9ED-42FD-AF05-5CEC0DDF732E}" srcOrd="0" destOrd="0" presId="urn:microsoft.com/office/officeart/2011/layout/TabList"/>
    <dgm:cxn modelId="{6B4F4CA9-CD8E-4D64-BF9B-1A516F885DD9}" srcId="{C45A9D95-5005-4C25-8F48-E6F861455842}" destId="{B7AAFA84-3D0D-48D2-A623-96DCB3BE2B57}" srcOrd="1" destOrd="0" parTransId="{B37D7D72-B48B-4BDC-AF83-F60F08EFB540}" sibTransId="{82A29646-7C90-4D42-81BF-7AEB096E87A5}"/>
    <dgm:cxn modelId="{2C7C1BB2-1D3A-4158-A5CA-5AAB6ABD340D}" srcId="{0CD72EB1-CB5D-4776-A2CE-15CF0388C9D7}" destId="{D09F2F1D-C19B-4859-AFC1-09C18632CFB5}" srcOrd="0" destOrd="0" parTransId="{58CE65AD-EBA9-4379-A3FD-2863350823FA}" sibTransId="{8670F720-A277-4829-AF21-67F7FD02405E}"/>
    <dgm:cxn modelId="{5358F6B2-4095-4A91-A256-446197AD823A}" type="presOf" srcId="{B7AAFA84-3D0D-48D2-A623-96DCB3BE2B57}" destId="{A9B8082B-5474-4522-A302-F4363BC6F7C1}" srcOrd="0" destOrd="0" presId="urn:microsoft.com/office/officeart/2011/layout/TabList"/>
    <dgm:cxn modelId="{BB2944B3-EF00-4FC9-9C5A-97AA1A59A505}" srcId="{8D7AAA6B-D587-4C8F-B714-05FB022538EA}" destId="{70B5BA80-643A-44C5-B3BB-7B79B7B8A2F9}" srcOrd="0" destOrd="0" parTransId="{5C4556E5-63EB-4248-88C2-A668E2E1809C}" sibTransId="{BF6B5E90-4761-4467-A896-A236067DBE8F}"/>
    <dgm:cxn modelId="{0DCA59B8-D820-47B2-99EB-9EF8D9A2B0B9}" type="presOf" srcId="{59F27D0C-4550-41F1-976A-1A8F5DCBA3DE}" destId="{719FB3F7-9724-48D0-80FA-CABA86854504}" srcOrd="0" destOrd="0" presId="urn:microsoft.com/office/officeart/2011/layout/TabList"/>
    <dgm:cxn modelId="{801168C3-B4C4-4FBA-B47A-6176D8E7DD4B}" type="presOf" srcId="{70B5BA80-643A-44C5-B3BB-7B79B7B8A2F9}" destId="{73833B5B-0CD0-4369-BC37-9C7DEB0B12CF}" srcOrd="0" destOrd="0" presId="urn:microsoft.com/office/officeart/2011/layout/TabList"/>
    <dgm:cxn modelId="{8C87ECDF-CF5B-47C9-9870-DB97BD2C7E44}" srcId="{C45A9D95-5005-4C25-8F48-E6F861455842}" destId="{8D7AAA6B-D587-4C8F-B714-05FB022538EA}" srcOrd="0" destOrd="0" parTransId="{00A748EC-63D0-4014-89FD-17E07B292B7E}" sibTransId="{ACFC8DB4-C366-4BAD-BE49-1D430EC602BC}"/>
    <dgm:cxn modelId="{9C5261E4-DAF0-4372-BB42-5E2B9FBDB330}" srcId="{59F27D0C-4550-41F1-976A-1A8F5DCBA3DE}" destId="{90DC0764-FAD6-494F-8765-54204454CF76}" srcOrd="1" destOrd="0" parTransId="{01FDC1B2-51B8-4490-B501-51EC346BFD12}" sibTransId="{5C17D0F2-9FC3-49A6-B2BE-38D17ED6C1F9}"/>
    <dgm:cxn modelId="{E62EF5EB-48CE-46F6-AEFF-44EC3099FFEA}" srcId="{0CD72EB1-CB5D-4776-A2CE-15CF0388C9D7}" destId="{78EAE50F-CE0B-4A72-9938-4D13AC1614D3}" srcOrd="1" destOrd="0" parTransId="{8CC6F058-60F2-421F-961D-D72483AA2D36}" sibTransId="{9C174BA5-8C86-464E-965D-C1BB737DCC95}"/>
    <dgm:cxn modelId="{EEEB21EE-82B7-4578-86E2-1D99890505D8}" srcId="{B7AAFA84-3D0D-48D2-A623-96DCB3BE2B57}" destId="{7F519B19-D5D7-48EE-9348-A4A2E33667EE}" srcOrd="1" destOrd="0" parTransId="{76FF07C4-3C34-4C46-8B88-5E80B3051929}" sibTransId="{BC914474-B2D5-4488-A08E-7D05D74771E9}"/>
    <dgm:cxn modelId="{5512B6F7-CB28-48D6-9960-BDD528BA3B44}" type="presOf" srcId="{05D05FBC-4E87-4AFC-8284-B7716B2C2CF3}" destId="{1286767F-C191-4B3C-831E-FDCAEB7B732D}" srcOrd="0" destOrd="0" presId="urn:microsoft.com/office/officeart/2011/layout/TabList"/>
    <dgm:cxn modelId="{EF8C4C09-BEAF-4802-B10F-C2038FC9B48B}" type="presParOf" srcId="{36394330-0820-4071-8BD9-5BC31318A6ED}" destId="{50F14149-B9EA-4A66-9369-896C87FB9EC3}" srcOrd="0" destOrd="0" presId="urn:microsoft.com/office/officeart/2011/layout/TabList"/>
    <dgm:cxn modelId="{C4576938-3085-4006-A79C-CD16DA055027}" type="presParOf" srcId="{50F14149-B9EA-4A66-9369-896C87FB9EC3}" destId="{73833B5B-0CD0-4369-BC37-9C7DEB0B12CF}" srcOrd="0" destOrd="0" presId="urn:microsoft.com/office/officeart/2011/layout/TabList"/>
    <dgm:cxn modelId="{BF27BCBB-8F8C-4DAC-93DF-2030D5EDF27E}" type="presParOf" srcId="{50F14149-B9EA-4A66-9369-896C87FB9EC3}" destId="{05545E2D-496E-43DB-95DC-4BF1F9851B35}" srcOrd="1" destOrd="0" presId="urn:microsoft.com/office/officeart/2011/layout/TabList"/>
    <dgm:cxn modelId="{788EC0B1-D0C9-45DF-AE96-8F6F0A502511}" type="presParOf" srcId="{50F14149-B9EA-4A66-9369-896C87FB9EC3}" destId="{DDF113B7-E5C3-4DD3-BDAB-0EC6C14686F2}" srcOrd="2" destOrd="0" presId="urn:microsoft.com/office/officeart/2011/layout/TabList"/>
    <dgm:cxn modelId="{CB77C8F9-002D-4A57-918B-AC6A9D737405}" type="presParOf" srcId="{36394330-0820-4071-8BD9-5BC31318A6ED}" destId="{EB0E50D1-50AB-455A-B602-F0771BEE97CB}" srcOrd="1" destOrd="0" presId="urn:microsoft.com/office/officeart/2011/layout/TabList"/>
    <dgm:cxn modelId="{6E4DCD03-2C81-4AAE-9A3F-9E7457675BDA}" type="presParOf" srcId="{36394330-0820-4071-8BD9-5BC31318A6ED}" destId="{6CF34090-A80A-4D87-8A2F-4956D4078A53}" srcOrd="2" destOrd="0" presId="urn:microsoft.com/office/officeart/2011/layout/TabList"/>
    <dgm:cxn modelId="{BA0A4D3B-58ED-4E55-8BC6-D1F42E53F779}" type="presParOf" srcId="{36394330-0820-4071-8BD9-5BC31318A6ED}" destId="{C8287542-6DB4-4894-9B41-895272673F1D}" srcOrd="3" destOrd="0" presId="urn:microsoft.com/office/officeart/2011/layout/TabList"/>
    <dgm:cxn modelId="{671393D6-5E29-4BD6-A9DB-A032DBDCDEF2}" type="presParOf" srcId="{C8287542-6DB4-4894-9B41-895272673F1D}" destId="{ED629BAE-83C7-4150-B0F7-AE430847B334}" srcOrd="0" destOrd="0" presId="urn:microsoft.com/office/officeart/2011/layout/TabList"/>
    <dgm:cxn modelId="{0D73E8DA-EB03-4E2B-AC85-C575979D17B1}" type="presParOf" srcId="{C8287542-6DB4-4894-9B41-895272673F1D}" destId="{A9B8082B-5474-4522-A302-F4363BC6F7C1}" srcOrd="1" destOrd="0" presId="urn:microsoft.com/office/officeart/2011/layout/TabList"/>
    <dgm:cxn modelId="{75F51781-AF5D-484E-9173-C67999243AB3}" type="presParOf" srcId="{C8287542-6DB4-4894-9B41-895272673F1D}" destId="{C5E0F2B2-9EED-4ED5-9DA5-3BF25922C6BD}" srcOrd="2" destOrd="0" presId="urn:microsoft.com/office/officeart/2011/layout/TabList"/>
    <dgm:cxn modelId="{A9C7F129-530E-47CC-A9EC-7AD094329B2D}" type="presParOf" srcId="{36394330-0820-4071-8BD9-5BC31318A6ED}" destId="{A4ACB16D-59F9-4C74-93EA-94CE3C46B253}" srcOrd="4" destOrd="0" presId="urn:microsoft.com/office/officeart/2011/layout/TabList"/>
    <dgm:cxn modelId="{65D4FB6C-1322-414C-BA5B-E9E68DA3DC87}" type="presParOf" srcId="{36394330-0820-4071-8BD9-5BC31318A6ED}" destId="{7CB852D0-3E45-4B58-9E0A-C4344992CDB0}" srcOrd="5" destOrd="0" presId="urn:microsoft.com/office/officeart/2011/layout/TabList"/>
    <dgm:cxn modelId="{D76A368B-67B2-4371-BCF5-969352746459}" type="presParOf" srcId="{36394330-0820-4071-8BD9-5BC31318A6ED}" destId="{004A0C8E-38E0-4F4C-8ED5-AEF30A53F92C}" srcOrd="6" destOrd="0" presId="urn:microsoft.com/office/officeart/2011/layout/TabList"/>
    <dgm:cxn modelId="{671068FD-045B-4A70-A624-2320F8FA42EF}" type="presParOf" srcId="{004A0C8E-38E0-4F4C-8ED5-AEF30A53F92C}" destId="{9C5F1F24-990D-465F-877F-6C32D24E845A}" srcOrd="0" destOrd="0" presId="urn:microsoft.com/office/officeart/2011/layout/TabList"/>
    <dgm:cxn modelId="{9520E13C-39B4-419F-AED6-94F9C4507286}" type="presParOf" srcId="{004A0C8E-38E0-4F4C-8ED5-AEF30A53F92C}" destId="{719FB3F7-9724-48D0-80FA-CABA86854504}" srcOrd="1" destOrd="0" presId="urn:microsoft.com/office/officeart/2011/layout/TabList"/>
    <dgm:cxn modelId="{A02DFA11-CB9B-42BD-AC9E-80350922279D}" type="presParOf" srcId="{004A0C8E-38E0-4F4C-8ED5-AEF30A53F92C}" destId="{4364F1CC-1EB7-4112-83A5-E548B87E4750}" srcOrd="2" destOrd="0" presId="urn:microsoft.com/office/officeart/2011/layout/TabList"/>
    <dgm:cxn modelId="{7314D6F5-FA39-407C-AFDD-6A2054B64F8B}" type="presParOf" srcId="{36394330-0820-4071-8BD9-5BC31318A6ED}" destId="{F233A418-EB90-41CE-8DF0-D0A2AD4577D7}" srcOrd="7" destOrd="0" presId="urn:microsoft.com/office/officeart/2011/layout/TabList"/>
    <dgm:cxn modelId="{2384D95C-068C-482B-8993-76B6600367DE}" type="presParOf" srcId="{36394330-0820-4071-8BD9-5BC31318A6ED}" destId="{246F075A-E1C3-40F3-82A3-2110C156EF06}" srcOrd="8" destOrd="0" presId="urn:microsoft.com/office/officeart/2011/layout/TabList"/>
    <dgm:cxn modelId="{EAE267AA-6A66-4F4E-B278-CDFD4801FF02}" type="presParOf" srcId="{36394330-0820-4071-8BD9-5BC31318A6ED}" destId="{26CF584A-D2F6-4982-9B15-A9899B83B45D}" srcOrd="9" destOrd="0" presId="urn:microsoft.com/office/officeart/2011/layout/TabList"/>
    <dgm:cxn modelId="{E2BE40BC-517D-4ED4-B426-6A3571C3C2B0}" type="presParOf" srcId="{26CF584A-D2F6-4982-9B15-A9899B83B45D}" destId="{1286767F-C191-4B3C-831E-FDCAEB7B732D}" srcOrd="0" destOrd="0" presId="urn:microsoft.com/office/officeart/2011/layout/TabList"/>
    <dgm:cxn modelId="{4FDF815A-BFE3-4708-8EA8-3E2955220CE9}" type="presParOf" srcId="{26CF584A-D2F6-4982-9B15-A9899B83B45D}" destId="{8DE8D7EA-D466-44D8-81B7-B41FC47A7548}" srcOrd="1" destOrd="0" presId="urn:microsoft.com/office/officeart/2011/layout/TabList"/>
    <dgm:cxn modelId="{11293FD6-595C-4E2D-A2E0-C55EE7554913}" type="presParOf" srcId="{26CF584A-D2F6-4982-9B15-A9899B83B45D}" destId="{3E003822-41DE-400A-AAE3-D1F3F6AED96C}" srcOrd="2" destOrd="0" presId="urn:microsoft.com/office/officeart/2011/layout/TabList"/>
    <dgm:cxn modelId="{9F21387E-2BE7-42BD-8A9A-370686731F6B}" type="presParOf" srcId="{36394330-0820-4071-8BD9-5BC31318A6ED}" destId="{101E2364-9521-4CCE-9A98-4434B4F951F9}" srcOrd="10" destOrd="0" presId="urn:microsoft.com/office/officeart/2011/layout/TabList"/>
    <dgm:cxn modelId="{05839630-6FB6-4216-A056-394B0E430E15}" type="presParOf" srcId="{36394330-0820-4071-8BD9-5BC31318A6ED}" destId="{7FC5E3D8-1070-4EEB-B2DB-0DE80CE64B0D}" srcOrd="11" destOrd="0" presId="urn:microsoft.com/office/officeart/2011/layout/TabList"/>
    <dgm:cxn modelId="{8CA8B517-77D8-4073-92F2-1E3BCA867DB8}" type="presParOf" srcId="{36394330-0820-4071-8BD9-5BC31318A6ED}" destId="{084ED434-F654-4FC9-912C-829DC8A87D9C}" srcOrd="12" destOrd="0" presId="urn:microsoft.com/office/officeart/2011/layout/TabList"/>
    <dgm:cxn modelId="{BAC4446E-2989-40FD-9ECA-37C9711B3EC8}" type="presParOf" srcId="{084ED434-F654-4FC9-912C-829DC8A87D9C}" destId="{FA64F6B2-E9ED-42FD-AF05-5CEC0DDF732E}" srcOrd="0" destOrd="0" presId="urn:microsoft.com/office/officeart/2011/layout/TabList"/>
    <dgm:cxn modelId="{D5C85A4F-06A8-4A84-B24D-EC9B69F310D8}" type="presParOf" srcId="{084ED434-F654-4FC9-912C-829DC8A87D9C}" destId="{8831467A-B132-418B-87E3-A42D915DBC5E}" srcOrd="1" destOrd="0" presId="urn:microsoft.com/office/officeart/2011/layout/TabList"/>
    <dgm:cxn modelId="{E38990BF-AD6F-40D7-BDD3-05209DCE6679}" type="presParOf" srcId="{084ED434-F654-4FC9-912C-829DC8A87D9C}" destId="{54E6E9F7-5DAA-4788-8888-3FC1B0BA539D}" srcOrd="2" destOrd="0" presId="urn:microsoft.com/office/officeart/2011/layout/TabList"/>
    <dgm:cxn modelId="{F8BC3B11-7DBF-48D3-A0C2-90AE9DD5474B}" type="presParOf" srcId="{36394330-0820-4071-8BD9-5BC31318A6ED}" destId="{E0E4606A-B0E5-4F02-9701-FB382BFAF577}" srcOrd="13" destOrd="0" presId="urn:microsoft.com/office/officeart/2011/layout/TabList"/>
    <dgm:cxn modelId="{44677989-9E62-4BB9-90BF-92B34A61092D}" type="presParOf" srcId="{36394330-0820-4071-8BD9-5BC31318A6ED}" destId="{32D4CA22-4D5B-4D6E-9955-ADEE6F071A51}" srcOrd="14" destOrd="0" presId="urn:microsoft.com/office/officeart/2011/layout/TabList"/>
    <dgm:cxn modelId="{06142103-D5AC-49C6-8895-6E97D5A6D047}" type="presParOf" srcId="{36394330-0820-4071-8BD9-5BC31318A6ED}" destId="{F16B2250-BC51-48B8-833C-72CF7565F279}" srcOrd="15" destOrd="0" presId="urn:microsoft.com/office/officeart/2011/layout/TabList"/>
    <dgm:cxn modelId="{0F1B5576-5ACC-41B8-B75D-D70F703D1778}" type="presParOf" srcId="{F16B2250-BC51-48B8-833C-72CF7565F279}" destId="{9AC18BF8-E8B3-4779-8392-EFD11EDD0C5C}" srcOrd="0" destOrd="0" presId="urn:microsoft.com/office/officeart/2011/layout/TabList"/>
    <dgm:cxn modelId="{5631A6BD-09F8-42BF-848E-7261744804E8}" type="presParOf" srcId="{F16B2250-BC51-48B8-833C-72CF7565F279}" destId="{2074A536-D6C1-4A16-B962-3D5811340CC1}" srcOrd="1" destOrd="0" presId="urn:microsoft.com/office/officeart/2011/layout/TabList"/>
    <dgm:cxn modelId="{A095574C-E44F-4C33-8200-D63F294BF507}" type="presParOf" srcId="{F16B2250-BC51-48B8-833C-72CF7565F279}" destId="{EFFD5E40-C742-4218-8BA4-C2B5EF17D60C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6A4440-9236-4C50-AD79-D193BCA5D49F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5DCFFFF-AFA3-4366-8FF6-E2C28EC22B1B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Приказ</a:t>
          </a:r>
        </a:p>
      </dgm:t>
    </dgm:pt>
    <dgm:pt modelId="{153C6844-CADC-4003-8796-FA70BFA6735C}" type="parTrans" cxnId="{5C5C98F5-597A-4D2E-B365-85E615190C3B}">
      <dgm:prSet/>
      <dgm:spPr/>
      <dgm:t>
        <a:bodyPr/>
        <a:lstStyle/>
        <a:p>
          <a:endParaRPr lang="ru-RU"/>
        </a:p>
      </dgm:t>
    </dgm:pt>
    <dgm:pt modelId="{E0729B8C-FD15-42B5-A037-BE79DD996FEA}" type="sibTrans" cxnId="{5C5C98F5-597A-4D2E-B365-85E615190C3B}">
      <dgm:prSet/>
      <dgm:spPr/>
      <dgm:t>
        <a:bodyPr/>
        <a:lstStyle/>
        <a:p>
          <a:endParaRPr lang="ru-RU"/>
        </a:p>
      </dgm:t>
    </dgm:pt>
    <dgm:pt modelId="{E7B643FE-D87D-40E5-91FF-AB1A06FC04FB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Построение</a:t>
          </a:r>
        </a:p>
      </dgm:t>
    </dgm:pt>
    <dgm:pt modelId="{DA651F4F-5304-4D69-9394-0A1F29DFFC15}" type="parTrans" cxnId="{B686DBCB-9A83-40B9-8540-60DBB0B1CE22}">
      <dgm:prSet/>
      <dgm:spPr/>
      <dgm:t>
        <a:bodyPr/>
        <a:lstStyle/>
        <a:p>
          <a:endParaRPr lang="ru-RU"/>
        </a:p>
      </dgm:t>
    </dgm:pt>
    <dgm:pt modelId="{672D9F84-74A9-4BE9-9A24-A8D459DA2E5A}" type="sibTrans" cxnId="{B686DBCB-9A83-40B9-8540-60DBB0B1CE22}">
      <dgm:prSet/>
      <dgm:spPr/>
      <dgm:t>
        <a:bodyPr/>
        <a:lstStyle/>
        <a:p>
          <a:endParaRPr lang="ru-RU"/>
        </a:p>
      </dgm:t>
    </dgm:pt>
    <dgm:pt modelId="{F8899193-5820-45E5-BCFB-0E1BD99F9040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Маневр/Марш</a:t>
          </a:r>
        </a:p>
      </dgm:t>
    </dgm:pt>
    <dgm:pt modelId="{6CCEB2F4-EA00-426F-AF10-4060C439B595}" type="parTrans" cxnId="{B48E6172-6E97-414F-87D5-543055ACB86C}">
      <dgm:prSet/>
      <dgm:spPr/>
      <dgm:t>
        <a:bodyPr/>
        <a:lstStyle/>
        <a:p>
          <a:endParaRPr lang="ru-RU"/>
        </a:p>
      </dgm:t>
    </dgm:pt>
    <dgm:pt modelId="{65EF26F8-7F10-4971-A041-5A91EC40DC12}" type="sibTrans" cxnId="{B48E6172-6E97-414F-87D5-543055ACB86C}">
      <dgm:prSet/>
      <dgm:spPr/>
      <dgm:t>
        <a:bodyPr/>
        <a:lstStyle/>
        <a:p>
          <a:endParaRPr lang="ru-RU"/>
        </a:p>
      </dgm:t>
    </dgm:pt>
    <dgm:pt modelId="{50383E9D-F6C1-4C79-99CC-D33324EADD79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Построение</a:t>
          </a:r>
        </a:p>
      </dgm:t>
    </dgm:pt>
    <dgm:pt modelId="{1EE62EC6-5701-4C57-A490-5B70333D1FCA}" type="parTrans" cxnId="{BF776A4B-0963-4994-AB59-0FE1B44918AB}">
      <dgm:prSet/>
      <dgm:spPr/>
      <dgm:t>
        <a:bodyPr/>
        <a:lstStyle/>
        <a:p>
          <a:endParaRPr lang="ru-RU"/>
        </a:p>
      </dgm:t>
    </dgm:pt>
    <dgm:pt modelId="{9B42B6C4-9438-46DD-BEB3-4B56E774F8E4}" type="sibTrans" cxnId="{BF776A4B-0963-4994-AB59-0FE1B44918AB}">
      <dgm:prSet/>
      <dgm:spPr/>
      <dgm:t>
        <a:bodyPr/>
        <a:lstStyle/>
        <a:p>
          <a:endParaRPr lang="ru-RU"/>
        </a:p>
      </dgm:t>
    </dgm:pt>
    <dgm:pt modelId="{E12CA90E-968C-41FB-A27E-C901D1A6E0B9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Отдых</a:t>
          </a:r>
        </a:p>
      </dgm:t>
    </dgm:pt>
    <dgm:pt modelId="{66FD690F-8E2E-44D0-BDDE-6FF4AFD465BE}" type="parTrans" cxnId="{F7E83882-851D-416C-8E34-2326291F2AE3}">
      <dgm:prSet/>
      <dgm:spPr/>
      <dgm:t>
        <a:bodyPr/>
        <a:lstStyle/>
        <a:p>
          <a:endParaRPr lang="ru-RU"/>
        </a:p>
      </dgm:t>
    </dgm:pt>
    <dgm:pt modelId="{E4BC7D6E-05FD-41A4-A6C5-AAC385CB6B33}" type="sibTrans" cxnId="{F7E83882-851D-416C-8E34-2326291F2AE3}">
      <dgm:prSet/>
      <dgm:spPr/>
      <dgm:t>
        <a:bodyPr/>
        <a:lstStyle/>
        <a:p>
          <a:endParaRPr lang="ru-RU"/>
        </a:p>
      </dgm:t>
    </dgm:pt>
    <dgm:pt modelId="{F5E4B19B-175E-417B-BDEC-CCFF0B3B2D72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Построение для сражения</a:t>
          </a:r>
        </a:p>
      </dgm:t>
    </dgm:pt>
    <dgm:pt modelId="{AFA98DE4-2B99-4B47-8CF8-A3AB18F9CE18}" type="parTrans" cxnId="{5F13F094-0355-4271-8F45-B018F29E8CB2}">
      <dgm:prSet/>
      <dgm:spPr/>
      <dgm:t>
        <a:bodyPr/>
        <a:lstStyle/>
        <a:p>
          <a:endParaRPr lang="ru-RU"/>
        </a:p>
      </dgm:t>
    </dgm:pt>
    <dgm:pt modelId="{DC7C68B5-1748-431F-A6F8-72A33981E8B7}" type="sibTrans" cxnId="{5F13F094-0355-4271-8F45-B018F29E8CB2}">
      <dgm:prSet/>
      <dgm:spPr/>
      <dgm:t>
        <a:bodyPr/>
        <a:lstStyle/>
        <a:p>
          <a:endParaRPr lang="ru-RU"/>
        </a:p>
      </dgm:t>
    </dgm:pt>
    <dgm:pt modelId="{C25AA983-DF39-4EF3-8DF8-1E6B580F1CD7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Маневр/Марш</a:t>
          </a:r>
        </a:p>
      </dgm:t>
    </dgm:pt>
    <dgm:pt modelId="{C59A3B5D-FBC7-477B-9119-F54CE6EC81D0}" type="parTrans" cxnId="{9848482C-1A57-4086-9AF1-E5CB7037638E}">
      <dgm:prSet/>
      <dgm:spPr/>
      <dgm:t>
        <a:bodyPr/>
        <a:lstStyle/>
        <a:p>
          <a:endParaRPr lang="ru-RU"/>
        </a:p>
      </dgm:t>
    </dgm:pt>
    <dgm:pt modelId="{1EB43D17-7DBD-4A03-A2F1-6B964902EBF3}" type="sibTrans" cxnId="{9848482C-1A57-4086-9AF1-E5CB7037638E}">
      <dgm:prSet/>
      <dgm:spPr/>
      <dgm:t>
        <a:bodyPr/>
        <a:lstStyle/>
        <a:p>
          <a:endParaRPr lang="ru-RU"/>
        </a:p>
      </dgm:t>
    </dgm:pt>
    <dgm:pt modelId="{40B6D379-44DE-420A-87A1-9A8A5C39D4C2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Боевой контакт</a:t>
          </a:r>
        </a:p>
      </dgm:t>
    </dgm:pt>
    <dgm:pt modelId="{9938B41A-68FA-482E-8C19-940BDBE019DE}" type="parTrans" cxnId="{316EF2BE-A968-42C3-8FF2-DC261B58E152}">
      <dgm:prSet/>
      <dgm:spPr/>
      <dgm:t>
        <a:bodyPr/>
        <a:lstStyle/>
        <a:p>
          <a:endParaRPr lang="ru-RU"/>
        </a:p>
      </dgm:t>
    </dgm:pt>
    <dgm:pt modelId="{D2DD0875-722D-4A39-A79E-08D8F01A50D9}" type="sibTrans" cxnId="{316EF2BE-A968-42C3-8FF2-DC261B58E152}">
      <dgm:prSet/>
      <dgm:spPr/>
      <dgm:t>
        <a:bodyPr/>
        <a:lstStyle/>
        <a:p>
          <a:endParaRPr lang="ru-RU"/>
        </a:p>
      </dgm:t>
    </dgm:pt>
    <dgm:pt modelId="{BCC7AD32-2F89-4C18-829B-6DACA09FE7D0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Построение для нового маневра.</a:t>
          </a:r>
        </a:p>
      </dgm:t>
    </dgm:pt>
    <dgm:pt modelId="{5D7B47B4-40F6-47A8-A900-4EDFCDB96D35}" type="parTrans" cxnId="{FAE6FB68-567A-4102-8B06-1DB1377092A8}">
      <dgm:prSet/>
      <dgm:spPr/>
      <dgm:t>
        <a:bodyPr/>
        <a:lstStyle/>
        <a:p>
          <a:endParaRPr lang="ru-RU"/>
        </a:p>
      </dgm:t>
    </dgm:pt>
    <dgm:pt modelId="{8C56B521-7DA0-47C9-B021-048DBED0D345}" type="sibTrans" cxnId="{FAE6FB68-567A-4102-8B06-1DB1377092A8}">
      <dgm:prSet/>
      <dgm:spPr/>
      <dgm:t>
        <a:bodyPr/>
        <a:lstStyle/>
        <a:p>
          <a:endParaRPr lang="ru-RU"/>
        </a:p>
      </dgm:t>
    </dgm:pt>
    <dgm:pt modelId="{3666B747-F626-4C60-BDF3-5B8DE7367485}" type="pres">
      <dgm:prSet presAssocID="{1D6A4440-9236-4C50-AD79-D193BCA5D49F}" presName="diagram" presStyleCnt="0">
        <dgm:presLayoutVars>
          <dgm:dir/>
          <dgm:resizeHandles/>
        </dgm:presLayoutVars>
      </dgm:prSet>
      <dgm:spPr/>
    </dgm:pt>
    <dgm:pt modelId="{368A8F06-019C-4744-9473-B559DBAEB47F}" type="pres">
      <dgm:prSet presAssocID="{F5DCFFFF-AFA3-4366-8FF6-E2C28EC22B1B}" presName="firstNode" presStyleLbl="node1" presStyleIdx="0" presStyleCnt="9">
        <dgm:presLayoutVars>
          <dgm:bulletEnabled val="1"/>
        </dgm:presLayoutVars>
      </dgm:prSet>
      <dgm:spPr/>
    </dgm:pt>
    <dgm:pt modelId="{516F82A9-4DEE-4D98-97AE-8ACAC6FC2028}" type="pres">
      <dgm:prSet presAssocID="{E0729B8C-FD15-42B5-A037-BE79DD996FEA}" presName="sibTrans" presStyleLbl="sibTrans2D1" presStyleIdx="0" presStyleCnt="8"/>
      <dgm:spPr/>
    </dgm:pt>
    <dgm:pt modelId="{CE4B6177-0522-45F6-B3D0-498F4C83F226}" type="pres">
      <dgm:prSet presAssocID="{E7B643FE-D87D-40E5-91FF-AB1A06FC04FB}" presName="middleNode" presStyleCnt="0"/>
      <dgm:spPr/>
    </dgm:pt>
    <dgm:pt modelId="{20AACD0F-407D-4359-9DDF-10DD33704052}" type="pres">
      <dgm:prSet presAssocID="{E7B643FE-D87D-40E5-91FF-AB1A06FC04FB}" presName="padding" presStyleLbl="node1" presStyleIdx="0" presStyleCnt="9"/>
      <dgm:spPr/>
    </dgm:pt>
    <dgm:pt modelId="{834F5E2C-A3E4-4F95-B429-7CAA74CAFF2E}" type="pres">
      <dgm:prSet presAssocID="{E7B643FE-D87D-40E5-91FF-AB1A06FC04FB}" presName="shape" presStyleLbl="node1" presStyleIdx="1" presStyleCnt="9" custScaleX="248004" custScaleY="119023">
        <dgm:presLayoutVars>
          <dgm:bulletEnabled val="1"/>
        </dgm:presLayoutVars>
      </dgm:prSet>
      <dgm:spPr/>
    </dgm:pt>
    <dgm:pt modelId="{32D4089A-D143-452A-9EED-354422754D45}" type="pres">
      <dgm:prSet presAssocID="{672D9F84-74A9-4BE9-9A24-A8D459DA2E5A}" presName="sibTrans" presStyleLbl="sibTrans2D1" presStyleIdx="1" presStyleCnt="8"/>
      <dgm:spPr/>
    </dgm:pt>
    <dgm:pt modelId="{C108825D-B57C-4A97-9BB1-962D45A886D6}" type="pres">
      <dgm:prSet presAssocID="{F8899193-5820-45E5-BCFB-0E1BD99F9040}" presName="middleNode" presStyleCnt="0"/>
      <dgm:spPr/>
    </dgm:pt>
    <dgm:pt modelId="{A75ACC6C-79C7-49D7-8606-37A173BCBF14}" type="pres">
      <dgm:prSet presAssocID="{F8899193-5820-45E5-BCFB-0E1BD99F9040}" presName="padding" presStyleLbl="node1" presStyleIdx="1" presStyleCnt="9"/>
      <dgm:spPr/>
    </dgm:pt>
    <dgm:pt modelId="{BA36CC76-5BED-487F-868E-FD724B6129B1}" type="pres">
      <dgm:prSet presAssocID="{F8899193-5820-45E5-BCFB-0E1BD99F9040}" presName="shape" presStyleLbl="node1" presStyleIdx="2" presStyleCnt="9" custScaleX="149042" custScaleY="70486">
        <dgm:presLayoutVars>
          <dgm:bulletEnabled val="1"/>
        </dgm:presLayoutVars>
      </dgm:prSet>
      <dgm:spPr/>
    </dgm:pt>
    <dgm:pt modelId="{AA8F2247-B442-4DDE-8B2B-F6AB191922DB}" type="pres">
      <dgm:prSet presAssocID="{65EF26F8-7F10-4971-A041-5A91EC40DC12}" presName="sibTrans" presStyleLbl="sibTrans2D1" presStyleIdx="2" presStyleCnt="8"/>
      <dgm:spPr/>
    </dgm:pt>
    <dgm:pt modelId="{26C893C2-A0F1-448B-97B1-B3967C1F7211}" type="pres">
      <dgm:prSet presAssocID="{50383E9D-F6C1-4C79-99CC-D33324EADD79}" presName="middleNode" presStyleCnt="0"/>
      <dgm:spPr/>
    </dgm:pt>
    <dgm:pt modelId="{5D87F18D-59FE-4B0C-ABC2-863C0C4928BE}" type="pres">
      <dgm:prSet presAssocID="{50383E9D-F6C1-4C79-99CC-D33324EADD79}" presName="padding" presStyleLbl="node1" presStyleIdx="2" presStyleCnt="9"/>
      <dgm:spPr/>
    </dgm:pt>
    <dgm:pt modelId="{7C663302-382B-408F-8DEC-1A2F0DF4E89B}" type="pres">
      <dgm:prSet presAssocID="{50383E9D-F6C1-4C79-99CC-D33324EADD79}" presName="shape" presStyleLbl="node1" presStyleIdx="3" presStyleCnt="9" custScaleX="213952">
        <dgm:presLayoutVars>
          <dgm:bulletEnabled val="1"/>
        </dgm:presLayoutVars>
      </dgm:prSet>
      <dgm:spPr/>
    </dgm:pt>
    <dgm:pt modelId="{83ABE363-2B6F-436F-9CC3-8CBA3B65B9C0}" type="pres">
      <dgm:prSet presAssocID="{9B42B6C4-9438-46DD-BEB3-4B56E774F8E4}" presName="sibTrans" presStyleLbl="sibTrans2D1" presStyleIdx="3" presStyleCnt="8"/>
      <dgm:spPr/>
    </dgm:pt>
    <dgm:pt modelId="{3742E682-96D0-41C2-8DB1-F08EF91A7451}" type="pres">
      <dgm:prSet presAssocID="{E12CA90E-968C-41FB-A27E-C901D1A6E0B9}" presName="middleNode" presStyleCnt="0"/>
      <dgm:spPr/>
    </dgm:pt>
    <dgm:pt modelId="{3BF89E3C-EFDE-4788-AE3B-BDC6BA7B190B}" type="pres">
      <dgm:prSet presAssocID="{E12CA90E-968C-41FB-A27E-C901D1A6E0B9}" presName="padding" presStyleLbl="node1" presStyleIdx="3" presStyleCnt="9"/>
      <dgm:spPr/>
    </dgm:pt>
    <dgm:pt modelId="{BF32FF7C-9C37-43D6-9B3D-C30EA9189787}" type="pres">
      <dgm:prSet presAssocID="{E12CA90E-968C-41FB-A27E-C901D1A6E0B9}" presName="shape" presStyleLbl="node1" presStyleIdx="4" presStyleCnt="9" custScaleX="206596" custScaleY="99230">
        <dgm:presLayoutVars>
          <dgm:bulletEnabled val="1"/>
        </dgm:presLayoutVars>
      </dgm:prSet>
      <dgm:spPr/>
    </dgm:pt>
    <dgm:pt modelId="{8EA7D483-866A-4D03-B877-C2C2EDB57E3B}" type="pres">
      <dgm:prSet presAssocID="{E4BC7D6E-05FD-41A4-A6C5-AAC385CB6B33}" presName="sibTrans" presStyleLbl="sibTrans2D1" presStyleIdx="4" presStyleCnt="8"/>
      <dgm:spPr/>
    </dgm:pt>
    <dgm:pt modelId="{4829976B-E9EE-4E10-B290-DEAFD809E112}" type="pres">
      <dgm:prSet presAssocID="{F5E4B19B-175E-417B-BDEC-CCFF0B3B2D72}" presName="middleNode" presStyleCnt="0"/>
      <dgm:spPr/>
    </dgm:pt>
    <dgm:pt modelId="{62A87166-2729-4E4E-89CA-3CD673820C16}" type="pres">
      <dgm:prSet presAssocID="{F5E4B19B-175E-417B-BDEC-CCFF0B3B2D72}" presName="padding" presStyleLbl="node1" presStyleIdx="4" presStyleCnt="9"/>
      <dgm:spPr/>
    </dgm:pt>
    <dgm:pt modelId="{F7530A62-7222-434B-9C3A-5D462BEAA45F}" type="pres">
      <dgm:prSet presAssocID="{F5E4B19B-175E-417B-BDEC-CCFF0B3B2D72}" presName="shape" presStyleLbl="node1" presStyleIdx="5" presStyleCnt="9" custScaleX="174723" custScaleY="153200">
        <dgm:presLayoutVars>
          <dgm:bulletEnabled val="1"/>
        </dgm:presLayoutVars>
      </dgm:prSet>
      <dgm:spPr/>
    </dgm:pt>
    <dgm:pt modelId="{7D5C43CE-8730-4B0E-BB1F-19AFE0CCE159}" type="pres">
      <dgm:prSet presAssocID="{DC7C68B5-1748-431F-A6F8-72A33981E8B7}" presName="sibTrans" presStyleLbl="sibTrans2D1" presStyleIdx="5" presStyleCnt="8"/>
      <dgm:spPr/>
    </dgm:pt>
    <dgm:pt modelId="{409D774E-1739-4115-A3B3-C2B3FAE5F3E1}" type="pres">
      <dgm:prSet presAssocID="{C25AA983-DF39-4EF3-8DF8-1E6B580F1CD7}" presName="middleNode" presStyleCnt="0"/>
      <dgm:spPr/>
    </dgm:pt>
    <dgm:pt modelId="{4E9C4CED-5BF6-404C-AE64-695B05724BC9}" type="pres">
      <dgm:prSet presAssocID="{C25AA983-DF39-4EF3-8DF8-1E6B580F1CD7}" presName="padding" presStyleLbl="node1" presStyleIdx="5" presStyleCnt="9"/>
      <dgm:spPr/>
    </dgm:pt>
    <dgm:pt modelId="{30E332D7-2F84-483F-AD72-AC8769142A57}" type="pres">
      <dgm:prSet presAssocID="{C25AA983-DF39-4EF3-8DF8-1E6B580F1CD7}" presName="shape" presStyleLbl="node1" presStyleIdx="6" presStyleCnt="9" custScaleX="130757" custScaleY="118852">
        <dgm:presLayoutVars>
          <dgm:bulletEnabled val="1"/>
        </dgm:presLayoutVars>
      </dgm:prSet>
      <dgm:spPr/>
    </dgm:pt>
    <dgm:pt modelId="{84967CA6-5BC1-4224-ABAD-9E4BAF12321F}" type="pres">
      <dgm:prSet presAssocID="{1EB43D17-7DBD-4A03-A2F1-6B964902EBF3}" presName="sibTrans" presStyleLbl="sibTrans2D1" presStyleIdx="6" presStyleCnt="8"/>
      <dgm:spPr/>
    </dgm:pt>
    <dgm:pt modelId="{26F8EB97-77AA-49E2-A6EB-6D6AE26CC7DA}" type="pres">
      <dgm:prSet presAssocID="{40B6D379-44DE-420A-87A1-9A8A5C39D4C2}" presName="middleNode" presStyleCnt="0"/>
      <dgm:spPr/>
    </dgm:pt>
    <dgm:pt modelId="{1A801FB6-6094-49EF-8726-D21617BD2979}" type="pres">
      <dgm:prSet presAssocID="{40B6D379-44DE-420A-87A1-9A8A5C39D4C2}" presName="padding" presStyleLbl="node1" presStyleIdx="6" presStyleCnt="9"/>
      <dgm:spPr/>
    </dgm:pt>
    <dgm:pt modelId="{9D3285C0-C9B0-4854-B38A-6A40C9FB256B}" type="pres">
      <dgm:prSet presAssocID="{40B6D379-44DE-420A-87A1-9A8A5C39D4C2}" presName="shape" presStyleLbl="node1" presStyleIdx="7" presStyleCnt="9" custScaleX="166664" custScaleY="126981">
        <dgm:presLayoutVars>
          <dgm:bulletEnabled val="1"/>
        </dgm:presLayoutVars>
      </dgm:prSet>
      <dgm:spPr/>
    </dgm:pt>
    <dgm:pt modelId="{ECACD3EB-3954-4FC7-A710-6D4E27F5DAEA}" type="pres">
      <dgm:prSet presAssocID="{D2DD0875-722D-4A39-A79E-08D8F01A50D9}" presName="sibTrans" presStyleLbl="sibTrans2D1" presStyleIdx="7" presStyleCnt="8"/>
      <dgm:spPr/>
    </dgm:pt>
    <dgm:pt modelId="{A5937FD2-2132-40D9-97AC-C60987666B8B}" type="pres">
      <dgm:prSet presAssocID="{BCC7AD32-2F89-4C18-829B-6DACA09FE7D0}" presName="lastNode" presStyleLbl="node1" presStyleIdx="8" presStyleCnt="9" custScaleX="123139" custScaleY="101480">
        <dgm:presLayoutVars>
          <dgm:bulletEnabled val="1"/>
        </dgm:presLayoutVars>
      </dgm:prSet>
      <dgm:spPr/>
    </dgm:pt>
  </dgm:ptLst>
  <dgm:cxnLst>
    <dgm:cxn modelId="{206A6E0F-346F-4E1C-A4BF-949212388A51}" type="presOf" srcId="{E12CA90E-968C-41FB-A27E-C901D1A6E0B9}" destId="{BF32FF7C-9C37-43D6-9B3D-C30EA9189787}" srcOrd="0" destOrd="0" presId="urn:microsoft.com/office/officeart/2005/8/layout/bProcess2"/>
    <dgm:cxn modelId="{D7442724-38D4-4344-B382-EC078441E504}" type="presOf" srcId="{65EF26F8-7F10-4971-A041-5A91EC40DC12}" destId="{AA8F2247-B442-4DDE-8B2B-F6AB191922DB}" srcOrd="0" destOrd="0" presId="urn:microsoft.com/office/officeart/2005/8/layout/bProcess2"/>
    <dgm:cxn modelId="{9848482C-1A57-4086-9AF1-E5CB7037638E}" srcId="{1D6A4440-9236-4C50-AD79-D193BCA5D49F}" destId="{C25AA983-DF39-4EF3-8DF8-1E6B580F1CD7}" srcOrd="6" destOrd="0" parTransId="{C59A3B5D-FBC7-477B-9119-F54CE6EC81D0}" sibTransId="{1EB43D17-7DBD-4A03-A2F1-6B964902EBF3}"/>
    <dgm:cxn modelId="{A5D7282F-5DB3-43FF-B37E-A054C9ECE441}" type="presOf" srcId="{50383E9D-F6C1-4C79-99CC-D33324EADD79}" destId="{7C663302-382B-408F-8DEC-1A2F0DF4E89B}" srcOrd="0" destOrd="0" presId="urn:microsoft.com/office/officeart/2005/8/layout/bProcess2"/>
    <dgm:cxn modelId="{D6535238-6A2A-4150-BA9C-E60127B65C1E}" type="presOf" srcId="{E7B643FE-D87D-40E5-91FF-AB1A06FC04FB}" destId="{834F5E2C-A3E4-4F95-B429-7CAA74CAFF2E}" srcOrd="0" destOrd="0" presId="urn:microsoft.com/office/officeart/2005/8/layout/bProcess2"/>
    <dgm:cxn modelId="{880E2F64-85E7-4846-B162-D1118E21098C}" type="presOf" srcId="{F5DCFFFF-AFA3-4366-8FF6-E2C28EC22B1B}" destId="{368A8F06-019C-4744-9473-B559DBAEB47F}" srcOrd="0" destOrd="0" presId="urn:microsoft.com/office/officeart/2005/8/layout/bProcess2"/>
    <dgm:cxn modelId="{FAE6FB68-567A-4102-8B06-1DB1377092A8}" srcId="{1D6A4440-9236-4C50-AD79-D193BCA5D49F}" destId="{BCC7AD32-2F89-4C18-829B-6DACA09FE7D0}" srcOrd="8" destOrd="0" parTransId="{5D7B47B4-40F6-47A8-A900-4EDFCDB96D35}" sibTransId="{8C56B521-7DA0-47C9-B021-048DBED0D345}"/>
    <dgm:cxn modelId="{FA7C0B4B-CD01-46C5-9A7D-9D563E373A04}" type="presOf" srcId="{BCC7AD32-2F89-4C18-829B-6DACA09FE7D0}" destId="{A5937FD2-2132-40D9-97AC-C60987666B8B}" srcOrd="0" destOrd="0" presId="urn:microsoft.com/office/officeart/2005/8/layout/bProcess2"/>
    <dgm:cxn modelId="{BF776A4B-0963-4994-AB59-0FE1B44918AB}" srcId="{1D6A4440-9236-4C50-AD79-D193BCA5D49F}" destId="{50383E9D-F6C1-4C79-99CC-D33324EADD79}" srcOrd="3" destOrd="0" parTransId="{1EE62EC6-5701-4C57-A490-5B70333D1FCA}" sibTransId="{9B42B6C4-9438-46DD-BEB3-4B56E774F8E4}"/>
    <dgm:cxn modelId="{B48E6172-6E97-414F-87D5-543055ACB86C}" srcId="{1D6A4440-9236-4C50-AD79-D193BCA5D49F}" destId="{F8899193-5820-45E5-BCFB-0E1BD99F9040}" srcOrd="2" destOrd="0" parTransId="{6CCEB2F4-EA00-426F-AF10-4060C439B595}" sibTransId="{65EF26F8-7F10-4971-A041-5A91EC40DC12}"/>
    <dgm:cxn modelId="{F7E83882-851D-416C-8E34-2326291F2AE3}" srcId="{1D6A4440-9236-4C50-AD79-D193BCA5D49F}" destId="{E12CA90E-968C-41FB-A27E-C901D1A6E0B9}" srcOrd="4" destOrd="0" parTransId="{66FD690F-8E2E-44D0-BDDE-6FF4AFD465BE}" sibTransId="{E4BC7D6E-05FD-41A4-A6C5-AAC385CB6B33}"/>
    <dgm:cxn modelId="{34E66586-1D5E-49FD-90B7-AEDBFB7B6E88}" type="presOf" srcId="{C25AA983-DF39-4EF3-8DF8-1E6B580F1CD7}" destId="{30E332D7-2F84-483F-AD72-AC8769142A57}" srcOrd="0" destOrd="0" presId="urn:microsoft.com/office/officeart/2005/8/layout/bProcess2"/>
    <dgm:cxn modelId="{CD4B2291-0B13-42E9-B3D6-12A46B56EE21}" type="presOf" srcId="{F5E4B19B-175E-417B-BDEC-CCFF0B3B2D72}" destId="{F7530A62-7222-434B-9C3A-5D462BEAA45F}" srcOrd="0" destOrd="0" presId="urn:microsoft.com/office/officeart/2005/8/layout/bProcess2"/>
    <dgm:cxn modelId="{5F13F094-0355-4271-8F45-B018F29E8CB2}" srcId="{1D6A4440-9236-4C50-AD79-D193BCA5D49F}" destId="{F5E4B19B-175E-417B-BDEC-CCFF0B3B2D72}" srcOrd="5" destOrd="0" parTransId="{AFA98DE4-2B99-4B47-8CF8-A3AB18F9CE18}" sibTransId="{DC7C68B5-1748-431F-A6F8-72A33981E8B7}"/>
    <dgm:cxn modelId="{914C4DA0-1A48-4048-B7A5-41233BB9456E}" type="presOf" srcId="{E4BC7D6E-05FD-41A4-A6C5-AAC385CB6B33}" destId="{8EA7D483-866A-4D03-B877-C2C2EDB57E3B}" srcOrd="0" destOrd="0" presId="urn:microsoft.com/office/officeart/2005/8/layout/bProcess2"/>
    <dgm:cxn modelId="{C8ACD4A0-52F4-4DA6-A0C8-8973CF700EBC}" type="presOf" srcId="{D2DD0875-722D-4A39-A79E-08D8F01A50D9}" destId="{ECACD3EB-3954-4FC7-A710-6D4E27F5DAEA}" srcOrd="0" destOrd="0" presId="urn:microsoft.com/office/officeart/2005/8/layout/bProcess2"/>
    <dgm:cxn modelId="{D843D9AB-9997-4430-A9D2-FFB146F280FB}" type="presOf" srcId="{1EB43D17-7DBD-4A03-A2F1-6B964902EBF3}" destId="{84967CA6-5BC1-4224-ABAD-9E4BAF12321F}" srcOrd="0" destOrd="0" presId="urn:microsoft.com/office/officeart/2005/8/layout/bProcess2"/>
    <dgm:cxn modelId="{6DE35BBA-7389-44C7-84C6-B935A211C3EE}" type="presOf" srcId="{1D6A4440-9236-4C50-AD79-D193BCA5D49F}" destId="{3666B747-F626-4C60-BDF3-5B8DE7367485}" srcOrd="0" destOrd="0" presId="urn:microsoft.com/office/officeart/2005/8/layout/bProcess2"/>
    <dgm:cxn modelId="{1D8946BA-63A3-4323-9A9C-447334B29F0F}" type="presOf" srcId="{DC7C68B5-1748-431F-A6F8-72A33981E8B7}" destId="{7D5C43CE-8730-4B0E-BB1F-19AFE0CCE159}" srcOrd="0" destOrd="0" presId="urn:microsoft.com/office/officeart/2005/8/layout/bProcess2"/>
    <dgm:cxn modelId="{316EF2BE-A968-42C3-8FF2-DC261B58E152}" srcId="{1D6A4440-9236-4C50-AD79-D193BCA5D49F}" destId="{40B6D379-44DE-420A-87A1-9A8A5C39D4C2}" srcOrd="7" destOrd="0" parTransId="{9938B41A-68FA-482E-8C19-940BDBE019DE}" sibTransId="{D2DD0875-722D-4A39-A79E-08D8F01A50D9}"/>
    <dgm:cxn modelId="{9DF25DC1-D855-4E9B-9871-A5D4512BA1C1}" type="presOf" srcId="{E0729B8C-FD15-42B5-A037-BE79DD996FEA}" destId="{516F82A9-4DEE-4D98-97AE-8ACAC6FC2028}" srcOrd="0" destOrd="0" presId="urn:microsoft.com/office/officeart/2005/8/layout/bProcess2"/>
    <dgm:cxn modelId="{B686DBCB-9A83-40B9-8540-60DBB0B1CE22}" srcId="{1D6A4440-9236-4C50-AD79-D193BCA5D49F}" destId="{E7B643FE-D87D-40E5-91FF-AB1A06FC04FB}" srcOrd="1" destOrd="0" parTransId="{DA651F4F-5304-4D69-9394-0A1F29DFFC15}" sibTransId="{672D9F84-74A9-4BE9-9A24-A8D459DA2E5A}"/>
    <dgm:cxn modelId="{BD3FD0D4-09A9-4FB4-A0A5-2C3B795F744A}" type="presOf" srcId="{40B6D379-44DE-420A-87A1-9A8A5C39D4C2}" destId="{9D3285C0-C9B0-4854-B38A-6A40C9FB256B}" srcOrd="0" destOrd="0" presId="urn:microsoft.com/office/officeart/2005/8/layout/bProcess2"/>
    <dgm:cxn modelId="{39F766DB-D873-4123-ADDC-896F0C2C09FD}" type="presOf" srcId="{F8899193-5820-45E5-BCFB-0E1BD99F9040}" destId="{BA36CC76-5BED-487F-868E-FD724B6129B1}" srcOrd="0" destOrd="0" presId="urn:microsoft.com/office/officeart/2005/8/layout/bProcess2"/>
    <dgm:cxn modelId="{1EF99CE1-CCC1-4370-8BEE-2FB4E722A7C0}" type="presOf" srcId="{672D9F84-74A9-4BE9-9A24-A8D459DA2E5A}" destId="{32D4089A-D143-452A-9EED-354422754D45}" srcOrd="0" destOrd="0" presId="urn:microsoft.com/office/officeart/2005/8/layout/bProcess2"/>
    <dgm:cxn modelId="{5C5C98F5-597A-4D2E-B365-85E615190C3B}" srcId="{1D6A4440-9236-4C50-AD79-D193BCA5D49F}" destId="{F5DCFFFF-AFA3-4366-8FF6-E2C28EC22B1B}" srcOrd="0" destOrd="0" parTransId="{153C6844-CADC-4003-8796-FA70BFA6735C}" sibTransId="{E0729B8C-FD15-42B5-A037-BE79DD996FEA}"/>
    <dgm:cxn modelId="{2728D6F6-38FF-4E7F-B237-212F3B852B62}" type="presOf" srcId="{9B42B6C4-9438-46DD-BEB3-4B56E774F8E4}" destId="{83ABE363-2B6F-436F-9CC3-8CBA3B65B9C0}" srcOrd="0" destOrd="0" presId="urn:microsoft.com/office/officeart/2005/8/layout/bProcess2"/>
    <dgm:cxn modelId="{5C10DC1B-D1AC-4785-9F3D-0B46D5012F75}" type="presParOf" srcId="{3666B747-F626-4C60-BDF3-5B8DE7367485}" destId="{368A8F06-019C-4744-9473-B559DBAEB47F}" srcOrd="0" destOrd="0" presId="urn:microsoft.com/office/officeart/2005/8/layout/bProcess2"/>
    <dgm:cxn modelId="{C674A7C5-D8AF-45B1-82B7-210D763E46F2}" type="presParOf" srcId="{3666B747-F626-4C60-BDF3-5B8DE7367485}" destId="{516F82A9-4DEE-4D98-97AE-8ACAC6FC2028}" srcOrd="1" destOrd="0" presId="urn:microsoft.com/office/officeart/2005/8/layout/bProcess2"/>
    <dgm:cxn modelId="{A87E59F4-9DA6-4A12-80F9-50D68D02A045}" type="presParOf" srcId="{3666B747-F626-4C60-BDF3-5B8DE7367485}" destId="{CE4B6177-0522-45F6-B3D0-498F4C83F226}" srcOrd="2" destOrd="0" presId="urn:microsoft.com/office/officeart/2005/8/layout/bProcess2"/>
    <dgm:cxn modelId="{9FCD4489-396B-4E04-860A-6B2FA9918056}" type="presParOf" srcId="{CE4B6177-0522-45F6-B3D0-498F4C83F226}" destId="{20AACD0F-407D-4359-9DDF-10DD33704052}" srcOrd="0" destOrd="0" presId="urn:microsoft.com/office/officeart/2005/8/layout/bProcess2"/>
    <dgm:cxn modelId="{4CF88C92-19DD-4366-8E1F-5DD08FBF1536}" type="presParOf" srcId="{CE4B6177-0522-45F6-B3D0-498F4C83F226}" destId="{834F5E2C-A3E4-4F95-B429-7CAA74CAFF2E}" srcOrd="1" destOrd="0" presId="urn:microsoft.com/office/officeart/2005/8/layout/bProcess2"/>
    <dgm:cxn modelId="{A01A0FC3-DAB7-4430-9560-59E2E8026A58}" type="presParOf" srcId="{3666B747-F626-4C60-BDF3-5B8DE7367485}" destId="{32D4089A-D143-452A-9EED-354422754D45}" srcOrd="3" destOrd="0" presId="urn:microsoft.com/office/officeart/2005/8/layout/bProcess2"/>
    <dgm:cxn modelId="{99DF5265-9DA6-4F93-A906-04FA878C2A19}" type="presParOf" srcId="{3666B747-F626-4C60-BDF3-5B8DE7367485}" destId="{C108825D-B57C-4A97-9BB1-962D45A886D6}" srcOrd="4" destOrd="0" presId="urn:microsoft.com/office/officeart/2005/8/layout/bProcess2"/>
    <dgm:cxn modelId="{AC2FA69E-3FE0-41F6-A1E5-2F9E2B342E99}" type="presParOf" srcId="{C108825D-B57C-4A97-9BB1-962D45A886D6}" destId="{A75ACC6C-79C7-49D7-8606-37A173BCBF14}" srcOrd="0" destOrd="0" presId="urn:microsoft.com/office/officeart/2005/8/layout/bProcess2"/>
    <dgm:cxn modelId="{14E30CB2-4236-4D04-92CF-E4A6EAF772BD}" type="presParOf" srcId="{C108825D-B57C-4A97-9BB1-962D45A886D6}" destId="{BA36CC76-5BED-487F-868E-FD724B6129B1}" srcOrd="1" destOrd="0" presId="urn:microsoft.com/office/officeart/2005/8/layout/bProcess2"/>
    <dgm:cxn modelId="{EC0A12D0-362E-494D-879C-DA4E343F3C3B}" type="presParOf" srcId="{3666B747-F626-4C60-BDF3-5B8DE7367485}" destId="{AA8F2247-B442-4DDE-8B2B-F6AB191922DB}" srcOrd="5" destOrd="0" presId="urn:microsoft.com/office/officeart/2005/8/layout/bProcess2"/>
    <dgm:cxn modelId="{C6BED06D-668B-4CF0-A2AF-37C6F9C8CF67}" type="presParOf" srcId="{3666B747-F626-4C60-BDF3-5B8DE7367485}" destId="{26C893C2-A0F1-448B-97B1-B3967C1F7211}" srcOrd="6" destOrd="0" presId="urn:microsoft.com/office/officeart/2005/8/layout/bProcess2"/>
    <dgm:cxn modelId="{405FC8BC-D755-41AA-BEDB-F712BDBEAFDF}" type="presParOf" srcId="{26C893C2-A0F1-448B-97B1-B3967C1F7211}" destId="{5D87F18D-59FE-4B0C-ABC2-863C0C4928BE}" srcOrd="0" destOrd="0" presId="urn:microsoft.com/office/officeart/2005/8/layout/bProcess2"/>
    <dgm:cxn modelId="{7168D459-6962-4984-891D-4F4EFE1062B1}" type="presParOf" srcId="{26C893C2-A0F1-448B-97B1-B3967C1F7211}" destId="{7C663302-382B-408F-8DEC-1A2F0DF4E89B}" srcOrd="1" destOrd="0" presId="urn:microsoft.com/office/officeart/2005/8/layout/bProcess2"/>
    <dgm:cxn modelId="{9711DCEB-5848-4EAC-A741-5E09FE7FE865}" type="presParOf" srcId="{3666B747-F626-4C60-BDF3-5B8DE7367485}" destId="{83ABE363-2B6F-436F-9CC3-8CBA3B65B9C0}" srcOrd="7" destOrd="0" presId="urn:microsoft.com/office/officeart/2005/8/layout/bProcess2"/>
    <dgm:cxn modelId="{61132886-675E-4F9F-B710-9A74C90BEEE0}" type="presParOf" srcId="{3666B747-F626-4C60-BDF3-5B8DE7367485}" destId="{3742E682-96D0-41C2-8DB1-F08EF91A7451}" srcOrd="8" destOrd="0" presId="urn:microsoft.com/office/officeart/2005/8/layout/bProcess2"/>
    <dgm:cxn modelId="{1C781324-B3BE-4AB2-8D25-0C9A84D0F362}" type="presParOf" srcId="{3742E682-96D0-41C2-8DB1-F08EF91A7451}" destId="{3BF89E3C-EFDE-4788-AE3B-BDC6BA7B190B}" srcOrd="0" destOrd="0" presId="urn:microsoft.com/office/officeart/2005/8/layout/bProcess2"/>
    <dgm:cxn modelId="{4426FAF5-DBF1-4C4C-A895-A35008D98A79}" type="presParOf" srcId="{3742E682-96D0-41C2-8DB1-F08EF91A7451}" destId="{BF32FF7C-9C37-43D6-9B3D-C30EA9189787}" srcOrd="1" destOrd="0" presId="urn:microsoft.com/office/officeart/2005/8/layout/bProcess2"/>
    <dgm:cxn modelId="{7B49685F-2C0E-454A-86F9-D16205DEA4AA}" type="presParOf" srcId="{3666B747-F626-4C60-BDF3-5B8DE7367485}" destId="{8EA7D483-866A-4D03-B877-C2C2EDB57E3B}" srcOrd="9" destOrd="0" presId="urn:microsoft.com/office/officeart/2005/8/layout/bProcess2"/>
    <dgm:cxn modelId="{59C32AAF-CBFA-4A2D-ABAC-6EA0F14ABCAB}" type="presParOf" srcId="{3666B747-F626-4C60-BDF3-5B8DE7367485}" destId="{4829976B-E9EE-4E10-B290-DEAFD809E112}" srcOrd="10" destOrd="0" presId="urn:microsoft.com/office/officeart/2005/8/layout/bProcess2"/>
    <dgm:cxn modelId="{857D06D7-B2A6-4B97-B8B2-EDDF12F71AA4}" type="presParOf" srcId="{4829976B-E9EE-4E10-B290-DEAFD809E112}" destId="{62A87166-2729-4E4E-89CA-3CD673820C16}" srcOrd="0" destOrd="0" presId="urn:microsoft.com/office/officeart/2005/8/layout/bProcess2"/>
    <dgm:cxn modelId="{1878D876-EC97-4E01-BFD1-2A2FF11DD24F}" type="presParOf" srcId="{4829976B-E9EE-4E10-B290-DEAFD809E112}" destId="{F7530A62-7222-434B-9C3A-5D462BEAA45F}" srcOrd="1" destOrd="0" presId="urn:microsoft.com/office/officeart/2005/8/layout/bProcess2"/>
    <dgm:cxn modelId="{EFAD5550-039B-4CF5-A22B-9560DCE73ADF}" type="presParOf" srcId="{3666B747-F626-4C60-BDF3-5B8DE7367485}" destId="{7D5C43CE-8730-4B0E-BB1F-19AFE0CCE159}" srcOrd="11" destOrd="0" presId="urn:microsoft.com/office/officeart/2005/8/layout/bProcess2"/>
    <dgm:cxn modelId="{3E706AE5-2953-4F9C-A7E3-42E1D5028172}" type="presParOf" srcId="{3666B747-F626-4C60-BDF3-5B8DE7367485}" destId="{409D774E-1739-4115-A3B3-C2B3FAE5F3E1}" srcOrd="12" destOrd="0" presId="urn:microsoft.com/office/officeart/2005/8/layout/bProcess2"/>
    <dgm:cxn modelId="{D38EFA85-85B6-47F9-83D8-72614742F578}" type="presParOf" srcId="{409D774E-1739-4115-A3B3-C2B3FAE5F3E1}" destId="{4E9C4CED-5BF6-404C-AE64-695B05724BC9}" srcOrd="0" destOrd="0" presId="urn:microsoft.com/office/officeart/2005/8/layout/bProcess2"/>
    <dgm:cxn modelId="{550FC159-FD9C-45D4-99FE-9BBF22AA04CD}" type="presParOf" srcId="{409D774E-1739-4115-A3B3-C2B3FAE5F3E1}" destId="{30E332D7-2F84-483F-AD72-AC8769142A57}" srcOrd="1" destOrd="0" presId="urn:microsoft.com/office/officeart/2005/8/layout/bProcess2"/>
    <dgm:cxn modelId="{1704F6DF-AF41-4457-B2AF-2337D42210FC}" type="presParOf" srcId="{3666B747-F626-4C60-BDF3-5B8DE7367485}" destId="{84967CA6-5BC1-4224-ABAD-9E4BAF12321F}" srcOrd="13" destOrd="0" presId="urn:microsoft.com/office/officeart/2005/8/layout/bProcess2"/>
    <dgm:cxn modelId="{4D7F070B-A2A0-4B05-A557-AB0359C1999E}" type="presParOf" srcId="{3666B747-F626-4C60-BDF3-5B8DE7367485}" destId="{26F8EB97-77AA-49E2-A6EB-6D6AE26CC7DA}" srcOrd="14" destOrd="0" presId="urn:microsoft.com/office/officeart/2005/8/layout/bProcess2"/>
    <dgm:cxn modelId="{42FFF0D5-C898-4F14-B901-20D454445243}" type="presParOf" srcId="{26F8EB97-77AA-49E2-A6EB-6D6AE26CC7DA}" destId="{1A801FB6-6094-49EF-8726-D21617BD2979}" srcOrd="0" destOrd="0" presId="urn:microsoft.com/office/officeart/2005/8/layout/bProcess2"/>
    <dgm:cxn modelId="{5306F957-52A4-4B40-AE45-4ECB96454A40}" type="presParOf" srcId="{26F8EB97-77AA-49E2-A6EB-6D6AE26CC7DA}" destId="{9D3285C0-C9B0-4854-B38A-6A40C9FB256B}" srcOrd="1" destOrd="0" presId="urn:microsoft.com/office/officeart/2005/8/layout/bProcess2"/>
    <dgm:cxn modelId="{116DA97C-3D4F-456C-A9D3-134499E11D03}" type="presParOf" srcId="{3666B747-F626-4C60-BDF3-5B8DE7367485}" destId="{ECACD3EB-3954-4FC7-A710-6D4E27F5DAEA}" srcOrd="15" destOrd="0" presId="urn:microsoft.com/office/officeart/2005/8/layout/bProcess2"/>
    <dgm:cxn modelId="{2337D53D-1191-43B2-8D8B-5EEC3D3C5FD5}" type="presParOf" srcId="{3666B747-F626-4C60-BDF3-5B8DE7367485}" destId="{A5937FD2-2132-40D9-97AC-C60987666B8B}" srcOrd="16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14E58A-60EE-448C-940A-2D8FB14F5F3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D69C1140-199C-41CB-A63F-ACE646B5172B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Приказ</a:t>
          </a:r>
        </a:p>
      </dgm:t>
    </dgm:pt>
    <dgm:pt modelId="{09C35DDC-D9AA-409A-BE06-F037497B3683}" type="parTrans" cxnId="{9A04295D-4009-437E-877B-ED88BE4021F8}">
      <dgm:prSet/>
      <dgm:spPr/>
      <dgm:t>
        <a:bodyPr/>
        <a:lstStyle/>
        <a:p>
          <a:endParaRPr lang="ru-RU"/>
        </a:p>
      </dgm:t>
    </dgm:pt>
    <dgm:pt modelId="{7A7F5C26-1071-4984-B6BA-E9C94DA49CE9}" type="sibTrans" cxnId="{9A04295D-4009-437E-877B-ED88BE4021F8}">
      <dgm:prSet/>
      <dgm:spPr/>
      <dgm:t>
        <a:bodyPr/>
        <a:lstStyle/>
        <a:p>
          <a:endParaRPr lang="ru-RU"/>
        </a:p>
      </dgm:t>
    </dgm:pt>
    <dgm:pt modelId="{F075DD00-6D97-431A-BC0C-2C4F47AA0D95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Построение</a:t>
          </a:r>
        </a:p>
      </dgm:t>
    </dgm:pt>
    <dgm:pt modelId="{7FD1DFA4-4C1E-42BE-AD76-0FC7F83D28FF}" type="parTrans" cxnId="{D390B0C3-C485-4FD6-BC5A-13C4346A018B}">
      <dgm:prSet/>
      <dgm:spPr/>
      <dgm:t>
        <a:bodyPr/>
        <a:lstStyle/>
        <a:p>
          <a:endParaRPr lang="ru-RU"/>
        </a:p>
      </dgm:t>
    </dgm:pt>
    <dgm:pt modelId="{C52828C8-ED79-421C-91DA-AE235BE54DE8}" type="sibTrans" cxnId="{D390B0C3-C485-4FD6-BC5A-13C4346A018B}">
      <dgm:prSet/>
      <dgm:spPr/>
      <dgm:t>
        <a:bodyPr/>
        <a:lstStyle/>
        <a:p>
          <a:endParaRPr lang="ru-RU"/>
        </a:p>
      </dgm:t>
    </dgm:pt>
    <dgm:pt modelId="{230A57A3-CADA-4DBD-9E0B-496F173E4444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Марш</a:t>
          </a:r>
        </a:p>
      </dgm:t>
    </dgm:pt>
    <dgm:pt modelId="{73B87B7A-1A99-4526-BB38-64D16E6F608E}" type="parTrans" cxnId="{5F5DF421-FC90-48B8-A7AE-A23F6A9ABB15}">
      <dgm:prSet/>
      <dgm:spPr/>
      <dgm:t>
        <a:bodyPr/>
        <a:lstStyle/>
        <a:p>
          <a:endParaRPr lang="ru-RU"/>
        </a:p>
      </dgm:t>
    </dgm:pt>
    <dgm:pt modelId="{86DB2EF4-8451-4DDE-810F-A1244834CF76}" type="sibTrans" cxnId="{5F5DF421-FC90-48B8-A7AE-A23F6A9ABB15}">
      <dgm:prSet/>
      <dgm:spPr/>
      <dgm:t>
        <a:bodyPr/>
        <a:lstStyle/>
        <a:p>
          <a:endParaRPr lang="ru-RU"/>
        </a:p>
      </dgm:t>
    </dgm:pt>
    <dgm:pt modelId="{5AD870AE-7125-4D43-8572-40B6ADD7C499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Перестроение</a:t>
          </a:r>
        </a:p>
      </dgm:t>
    </dgm:pt>
    <dgm:pt modelId="{281FF1EA-96AA-4261-9B41-626FC862C2E2}" type="parTrans" cxnId="{346B66AD-5B65-450D-8AE9-5E26E3E17CCA}">
      <dgm:prSet/>
      <dgm:spPr/>
      <dgm:t>
        <a:bodyPr/>
        <a:lstStyle/>
        <a:p>
          <a:endParaRPr lang="ru-RU"/>
        </a:p>
      </dgm:t>
    </dgm:pt>
    <dgm:pt modelId="{E648B77F-5F42-4D2C-8E56-9BFAE7A33A79}" type="sibTrans" cxnId="{346B66AD-5B65-450D-8AE9-5E26E3E17CCA}">
      <dgm:prSet/>
      <dgm:spPr/>
      <dgm:t>
        <a:bodyPr/>
        <a:lstStyle/>
        <a:p>
          <a:endParaRPr lang="ru-RU"/>
        </a:p>
      </dgm:t>
    </dgm:pt>
    <dgm:pt modelId="{B624F12B-4DDF-44C8-9A85-C028A497463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Бой</a:t>
          </a:r>
        </a:p>
      </dgm:t>
    </dgm:pt>
    <dgm:pt modelId="{C724FD12-390E-4833-9FDA-9522A7E0CEB1}" type="parTrans" cxnId="{70D21A0F-5736-41FB-B320-EA357D433D1F}">
      <dgm:prSet/>
      <dgm:spPr/>
      <dgm:t>
        <a:bodyPr/>
        <a:lstStyle/>
        <a:p>
          <a:endParaRPr lang="ru-RU"/>
        </a:p>
      </dgm:t>
    </dgm:pt>
    <dgm:pt modelId="{E4527D97-A638-472B-8F40-7C5E9EDF97BF}" type="sibTrans" cxnId="{70D21A0F-5736-41FB-B320-EA357D433D1F}">
      <dgm:prSet/>
      <dgm:spPr/>
      <dgm:t>
        <a:bodyPr/>
        <a:lstStyle/>
        <a:p>
          <a:endParaRPr lang="ru-RU"/>
        </a:p>
      </dgm:t>
    </dgm:pt>
    <dgm:pt modelId="{51DA5F98-2F1F-48A1-AF83-43DC116E03BF}" type="pres">
      <dgm:prSet presAssocID="{A214E58A-60EE-448C-940A-2D8FB14F5F33}" presName="Name0" presStyleCnt="0">
        <dgm:presLayoutVars>
          <dgm:dir/>
          <dgm:animLvl val="lvl"/>
          <dgm:resizeHandles val="exact"/>
        </dgm:presLayoutVars>
      </dgm:prSet>
      <dgm:spPr/>
    </dgm:pt>
    <dgm:pt modelId="{89C0D1B3-22B5-4D1C-BA27-0E8B8D1F032F}" type="pres">
      <dgm:prSet presAssocID="{D69C1140-199C-41CB-A63F-ACE646B5172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300DC13-2271-46D3-8C89-A8BBC7D11E9A}" type="pres">
      <dgm:prSet presAssocID="{7A7F5C26-1071-4984-B6BA-E9C94DA49CE9}" presName="parTxOnlySpace" presStyleCnt="0"/>
      <dgm:spPr/>
    </dgm:pt>
    <dgm:pt modelId="{A4ADA9E2-0D47-4897-B437-1889952DBE84}" type="pres">
      <dgm:prSet presAssocID="{F075DD00-6D97-431A-BC0C-2C4F47AA0D95}" presName="parTxOnly" presStyleLbl="node1" presStyleIdx="1" presStyleCnt="5" custScaleX="109110">
        <dgm:presLayoutVars>
          <dgm:chMax val="0"/>
          <dgm:chPref val="0"/>
          <dgm:bulletEnabled val="1"/>
        </dgm:presLayoutVars>
      </dgm:prSet>
      <dgm:spPr/>
    </dgm:pt>
    <dgm:pt modelId="{256CBC0D-768F-4F40-848D-E22099C95CA9}" type="pres">
      <dgm:prSet presAssocID="{C52828C8-ED79-421C-91DA-AE235BE54DE8}" presName="parTxOnlySpace" presStyleCnt="0"/>
      <dgm:spPr/>
    </dgm:pt>
    <dgm:pt modelId="{7BD470A5-7B2E-48F1-B69E-C95440D90437}" type="pres">
      <dgm:prSet presAssocID="{230A57A3-CADA-4DBD-9E0B-496F173E4444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19AE90F-ACAD-4CEB-A08F-CC89BF3EBA0C}" type="pres">
      <dgm:prSet presAssocID="{86DB2EF4-8451-4DDE-810F-A1244834CF76}" presName="parTxOnlySpace" presStyleCnt="0"/>
      <dgm:spPr/>
    </dgm:pt>
    <dgm:pt modelId="{5E615EFF-CE87-4AE3-927C-7DCC4E03E95D}" type="pres">
      <dgm:prSet presAssocID="{5AD870AE-7125-4D43-8572-40B6ADD7C49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6EBA8C8-19EA-4114-B7A9-F5C00E5F3E24}" type="pres">
      <dgm:prSet presAssocID="{E648B77F-5F42-4D2C-8E56-9BFAE7A33A79}" presName="parTxOnlySpace" presStyleCnt="0"/>
      <dgm:spPr/>
    </dgm:pt>
    <dgm:pt modelId="{11FA5D29-237D-4A93-8E07-246149E56650}" type="pres">
      <dgm:prSet presAssocID="{B624F12B-4DDF-44C8-9A85-C028A497463A}" presName="parTxOnly" presStyleLbl="node1" presStyleIdx="4" presStyleCnt="5" custLinFactNeighborX="-4540" custLinFactNeighborY="-6173">
        <dgm:presLayoutVars>
          <dgm:chMax val="0"/>
          <dgm:chPref val="0"/>
          <dgm:bulletEnabled val="1"/>
        </dgm:presLayoutVars>
      </dgm:prSet>
      <dgm:spPr/>
    </dgm:pt>
  </dgm:ptLst>
  <dgm:cxnLst>
    <dgm:cxn modelId="{70D21A0F-5736-41FB-B320-EA357D433D1F}" srcId="{A214E58A-60EE-448C-940A-2D8FB14F5F33}" destId="{B624F12B-4DDF-44C8-9A85-C028A497463A}" srcOrd="4" destOrd="0" parTransId="{C724FD12-390E-4833-9FDA-9522A7E0CEB1}" sibTransId="{E4527D97-A638-472B-8F40-7C5E9EDF97BF}"/>
    <dgm:cxn modelId="{5F5DF421-FC90-48B8-A7AE-A23F6A9ABB15}" srcId="{A214E58A-60EE-448C-940A-2D8FB14F5F33}" destId="{230A57A3-CADA-4DBD-9E0B-496F173E4444}" srcOrd="2" destOrd="0" parTransId="{73B87B7A-1A99-4526-BB38-64D16E6F608E}" sibTransId="{86DB2EF4-8451-4DDE-810F-A1244834CF76}"/>
    <dgm:cxn modelId="{8448BF33-2D63-40E4-BF56-84C4149776FF}" type="presOf" srcId="{5AD870AE-7125-4D43-8572-40B6ADD7C499}" destId="{5E615EFF-CE87-4AE3-927C-7DCC4E03E95D}" srcOrd="0" destOrd="0" presId="urn:microsoft.com/office/officeart/2005/8/layout/chevron1"/>
    <dgm:cxn modelId="{9A04295D-4009-437E-877B-ED88BE4021F8}" srcId="{A214E58A-60EE-448C-940A-2D8FB14F5F33}" destId="{D69C1140-199C-41CB-A63F-ACE646B5172B}" srcOrd="0" destOrd="0" parTransId="{09C35DDC-D9AA-409A-BE06-F037497B3683}" sibTransId="{7A7F5C26-1071-4984-B6BA-E9C94DA49CE9}"/>
    <dgm:cxn modelId="{BAE7A363-1818-4F5A-AB84-0A1E106C2230}" type="presOf" srcId="{A214E58A-60EE-448C-940A-2D8FB14F5F33}" destId="{51DA5F98-2F1F-48A1-AF83-43DC116E03BF}" srcOrd="0" destOrd="0" presId="urn:microsoft.com/office/officeart/2005/8/layout/chevron1"/>
    <dgm:cxn modelId="{5652FC78-0557-4EE5-9515-7C658BD69011}" type="presOf" srcId="{F075DD00-6D97-431A-BC0C-2C4F47AA0D95}" destId="{A4ADA9E2-0D47-4897-B437-1889952DBE84}" srcOrd="0" destOrd="0" presId="urn:microsoft.com/office/officeart/2005/8/layout/chevron1"/>
    <dgm:cxn modelId="{3DF378AB-DC33-4206-88C6-9A673D69B70F}" type="presOf" srcId="{B624F12B-4DDF-44C8-9A85-C028A497463A}" destId="{11FA5D29-237D-4A93-8E07-246149E56650}" srcOrd="0" destOrd="0" presId="urn:microsoft.com/office/officeart/2005/8/layout/chevron1"/>
    <dgm:cxn modelId="{346B66AD-5B65-450D-8AE9-5E26E3E17CCA}" srcId="{A214E58A-60EE-448C-940A-2D8FB14F5F33}" destId="{5AD870AE-7125-4D43-8572-40B6ADD7C499}" srcOrd="3" destOrd="0" parTransId="{281FF1EA-96AA-4261-9B41-626FC862C2E2}" sibTransId="{E648B77F-5F42-4D2C-8E56-9BFAE7A33A79}"/>
    <dgm:cxn modelId="{6BB11DBA-EA78-4F9A-B5B1-E0468B408B4D}" type="presOf" srcId="{230A57A3-CADA-4DBD-9E0B-496F173E4444}" destId="{7BD470A5-7B2E-48F1-B69E-C95440D90437}" srcOrd="0" destOrd="0" presId="urn:microsoft.com/office/officeart/2005/8/layout/chevron1"/>
    <dgm:cxn modelId="{D390B0C3-C485-4FD6-BC5A-13C4346A018B}" srcId="{A214E58A-60EE-448C-940A-2D8FB14F5F33}" destId="{F075DD00-6D97-431A-BC0C-2C4F47AA0D95}" srcOrd="1" destOrd="0" parTransId="{7FD1DFA4-4C1E-42BE-AD76-0FC7F83D28FF}" sibTransId="{C52828C8-ED79-421C-91DA-AE235BE54DE8}"/>
    <dgm:cxn modelId="{B74F58F0-FD9E-4FCD-9A40-BED218E93402}" type="presOf" srcId="{D69C1140-199C-41CB-A63F-ACE646B5172B}" destId="{89C0D1B3-22B5-4D1C-BA27-0E8B8D1F032F}" srcOrd="0" destOrd="0" presId="urn:microsoft.com/office/officeart/2005/8/layout/chevron1"/>
    <dgm:cxn modelId="{0F61B120-0DD3-4038-9DE4-788B88B27135}" type="presParOf" srcId="{51DA5F98-2F1F-48A1-AF83-43DC116E03BF}" destId="{89C0D1B3-22B5-4D1C-BA27-0E8B8D1F032F}" srcOrd="0" destOrd="0" presId="urn:microsoft.com/office/officeart/2005/8/layout/chevron1"/>
    <dgm:cxn modelId="{15CDEAE5-871B-4DE7-85F0-3E7A56AECEDC}" type="presParOf" srcId="{51DA5F98-2F1F-48A1-AF83-43DC116E03BF}" destId="{E300DC13-2271-46D3-8C89-A8BBC7D11E9A}" srcOrd="1" destOrd="0" presId="urn:microsoft.com/office/officeart/2005/8/layout/chevron1"/>
    <dgm:cxn modelId="{5AF62FF2-4B9A-4D57-B2BD-44FEC93D20BA}" type="presParOf" srcId="{51DA5F98-2F1F-48A1-AF83-43DC116E03BF}" destId="{A4ADA9E2-0D47-4897-B437-1889952DBE84}" srcOrd="2" destOrd="0" presId="urn:microsoft.com/office/officeart/2005/8/layout/chevron1"/>
    <dgm:cxn modelId="{953F9FC5-7E9C-49FC-91D1-351AB4E1F092}" type="presParOf" srcId="{51DA5F98-2F1F-48A1-AF83-43DC116E03BF}" destId="{256CBC0D-768F-4F40-848D-E22099C95CA9}" srcOrd="3" destOrd="0" presId="urn:microsoft.com/office/officeart/2005/8/layout/chevron1"/>
    <dgm:cxn modelId="{ECCBE1A8-8D09-4C42-B95E-89869F742663}" type="presParOf" srcId="{51DA5F98-2F1F-48A1-AF83-43DC116E03BF}" destId="{7BD470A5-7B2E-48F1-B69E-C95440D90437}" srcOrd="4" destOrd="0" presId="urn:microsoft.com/office/officeart/2005/8/layout/chevron1"/>
    <dgm:cxn modelId="{C7DAAB62-5C92-4E5B-A598-079E4C277E8C}" type="presParOf" srcId="{51DA5F98-2F1F-48A1-AF83-43DC116E03BF}" destId="{119AE90F-ACAD-4CEB-A08F-CC89BF3EBA0C}" srcOrd="5" destOrd="0" presId="urn:microsoft.com/office/officeart/2005/8/layout/chevron1"/>
    <dgm:cxn modelId="{254032FA-F30C-4991-A248-AEBED73E95E2}" type="presParOf" srcId="{51DA5F98-2F1F-48A1-AF83-43DC116E03BF}" destId="{5E615EFF-CE87-4AE3-927C-7DCC4E03E95D}" srcOrd="6" destOrd="0" presId="urn:microsoft.com/office/officeart/2005/8/layout/chevron1"/>
    <dgm:cxn modelId="{B0CBA62F-B36C-45C3-B069-A7E1B1B00317}" type="presParOf" srcId="{51DA5F98-2F1F-48A1-AF83-43DC116E03BF}" destId="{16EBA8C8-19EA-4114-B7A9-F5C00E5F3E24}" srcOrd="7" destOrd="0" presId="urn:microsoft.com/office/officeart/2005/8/layout/chevron1"/>
    <dgm:cxn modelId="{545DA04F-46E9-4915-81A8-CAF051587DB0}" type="presParOf" srcId="{51DA5F98-2F1F-48A1-AF83-43DC116E03BF}" destId="{11FA5D29-237D-4A93-8E07-246149E5665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027B1-4436-4A85-A940-6870B2DA5765}">
      <dsp:nvSpPr>
        <dsp:cNvPr id="0" name=""/>
        <dsp:cNvSpPr/>
      </dsp:nvSpPr>
      <dsp:spPr>
        <a:xfrm rot="5400000">
          <a:off x="5268172" y="-2222793"/>
          <a:ext cx="65591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Постоянное расширение территории</a:t>
          </a:r>
        </a:p>
      </dsp:txBody>
      <dsp:txXfrm rot="-5400000">
        <a:off x="2962656" y="114742"/>
        <a:ext cx="5234925" cy="591873"/>
      </dsp:txXfrm>
    </dsp:sp>
    <dsp:sp modelId="{C29AE568-5E6A-4908-80F0-D59446A41759}">
      <dsp:nvSpPr>
        <dsp:cNvPr id="0" name=""/>
        <dsp:cNvSpPr/>
      </dsp:nvSpPr>
      <dsp:spPr>
        <a:xfrm>
          <a:off x="0" y="734"/>
          <a:ext cx="2962656" cy="81988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Экспансия</a:t>
          </a:r>
        </a:p>
      </dsp:txBody>
      <dsp:txXfrm>
        <a:off x="40024" y="40758"/>
        <a:ext cx="2882608" cy="739840"/>
      </dsp:txXfrm>
    </dsp:sp>
    <dsp:sp modelId="{12F5C78F-18A6-47F0-85A8-3AF1CF90146A}">
      <dsp:nvSpPr>
        <dsp:cNvPr id="0" name=""/>
        <dsp:cNvSpPr/>
      </dsp:nvSpPr>
      <dsp:spPr>
        <a:xfrm rot="5400000">
          <a:off x="5050182" y="-1228801"/>
          <a:ext cx="1080961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Заключение союзов.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Победа в войнах без расширения территорий.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Получение возможности воздействовать на другие сообщества  через экономику или культуру.</a:t>
          </a:r>
        </a:p>
      </dsp:txBody>
      <dsp:txXfrm rot="-5400000">
        <a:off x="2959763" y="914386"/>
        <a:ext cx="5209032" cy="975425"/>
      </dsp:txXfrm>
    </dsp:sp>
    <dsp:sp modelId="{0ED74623-36CF-481A-A445-93A4EB8164F2}">
      <dsp:nvSpPr>
        <dsp:cNvPr id="0" name=""/>
        <dsp:cNvSpPr/>
      </dsp:nvSpPr>
      <dsp:spPr>
        <a:xfrm>
          <a:off x="0" y="992153"/>
          <a:ext cx="2959762" cy="81988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Влияние</a:t>
          </a:r>
        </a:p>
      </dsp:txBody>
      <dsp:txXfrm>
        <a:off x="40024" y="1032177"/>
        <a:ext cx="2879714" cy="739840"/>
      </dsp:txXfrm>
    </dsp:sp>
    <dsp:sp modelId="{44771177-2928-4AF8-A26E-48EC8C571840}">
      <dsp:nvSpPr>
        <dsp:cNvPr id="0" name=""/>
        <dsp:cNvSpPr/>
      </dsp:nvSpPr>
      <dsp:spPr>
        <a:xfrm rot="5400000">
          <a:off x="5268172" y="-239954"/>
          <a:ext cx="65591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Отказ от взаимодействия с другими сообществами</a:t>
          </a:r>
        </a:p>
      </dsp:txBody>
      <dsp:txXfrm rot="-5400000">
        <a:off x="2962656" y="2097581"/>
        <a:ext cx="5234925" cy="591873"/>
      </dsp:txXfrm>
    </dsp:sp>
    <dsp:sp modelId="{7D5878CA-45C6-4F6C-9DE1-787DC252026B}">
      <dsp:nvSpPr>
        <dsp:cNvPr id="0" name=""/>
        <dsp:cNvSpPr/>
      </dsp:nvSpPr>
      <dsp:spPr>
        <a:xfrm>
          <a:off x="0" y="1983573"/>
          <a:ext cx="2962656" cy="81988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Обособление</a:t>
          </a:r>
        </a:p>
      </dsp:txBody>
      <dsp:txXfrm>
        <a:off x="40024" y="2023597"/>
        <a:ext cx="2882608" cy="739840"/>
      </dsp:txXfrm>
    </dsp:sp>
    <dsp:sp modelId="{C43235E8-70E1-47C9-AB17-4D4682E97DD3}">
      <dsp:nvSpPr>
        <dsp:cNvPr id="0" name=""/>
        <dsp:cNvSpPr/>
      </dsp:nvSpPr>
      <dsp:spPr>
        <a:xfrm rot="5400000">
          <a:off x="5268172" y="620928"/>
          <a:ext cx="65591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Добровольное или насильственное подчинение другому сообществу</a:t>
          </a:r>
        </a:p>
      </dsp:txBody>
      <dsp:txXfrm rot="-5400000">
        <a:off x="2962656" y="2958464"/>
        <a:ext cx="5234925" cy="591873"/>
      </dsp:txXfrm>
    </dsp:sp>
    <dsp:sp modelId="{573A39BF-E8A9-46B5-BDEE-F4D6FD678213}">
      <dsp:nvSpPr>
        <dsp:cNvPr id="0" name=""/>
        <dsp:cNvSpPr/>
      </dsp:nvSpPr>
      <dsp:spPr>
        <a:xfrm>
          <a:off x="0" y="2844456"/>
          <a:ext cx="2962656" cy="81988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Поглощение </a:t>
          </a:r>
        </a:p>
      </dsp:txBody>
      <dsp:txXfrm>
        <a:off x="40024" y="2884480"/>
        <a:ext cx="2882608" cy="739840"/>
      </dsp:txXfrm>
    </dsp:sp>
    <dsp:sp modelId="{21AB9B5E-BACB-407B-9A93-08538F42B40E}">
      <dsp:nvSpPr>
        <dsp:cNvPr id="0" name=""/>
        <dsp:cNvSpPr/>
      </dsp:nvSpPr>
      <dsp:spPr>
        <a:xfrm rot="5400000">
          <a:off x="5268172" y="1481812"/>
          <a:ext cx="65591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Формирование на прежде единой территории новых отдельных сообществ</a:t>
          </a:r>
        </a:p>
      </dsp:txBody>
      <dsp:txXfrm rot="-5400000">
        <a:off x="2962656" y="3819348"/>
        <a:ext cx="5234925" cy="591873"/>
      </dsp:txXfrm>
    </dsp:sp>
    <dsp:sp modelId="{08FC9091-A60A-4248-8FC3-F228F827AA38}">
      <dsp:nvSpPr>
        <dsp:cNvPr id="0" name=""/>
        <dsp:cNvSpPr/>
      </dsp:nvSpPr>
      <dsp:spPr>
        <a:xfrm>
          <a:off x="0" y="3705339"/>
          <a:ext cx="2962656" cy="81988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Разделение/</a:t>
          </a:r>
        </a:p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Распад</a:t>
          </a:r>
        </a:p>
      </dsp:txBody>
      <dsp:txXfrm>
        <a:off x="40024" y="3745363"/>
        <a:ext cx="2882608" cy="739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D5E40-C742-4218-8BA4-C2B5EF17D60C}">
      <dsp:nvSpPr>
        <dsp:cNvPr id="0" name=""/>
        <dsp:cNvSpPr/>
      </dsp:nvSpPr>
      <dsp:spPr>
        <a:xfrm>
          <a:off x="0" y="4856791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E6E9F7-5DAA-4788-8888-3FC1B0BA539D}">
      <dsp:nvSpPr>
        <dsp:cNvPr id="0" name=""/>
        <dsp:cNvSpPr/>
      </dsp:nvSpPr>
      <dsp:spPr>
        <a:xfrm>
          <a:off x="0" y="3945318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03822-41DE-400A-AAE3-D1F3F6AED96C}">
      <dsp:nvSpPr>
        <dsp:cNvPr id="0" name=""/>
        <dsp:cNvSpPr/>
      </dsp:nvSpPr>
      <dsp:spPr>
        <a:xfrm>
          <a:off x="0" y="3033845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64F1CC-1EB7-4112-83A5-E548B87E4750}">
      <dsp:nvSpPr>
        <dsp:cNvPr id="0" name=""/>
        <dsp:cNvSpPr/>
      </dsp:nvSpPr>
      <dsp:spPr>
        <a:xfrm>
          <a:off x="0" y="2122372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0F2B2-9EED-4ED5-9DA5-3BF25922C6BD}">
      <dsp:nvSpPr>
        <dsp:cNvPr id="0" name=""/>
        <dsp:cNvSpPr/>
      </dsp:nvSpPr>
      <dsp:spPr>
        <a:xfrm>
          <a:off x="0" y="1210898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113B7-E5C3-4DD3-BDAB-0EC6C14686F2}">
      <dsp:nvSpPr>
        <dsp:cNvPr id="0" name=""/>
        <dsp:cNvSpPr/>
      </dsp:nvSpPr>
      <dsp:spPr>
        <a:xfrm>
          <a:off x="0" y="299425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33B5B-0CD0-4369-BC37-9C7DEB0B12CF}">
      <dsp:nvSpPr>
        <dsp:cNvPr id="0" name=""/>
        <dsp:cNvSpPr/>
      </dsp:nvSpPr>
      <dsp:spPr>
        <a:xfrm>
          <a:off x="2139695" y="611"/>
          <a:ext cx="6089904" cy="29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Экспансия </a:t>
          </a:r>
        </a:p>
      </dsp:txBody>
      <dsp:txXfrm>
        <a:off x="2139695" y="611"/>
        <a:ext cx="6089904" cy="298814"/>
      </dsp:txXfrm>
    </dsp:sp>
    <dsp:sp modelId="{05545E2D-496E-43DB-95DC-4BF1F9851B35}">
      <dsp:nvSpPr>
        <dsp:cNvPr id="0" name=""/>
        <dsp:cNvSpPr/>
      </dsp:nvSpPr>
      <dsp:spPr>
        <a:xfrm>
          <a:off x="0" y="611"/>
          <a:ext cx="2139696" cy="298814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VIII -</a:t>
          </a:r>
          <a:r>
            <a:rPr lang="ru-RU" sz="1800" kern="1200" dirty="0"/>
            <a:t> </a:t>
          </a:r>
          <a:r>
            <a:rPr lang="en-US" sz="1800" kern="1200" dirty="0"/>
            <a:t>X</a:t>
          </a:r>
          <a:endParaRPr lang="ru-RU" sz="1800" kern="1200" dirty="0"/>
        </a:p>
      </dsp:txBody>
      <dsp:txXfrm>
        <a:off x="14590" y="15201"/>
        <a:ext cx="2110516" cy="284224"/>
      </dsp:txXfrm>
    </dsp:sp>
    <dsp:sp modelId="{EB0E50D1-50AB-455A-B602-F0771BEE97CB}">
      <dsp:nvSpPr>
        <dsp:cNvPr id="0" name=""/>
        <dsp:cNvSpPr/>
      </dsp:nvSpPr>
      <dsp:spPr>
        <a:xfrm>
          <a:off x="0" y="299425"/>
          <a:ext cx="8229600" cy="597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Максимальная – при Святославе Игоревиче</a:t>
          </a:r>
        </a:p>
      </dsp:txBody>
      <dsp:txXfrm>
        <a:off x="0" y="299425"/>
        <a:ext cx="8229600" cy="597718"/>
      </dsp:txXfrm>
    </dsp:sp>
    <dsp:sp modelId="{ED629BAE-83C7-4150-B0F7-AE430847B334}">
      <dsp:nvSpPr>
        <dsp:cNvPr id="0" name=""/>
        <dsp:cNvSpPr/>
      </dsp:nvSpPr>
      <dsp:spPr>
        <a:xfrm>
          <a:off x="2139695" y="912084"/>
          <a:ext cx="6089904" cy="29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Под культурным влиянием Византии </a:t>
          </a:r>
        </a:p>
      </dsp:txBody>
      <dsp:txXfrm>
        <a:off x="2139695" y="912084"/>
        <a:ext cx="6089904" cy="298814"/>
      </dsp:txXfrm>
    </dsp:sp>
    <dsp:sp modelId="{A9B8082B-5474-4522-A302-F4363BC6F7C1}">
      <dsp:nvSpPr>
        <dsp:cNvPr id="0" name=""/>
        <dsp:cNvSpPr/>
      </dsp:nvSpPr>
      <dsp:spPr>
        <a:xfrm>
          <a:off x="0" y="912084"/>
          <a:ext cx="2139696" cy="298814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XI – </a:t>
          </a:r>
          <a:r>
            <a:rPr lang="ru-RU" sz="1800" kern="1200" dirty="0"/>
            <a:t>нач. </a:t>
          </a:r>
          <a:r>
            <a:rPr lang="en-US" sz="1800" kern="1200" dirty="0"/>
            <a:t>XIII </a:t>
          </a:r>
          <a:endParaRPr lang="ru-RU" sz="1800" kern="1200" dirty="0"/>
        </a:p>
      </dsp:txBody>
      <dsp:txXfrm>
        <a:off x="14590" y="926674"/>
        <a:ext cx="2110516" cy="284224"/>
      </dsp:txXfrm>
    </dsp:sp>
    <dsp:sp modelId="{A4ACB16D-59F9-4C74-93EA-94CE3C46B253}">
      <dsp:nvSpPr>
        <dsp:cNvPr id="0" name=""/>
        <dsp:cNvSpPr/>
      </dsp:nvSpPr>
      <dsp:spPr>
        <a:xfrm>
          <a:off x="0" y="1210898"/>
          <a:ext cx="8229600" cy="597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Русь – митрополия Восточной христианской церкви </a:t>
          </a:r>
        </a:p>
      </dsp:txBody>
      <dsp:txXfrm>
        <a:off x="0" y="1210898"/>
        <a:ext cx="8229600" cy="597718"/>
      </dsp:txXfrm>
    </dsp:sp>
    <dsp:sp modelId="{9C5F1F24-990D-465F-877F-6C32D24E845A}">
      <dsp:nvSpPr>
        <dsp:cNvPr id="0" name=""/>
        <dsp:cNvSpPr/>
      </dsp:nvSpPr>
      <dsp:spPr>
        <a:xfrm>
          <a:off x="2139695" y="1823557"/>
          <a:ext cx="6089904" cy="29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Поглощение Ордой и Вел. Кн. Литовским</a:t>
          </a:r>
        </a:p>
      </dsp:txBody>
      <dsp:txXfrm>
        <a:off x="2139695" y="1823557"/>
        <a:ext cx="6089904" cy="298814"/>
      </dsp:txXfrm>
    </dsp:sp>
    <dsp:sp modelId="{719FB3F7-9724-48D0-80FA-CABA86854504}">
      <dsp:nvSpPr>
        <dsp:cNvPr id="0" name=""/>
        <dsp:cNvSpPr/>
      </dsp:nvSpPr>
      <dsp:spPr>
        <a:xfrm>
          <a:off x="0" y="1823557"/>
          <a:ext cx="2139696" cy="298814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XIII - XV </a:t>
          </a:r>
          <a:endParaRPr lang="ru-RU" sz="1800" kern="1200" dirty="0"/>
        </a:p>
      </dsp:txBody>
      <dsp:txXfrm>
        <a:off x="14590" y="1838147"/>
        <a:ext cx="2110516" cy="284224"/>
      </dsp:txXfrm>
    </dsp:sp>
    <dsp:sp modelId="{F233A418-EB90-41CE-8DF0-D0A2AD4577D7}">
      <dsp:nvSpPr>
        <dsp:cNvPr id="0" name=""/>
        <dsp:cNvSpPr/>
      </dsp:nvSpPr>
      <dsp:spPr>
        <a:xfrm>
          <a:off x="0" y="2122372"/>
          <a:ext cx="8229600" cy="597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Внутренняя экспансия Москвы на русских землях </a:t>
          </a:r>
        </a:p>
      </dsp:txBody>
      <dsp:txXfrm>
        <a:off x="0" y="2122372"/>
        <a:ext cx="8229600" cy="597718"/>
      </dsp:txXfrm>
    </dsp:sp>
    <dsp:sp modelId="{1286767F-C191-4B3C-831E-FDCAEB7B732D}">
      <dsp:nvSpPr>
        <dsp:cNvPr id="0" name=""/>
        <dsp:cNvSpPr/>
      </dsp:nvSpPr>
      <dsp:spPr>
        <a:xfrm>
          <a:off x="2139695" y="2735030"/>
          <a:ext cx="6089904" cy="29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Экспансия </a:t>
          </a:r>
        </a:p>
      </dsp:txBody>
      <dsp:txXfrm>
        <a:off x="2139695" y="2735030"/>
        <a:ext cx="6089904" cy="298814"/>
      </dsp:txXfrm>
    </dsp:sp>
    <dsp:sp modelId="{8DE8D7EA-D466-44D8-81B7-B41FC47A7548}">
      <dsp:nvSpPr>
        <dsp:cNvPr id="0" name=""/>
        <dsp:cNvSpPr/>
      </dsp:nvSpPr>
      <dsp:spPr>
        <a:xfrm>
          <a:off x="0" y="2735030"/>
          <a:ext cx="2139696" cy="298814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XVI </a:t>
          </a:r>
          <a:endParaRPr lang="ru-RU" sz="1800" kern="1200" dirty="0"/>
        </a:p>
      </dsp:txBody>
      <dsp:txXfrm>
        <a:off x="14590" y="2749620"/>
        <a:ext cx="2110516" cy="284224"/>
      </dsp:txXfrm>
    </dsp:sp>
    <dsp:sp modelId="{101E2364-9521-4CCE-9A98-4434B4F951F9}">
      <dsp:nvSpPr>
        <dsp:cNvPr id="0" name=""/>
        <dsp:cNvSpPr/>
      </dsp:nvSpPr>
      <dsp:spPr>
        <a:xfrm>
          <a:off x="0" y="3033845"/>
          <a:ext cx="8229600" cy="597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Успешная – на восток. Неудачная – на запад</a:t>
          </a:r>
        </a:p>
      </dsp:txBody>
      <dsp:txXfrm>
        <a:off x="0" y="3033845"/>
        <a:ext cx="8229600" cy="597718"/>
      </dsp:txXfrm>
    </dsp:sp>
    <dsp:sp modelId="{FA64F6B2-E9ED-42FD-AF05-5CEC0DDF732E}">
      <dsp:nvSpPr>
        <dsp:cNvPr id="0" name=""/>
        <dsp:cNvSpPr/>
      </dsp:nvSpPr>
      <dsp:spPr>
        <a:xfrm>
          <a:off x="2139695" y="3646504"/>
          <a:ext cx="6089904" cy="29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Распад</a:t>
          </a:r>
        </a:p>
      </dsp:txBody>
      <dsp:txXfrm>
        <a:off x="2139695" y="3646504"/>
        <a:ext cx="6089904" cy="298814"/>
      </dsp:txXfrm>
    </dsp:sp>
    <dsp:sp modelId="{8831467A-B132-418B-87E3-A42D915DBC5E}">
      <dsp:nvSpPr>
        <dsp:cNvPr id="0" name=""/>
        <dsp:cNvSpPr/>
      </dsp:nvSpPr>
      <dsp:spPr>
        <a:xfrm>
          <a:off x="0" y="3646504"/>
          <a:ext cx="2139696" cy="298814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нач. </a:t>
          </a:r>
          <a:r>
            <a:rPr lang="en-US" sz="1800" kern="1200" dirty="0"/>
            <a:t>XVII </a:t>
          </a:r>
          <a:r>
            <a:rPr lang="ru-RU" sz="1800" kern="1200" dirty="0"/>
            <a:t> </a:t>
          </a:r>
        </a:p>
      </dsp:txBody>
      <dsp:txXfrm>
        <a:off x="14590" y="3661094"/>
        <a:ext cx="2110516" cy="284224"/>
      </dsp:txXfrm>
    </dsp:sp>
    <dsp:sp modelId="{E0E4606A-B0E5-4F02-9701-FB382BFAF577}">
      <dsp:nvSpPr>
        <dsp:cNvPr id="0" name=""/>
        <dsp:cNvSpPr/>
      </dsp:nvSpPr>
      <dsp:spPr>
        <a:xfrm>
          <a:off x="0" y="3945318"/>
          <a:ext cx="8229600" cy="597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Процесс не был завершен и официально оформлен</a:t>
          </a:r>
        </a:p>
      </dsp:txBody>
      <dsp:txXfrm>
        <a:off x="0" y="3945318"/>
        <a:ext cx="8229600" cy="597718"/>
      </dsp:txXfrm>
    </dsp:sp>
    <dsp:sp modelId="{9AC18BF8-E8B3-4779-8392-EFD11EDD0C5C}">
      <dsp:nvSpPr>
        <dsp:cNvPr id="0" name=""/>
        <dsp:cNvSpPr/>
      </dsp:nvSpPr>
      <dsp:spPr>
        <a:xfrm>
          <a:off x="2139695" y="4557977"/>
          <a:ext cx="6089904" cy="29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Экспансия на восток (Сибирь) и запад (смоленские и украинские земли)</a:t>
          </a:r>
        </a:p>
      </dsp:txBody>
      <dsp:txXfrm>
        <a:off x="2139695" y="4557977"/>
        <a:ext cx="6089904" cy="298814"/>
      </dsp:txXfrm>
    </dsp:sp>
    <dsp:sp modelId="{2074A536-D6C1-4A16-B962-3D5811340CC1}">
      <dsp:nvSpPr>
        <dsp:cNvPr id="0" name=""/>
        <dsp:cNvSpPr/>
      </dsp:nvSpPr>
      <dsp:spPr>
        <a:xfrm>
          <a:off x="0" y="4557977"/>
          <a:ext cx="2139696" cy="298814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XVII </a:t>
          </a:r>
          <a:endParaRPr lang="ru-RU" sz="1800" kern="1200" dirty="0"/>
        </a:p>
      </dsp:txBody>
      <dsp:txXfrm>
        <a:off x="14590" y="4572567"/>
        <a:ext cx="2110516" cy="284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A8F06-019C-4744-9473-B559DBAEB47F}">
      <dsp:nvSpPr>
        <dsp:cNvPr id="0" name=""/>
        <dsp:cNvSpPr/>
      </dsp:nvSpPr>
      <dsp:spPr>
        <a:xfrm>
          <a:off x="507024" y="25944"/>
          <a:ext cx="1090910" cy="1090910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Приказ</a:t>
          </a:r>
        </a:p>
      </dsp:txBody>
      <dsp:txXfrm>
        <a:off x="666784" y="185704"/>
        <a:ext cx="771390" cy="771390"/>
      </dsp:txXfrm>
    </dsp:sp>
    <dsp:sp modelId="{516F82A9-4DEE-4D98-97AE-8ACAC6FC2028}">
      <dsp:nvSpPr>
        <dsp:cNvPr id="0" name=""/>
        <dsp:cNvSpPr/>
      </dsp:nvSpPr>
      <dsp:spPr>
        <a:xfrm rot="10800000">
          <a:off x="861570" y="1247654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F5E2C-A3E4-4F95-B429-7CAA74CAFF2E}">
      <dsp:nvSpPr>
        <dsp:cNvPr id="0" name=""/>
        <dsp:cNvSpPr/>
      </dsp:nvSpPr>
      <dsp:spPr>
        <a:xfrm>
          <a:off x="150195" y="1611100"/>
          <a:ext cx="1804569" cy="866055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Построение</a:t>
          </a:r>
        </a:p>
      </dsp:txBody>
      <dsp:txXfrm>
        <a:off x="414468" y="1737931"/>
        <a:ext cx="1276023" cy="612393"/>
      </dsp:txXfrm>
    </dsp:sp>
    <dsp:sp modelId="{32D4089A-D143-452A-9EED-354422754D45}">
      <dsp:nvSpPr>
        <dsp:cNvPr id="0" name=""/>
        <dsp:cNvSpPr/>
      </dsp:nvSpPr>
      <dsp:spPr>
        <a:xfrm rot="10800000">
          <a:off x="861570" y="2752462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6CC76-5BED-487F-868E-FD724B6129B1}">
      <dsp:nvSpPr>
        <dsp:cNvPr id="0" name=""/>
        <dsp:cNvSpPr/>
      </dsp:nvSpPr>
      <dsp:spPr>
        <a:xfrm>
          <a:off x="510237" y="3260415"/>
          <a:ext cx="1084484" cy="512882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Маневр/Марш</a:t>
          </a:r>
        </a:p>
      </dsp:txBody>
      <dsp:txXfrm>
        <a:off x="669056" y="3335525"/>
        <a:ext cx="766846" cy="362662"/>
      </dsp:txXfrm>
    </dsp:sp>
    <dsp:sp modelId="{AA8F2247-B442-4DDE-8B2B-F6AB191922DB}">
      <dsp:nvSpPr>
        <dsp:cNvPr id="0" name=""/>
        <dsp:cNvSpPr/>
      </dsp:nvSpPr>
      <dsp:spPr>
        <a:xfrm rot="5400000">
          <a:off x="1863541" y="3393554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63302-382B-408F-8DEC-1A2F0DF4E89B}">
      <dsp:nvSpPr>
        <dsp:cNvPr id="0" name=""/>
        <dsp:cNvSpPr/>
      </dsp:nvSpPr>
      <dsp:spPr>
        <a:xfrm>
          <a:off x="2500219" y="3153038"/>
          <a:ext cx="1556794" cy="727637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Построение</a:t>
          </a:r>
        </a:p>
      </dsp:txBody>
      <dsp:txXfrm>
        <a:off x="2728206" y="3259598"/>
        <a:ext cx="1100820" cy="514517"/>
      </dsp:txXfrm>
    </dsp:sp>
    <dsp:sp modelId="{83ABE363-2B6F-436F-9CC3-8CBA3B65B9C0}">
      <dsp:nvSpPr>
        <dsp:cNvPr id="0" name=""/>
        <dsp:cNvSpPr/>
      </dsp:nvSpPr>
      <dsp:spPr>
        <a:xfrm>
          <a:off x="3087707" y="2648809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2FF7C-9C37-43D6-9B3D-C30EA9189787}">
      <dsp:nvSpPr>
        <dsp:cNvPr id="0" name=""/>
        <dsp:cNvSpPr/>
      </dsp:nvSpPr>
      <dsp:spPr>
        <a:xfrm>
          <a:off x="2526982" y="1683111"/>
          <a:ext cx="1503269" cy="722034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Отдых</a:t>
          </a:r>
        </a:p>
      </dsp:txBody>
      <dsp:txXfrm>
        <a:off x="2747131" y="1788850"/>
        <a:ext cx="1062971" cy="510556"/>
      </dsp:txXfrm>
    </dsp:sp>
    <dsp:sp modelId="{8EA7D483-866A-4D03-B877-C2C2EDB57E3B}">
      <dsp:nvSpPr>
        <dsp:cNvPr id="0" name=""/>
        <dsp:cNvSpPr/>
      </dsp:nvSpPr>
      <dsp:spPr>
        <a:xfrm>
          <a:off x="3087707" y="1269700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30A62-7222-434B-9C3A-5D462BEAA45F}">
      <dsp:nvSpPr>
        <dsp:cNvPr id="0" name=""/>
        <dsp:cNvSpPr/>
      </dsp:nvSpPr>
      <dsp:spPr>
        <a:xfrm>
          <a:off x="2642941" y="2114"/>
          <a:ext cx="1271349" cy="1114739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Построение для сражения</a:t>
          </a:r>
        </a:p>
      </dsp:txBody>
      <dsp:txXfrm>
        <a:off x="2829126" y="165364"/>
        <a:ext cx="898979" cy="788239"/>
      </dsp:txXfrm>
    </dsp:sp>
    <dsp:sp modelId="{7D5C43CE-8730-4B0E-BB1F-19AFE0CCE159}">
      <dsp:nvSpPr>
        <dsp:cNvPr id="0" name=""/>
        <dsp:cNvSpPr/>
      </dsp:nvSpPr>
      <dsp:spPr>
        <a:xfrm rot="5379474">
          <a:off x="4172422" y="429705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332D7-2F84-483F-AD72-AC8769142A57}">
      <dsp:nvSpPr>
        <dsp:cNvPr id="0" name=""/>
        <dsp:cNvSpPr/>
      </dsp:nvSpPr>
      <dsp:spPr>
        <a:xfrm>
          <a:off x="4798418" y="115164"/>
          <a:ext cx="951436" cy="864811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Маневр/Марш</a:t>
          </a:r>
        </a:p>
      </dsp:txBody>
      <dsp:txXfrm>
        <a:off x="4937753" y="241813"/>
        <a:ext cx="672766" cy="611513"/>
      </dsp:txXfrm>
    </dsp:sp>
    <dsp:sp modelId="{84967CA6-5BC1-4224-ABAD-9E4BAF12321F}">
      <dsp:nvSpPr>
        <dsp:cNvPr id="0" name=""/>
        <dsp:cNvSpPr/>
      </dsp:nvSpPr>
      <dsp:spPr>
        <a:xfrm rot="10800000">
          <a:off x="5083227" y="1152823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285C0-C9B0-4854-B38A-6A40C9FB256B}">
      <dsp:nvSpPr>
        <dsp:cNvPr id="0" name=""/>
        <dsp:cNvSpPr/>
      </dsp:nvSpPr>
      <dsp:spPr>
        <a:xfrm>
          <a:off x="4667782" y="1558318"/>
          <a:ext cx="1212709" cy="923960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Боевой контакт</a:t>
          </a:r>
        </a:p>
      </dsp:txBody>
      <dsp:txXfrm>
        <a:off x="4845379" y="1693629"/>
        <a:ext cx="857515" cy="653338"/>
      </dsp:txXfrm>
    </dsp:sp>
    <dsp:sp modelId="{ECACD3EB-3954-4FC7-A710-6D4E27F5DAEA}">
      <dsp:nvSpPr>
        <dsp:cNvPr id="0" name=""/>
        <dsp:cNvSpPr/>
      </dsp:nvSpPr>
      <dsp:spPr>
        <a:xfrm rot="10800000">
          <a:off x="5083227" y="2598602"/>
          <a:ext cx="381818" cy="2466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37FD2-2132-40D9-97AC-C60987666B8B}">
      <dsp:nvSpPr>
        <dsp:cNvPr id="0" name=""/>
        <dsp:cNvSpPr/>
      </dsp:nvSpPr>
      <dsp:spPr>
        <a:xfrm>
          <a:off x="4602468" y="2947572"/>
          <a:ext cx="1343335" cy="1107055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Построение для нового маневра.</a:t>
          </a:r>
        </a:p>
      </dsp:txBody>
      <dsp:txXfrm>
        <a:off x="4799195" y="3109696"/>
        <a:ext cx="949881" cy="7828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0D1B3-22B5-4D1C-BA27-0E8B8D1F032F}">
      <dsp:nvSpPr>
        <dsp:cNvPr id="0" name=""/>
        <dsp:cNvSpPr/>
      </dsp:nvSpPr>
      <dsp:spPr>
        <a:xfrm>
          <a:off x="672" y="496208"/>
          <a:ext cx="1754013" cy="701605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Приказ</a:t>
          </a:r>
        </a:p>
      </dsp:txBody>
      <dsp:txXfrm>
        <a:off x="351475" y="496208"/>
        <a:ext cx="1052408" cy="701605"/>
      </dsp:txXfrm>
    </dsp:sp>
    <dsp:sp modelId="{A4ADA9E2-0D47-4897-B437-1889952DBE84}">
      <dsp:nvSpPr>
        <dsp:cNvPr id="0" name=""/>
        <dsp:cNvSpPr/>
      </dsp:nvSpPr>
      <dsp:spPr>
        <a:xfrm>
          <a:off x="1579285" y="496208"/>
          <a:ext cx="1913804" cy="701605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Построение</a:t>
          </a:r>
        </a:p>
      </dsp:txBody>
      <dsp:txXfrm>
        <a:off x="1930088" y="496208"/>
        <a:ext cx="1212199" cy="701605"/>
      </dsp:txXfrm>
    </dsp:sp>
    <dsp:sp modelId="{7BD470A5-7B2E-48F1-B69E-C95440D90437}">
      <dsp:nvSpPr>
        <dsp:cNvPr id="0" name=""/>
        <dsp:cNvSpPr/>
      </dsp:nvSpPr>
      <dsp:spPr>
        <a:xfrm>
          <a:off x="3317688" y="496208"/>
          <a:ext cx="1754013" cy="701605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Марш</a:t>
          </a:r>
        </a:p>
      </dsp:txBody>
      <dsp:txXfrm>
        <a:off x="3668491" y="496208"/>
        <a:ext cx="1052408" cy="701605"/>
      </dsp:txXfrm>
    </dsp:sp>
    <dsp:sp modelId="{5E615EFF-CE87-4AE3-927C-7DCC4E03E95D}">
      <dsp:nvSpPr>
        <dsp:cNvPr id="0" name=""/>
        <dsp:cNvSpPr/>
      </dsp:nvSpPr>
      <dsp:spPr>
        <a:xfrm>
          <a:off x="4896300" y="496208"/>
          <a:ext cx="1754013" cy="701605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Перестроение</a:t>
          </a:r>
        </a:p>
      </dsp:txBody>
      <dsp:txXfrm>
        <a:off x="5247103" y="496208"/>
        <a:ext cx="1052408" cy="701605"/>
      </dsp:txXfrm>
    </dsp:sp>
    <dsp:sp modelId="{11FA5D29-237D-4A93-8E07-246149E56650}">
      <dsp:nvSpPr>
        <dsp:cNvPr id="0" name=""/>
        <dsp:cNvSpPr/>
      </dsp:nvSpPr>
      <dsp:spPr>
        <a:xfrm>
          <a:off x="6466950" y="452898"/>
          <a:ext cx="1754013" cy="701605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Бой</a:t>
          </a:r>
        </a:p>
      </dsp:txBody>
      <dsp:txXfrm>
        <a:off x="6817753" y="452898"/>
        <a:ext cx="1052408" cy="701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Список вкладок"/>
  <dgm:desc val="Служит для отображения непоследовательных или сгруппированных блоков данных. Рекомендуется использовать для списков с текстом уровня 1 небольшого объема. Первый текст уровня 2 отображается рядом с текстом уровня 1, а остальной текст уровня 2 — под текстом уровня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A4D30-5D3C-4110-919A-8BE45C70F516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DDE79-A9D1-4042-8158-2D0550CDF0B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571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502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84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199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099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8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7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94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74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044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843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119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21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724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7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912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9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650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075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9654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6702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84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3E553-1D6D-4848-B361-0C588C31229F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7E970-7E3B-4F21-BD6A-FEB85CA24FF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697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88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</a:rPr>
              <a:t>История России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13</a:t>
            </a:r>
          </a:p>
          <a:p>
            <a:r>
              <a:rPr lang="ru-RU" dirty="0"/>
              <a:t>Внешняя политика России </a:t>
            </a:r>
          </a:p>
          <a:p>
            <a:r>
              <a:rPr lang="ru-RU" dirty="0"/>
              <a:t>в </a:t>
            </a:r>
            <a:r>
              <a:rPr lang="en-US" dirty="0"/>
              <a:t>XVIII </a:t>
            </a:r>
            <a:r>
              <a:rPr lang="ru-RU" dirty="0"/>
              <a:t>веке </a:t>
            </a:r>
          </a:p>
        </p:txBody>
      </p:sp>
    </p:spTree>
    <p:extLst>
      <p:ext uri="{BB962C8B-B14F-4D97-AF65-F5344CB8AC3E}">
        <p14:creationId xmlns:p14="http://schemas.microsoft.com/office/powerpoint/2010/main" val="402533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Парадигмы внешней политики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331291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5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/>
          <a:lstStyle/>
          <a:p>
            <a:r>
              <a:rPr lang="ru-RU" sz="2800" dirty="0"/>
              <a:t>Русь-Россия в </a:t>
            </a:r>
            <a:r>
              <a:rPr lang="en-US" sz="2800" dirty="0"/>
              <a:t>VIII – XVII </a:t>
            </a:r>
            <a:r>
              <a:rPr lang="ru-RU" sz="2800" dirty="0"/>
              <a:t>вв.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901313"/>
              </p:ext>
            </p:extLst>
          </p:nvPr>
        </p:nvGraphicFramePr>
        <p:xfrm>
          <a:off x="457200" y="1268760"/>
          <a:ext cx="8229600" cy="4857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53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39552" y="225425"/>
            <a:ext cx="7688461" cy="124142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400" dirty="0"/>
              <a:t>Преимущества экспансии за пределы Европы к концу XVII века (не учтено прямое ограбление населения захваченных территорий)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568348"/>
              </p:ext>
            </p:extLst>
          </p:nvPr>
        </p:nvGraphicFramePr>
        <p:xfrm>
          <a:off x="195726" y="1795890"/>
          <a:ext cx="8621914" cy="463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3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17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2449"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Страны</a:t>
                      </a:r>
                    </a:p>
                  </a:txBody>
                  <a:tcPr marL="82944" marR="82944" marT="41476" marB="41476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Главные результаты</a:t>
                      </a:r>
                    </a:p>
                  </a:txBody>
                  <a:tcPr marL="82944" marR="82944" marT="41476" marB="41476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746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dirty="0"/>
                        <a:t>Ресурсы для промышленности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300" b="1" dirty="0"/>
                        <a:t>Товары для международной торговли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300" b="1" dirty="0"/>
                        <a:t>Расширение сбыта собственных товаров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300" b="1" dirty="0"/>
                        <a:t>Работорговля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300" b="1" dirty="0"/>
                        <a:t>Территории для переселения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300" b="1" dirty="0"/>
                        <a:t>Место для ссылки преступников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785">
                <a:tc>
                  <a:txBody>
                    <a:bodyPr/>
                    <a:lstStyle/>
                    <a:p>
                      <a:r>
                        <a:rPr lang="ru-RU" sz="1600" dirty="0"/>
                        <a:t>Голландия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10">
                <a:tc>
                  <a:txBody>
                    <a:bodyPr/>
                    <a:lstStyle/>
                    <a:p>
                      <a:r>
                        <a:rPr lang="ru-RU" sz="1400" b="0" dirty="0"/>
                        <a:t>Англия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010">
                <a:tc>
                  <a:txBody>
                    <a:bodyPr/>
                    <a:lstStyle/>
                    <a:p>
                      <a:r>
                        <a:rPr lang="ru-RU" sz="1400" b="0" dirty="0"/>
                        <a:t>Испания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010">
                <a:tc>
                  <a:txBody>
                    <a:bodyPr/>
                    <a:lstStyle/>
                    <a:p>
                      <a:r>
                        <a:rPr lang="ru-RU" sz="1400" b="0" dirty="0"/>
                        <a:t>Португалия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010">
                <a:tc>
                  <a:txBody>
                    <a:bodyPr/>
                    <a:lstStyle/>
                    <a:p>
                      <a:r>
                        <a:rPr lang="ru-RU" sz="1400" b="0" dirty="0"/>
                        <a:t>Франция 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010">
                <a:tc>
                  <a:txBody>
                    <a:bodyPr/>
                    <a:lstStyle/>
                    <a:p>
                      <a:r>
                        <a:rPr lang="ru-RU" sz="1400" b="0" dirty="0"/>
                        <a:t>Россия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5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Издержки экспансионистской политики стран Европы в XVII 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71600" y="5949280"/>
            <a:ext cx="7000454" cy="6805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81631" tIns="40816" rIns="81631" bIns="40816" anchor="ctr" anchorCtr="0" compatLnSpc="0"/>
          <a:lstStyle/>
          <a:p>
            <a:pPr algn="ctr" defTabSz="829366" hangingPunct="0"/>
            <a:r>
              <a:rPr lang="ru-RU" sz="1600" dirty="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Вывод: для России территориальные приобретения</a:t>
            </a:r>
          </a:p>
          <a:p>
            <a:pPr algn="ctr" defTabSz="829366" hangingPunct="0"/>
            <a:r>
              <a:rPr lang="ru-RU" sz="1600" dirty="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XVII века - «чемодан без ручки»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025482"/>
              </p:ext>
            </p:extLst>
          </p:nvPr>
        </p:nvGraphicFramePr>
        <p:xfrm>
          <a:off x="587634" y="1534593"/>
          <a:ext cx="7805154" cy="4266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8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58116">
                <a:tc>
                  <a:txBody>
                    <a:bodyPr/>
                    <a:lstStyle/>
                    <a:p>
                      <a:r>
                        <a:rPr lang="ru-RU" sz="1600" dirty="0"/>
                        <a:t>Страна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Перенасыщенность золотом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Отказ от собственного производства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Затраты на содержание новых территорий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Войны</a:t>
                      </a:r>
                      <a:r>
                        <a:rPr lang="ru-RU" sz="1200" b="0" baseline="0" dirty="0">
                          <a:solidFill>
                            <a:schemeClr val="tx1"/>
                          </a:solidFill>
                        </a:rPr>
                        <a:t> из-за колоний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Утечка пассионариев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473">
                <a:tc>
                  <a:txBody>
                    <a:bodyPr/>
                    <a:lstStyle/>
                    <a:p>
                      <a:r>
                        <a:rPr lang="ru-RU" sz="1400" dirty="0"/>
                        <a:t>Голландия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473">
                <a:tc>
                  <a:txBody>
                    <a:bodyPr/>
                    <a:lstStyle/>
                    <a:p>
                      <a:r>
                        <a:rPr lang="ru-RU" sz="1400" dirty="0"/>
                        <a:t>Англия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473">
                <a:tc>
                  <a:txBody>
                    <a:bodyPr/>
                    <a:lstStyle/>
                    <a:p>
                      <a:r>
                        <a:rPr lang="ru-RU" sz="1400" dirty="0"/>
                        <a:t>Испания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да!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473">
                <a:tc>
                  <a:txBody>
                    <a:bodyPr/>
                    <a:lstStyle/>
                    <a:p>
                      <a:r>
                        <a:rPr lang="ru-RU" sz="1400" dirty="0"/>
                        <a:t>Португалия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473">
                <a:tc>
                  <a:txBody>
                    <a:bodyPr/>
                    <a:lstStyle/>
                    <a:p>
                      <a:r>
                        <a:rPr lang="ru-RU" sz="1400" dirty="0"/>
                        <a:t>Франция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473">
                <a:tc>
                  <a:txBody>
                    <a:bodyPr/>
                    <a:lstStyle/>
                    <a:p>
                      <a:r>
                        <a:rPr lang="ru-RU" sz="1400" dirty="0"/>
                        <a:t>Россия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слабо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41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400" dirty="0"/>
              <a:t>С конца XVII века внешняя политика России приобретает регулярный характер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95536" y="1556792"/>
            <a:ext cx="7868393" cy="4786312"/>
          </a:xfrm>
        </p:spPr>
        <p:txBody>
          <a:bodyPr>
            <a:normAutofit fontScale="850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algn="ctr">
              <a:buNone/>
            </a:pPr>
            <a:r>
              <a:rPr lang="ru-RU" dirty="0"/>
              <a:t>«Регулярная» внешняя политика включает в себя:</a:t>
            </a:r>
          </a:p>
          <a:p>
            <a:pPr lvl="0"/>
            <a:r>
              <a:rPr lang="ru-RU" dirty="0"/>
              <a:t> Доктрину — набор базовых принципов.</a:t>
            </a:r>
          </a:p>
          <a:p>
            <a:pPr lvl="0"/>
            <a:r>
              <a:rPr lang="ru-RU" dirty="0"/>
              <a:t>Стратегию — набор долговременных целей.</a:t>
            </a:r>
          </a:p>
          <a:p>
            <a:pPr lvl="0"/>
            <a:r>
              <a:rPr lang="ru-RU" dirty="0"/>
              <a:t>Инструментарий — набор видов деятельности.</a:t>
            </a:r>
          </a:p>
          <a:p>
            <a:pPr lvl="0"/>
            <a:r>
              <a:rPr lang="ru-RU" dirty="0"/>
              <a:t>Направления — страны (чаще их группы), по отношению к которым формулируются тактические задачи и выбирается необходимый инструментарий.</a:t>
            </a:r>
          </a:p>
        </p:txBody>
      </p:sp>
    </p:spTree>
    <p:extLst>
      <p:ext uri="{BB962C8B-B14F-4D97-AF65-F5344CB8AC3E}">
        <p14:creationId xmlns:p14="http://schemas.microsoft.com/office/powerpoint/2010/main" val="209996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Доктрина Петра I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67544" y="1604963"/>
            <a:ext cx="7760469" cy="4525962"/>
          </a:xfrm>
        </p:spPr>
        <p:txBody>
          <a:bodyPr>
            <a:norm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 algn="ctr">
              <a:buNone/>
            </a:pPr>
            <a:r>
              <a:rPr lang="ru-RU" u="sng" dirty="0"/>
              <a:t>Отдельного текста доктрины не существует</a:t>
            </a:r>
            <a:r>
              <a:rPr lang="ru-RU" dirty="0"/>
              <a:t>, но по текстам указов Петра она может быть сформулирована так:</a:t>
            </a:r>
          </a:p>
          <a:p>
            <a:pPr marL="108000" lvl="0" indent="0" algn="ctr">
              <a:buNone/>
            </a:pPr>
            <a:r>
              <a:rPr lang="ru-RU" b="1" dirty="0"/>
              <a:t>внешнеполитические интересы России состоят в том, чтобы выйти из географической изоляции и культурной самоизоляции.</a:t>
            </a:r>
          </a:p>
        </p:txBody>
      </p:sp>
    </p:spTree>
    <p:extLst>
      <p:ext uri="{BB962C8B-B14F-4D97-AF65-F5344CB8AC3E}">
        <p14:creationId xmlns:p14="http://schemas.microsoft.com/office/powerpoint/2010/main" val="342416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79512" y="201613"/>
            <a:ext cx="8048501" cy="1787227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Стратегия Петра I</a:t>
            </a:r>
            <a:br>
              <a:rPr lang="ru-RU" sz="2800" dirty="0"/>
            </a:br>
            <a:r>
              <a:rPr lang="ru-RU" sz="2800" dirty="0"/>
              <a:t>Цель России — стать морской державой. Для этого необходимо завладеть побережьем Балтийского, Черного и Каспийского морей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67544" y="2286000"/>
            <a:ext cx="7760469" cy="3722688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b="1" dirty="0"/>
              <a:t>Другие элементы стратегии</a:t>
            </a:r>
            <a:r>
              <a:rPr lang="ru-RU" dirty="0"/>
              <a:t>, такие как: выделение этапов, построение «дерева целей», последовательность в переходах от этапа к этапу, </a:t>
            </a:r>
            <a:r>
              <a:rPr lang="ru-RU" b="1" dirty="0"/>
              <a:t>не прослеживаются.</a:t>
            </a:r>
          </a:p>
          <a:p>
            <a:pPr lvl="0"/>
            <a:r>
              <a:rPr lang="ru-RU" dirty="0"/>
              <a:t>Нет баланса интересов между внешней политикой и внутренней. Внутренняя и экономическая политика целиком подчинены задачам политики внешней.</a:t>
            </a:r>
          </a:p>
        </p:txBody>
      </p:sp>
    </p:spTree>
    <p:extLst>
      <p:ext uri="{BB962C8B-B14F-4D97-AF65-F5344CB8AC3E}">
        <p14:creationId xmlns:p14="http://schemas.microsoft.com/office/powerpoint/2010/main" val="1665177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Инструментарий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95536" y="1604963"/>
            <a:ext cx="7832477" cy="4525962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Главный инструмент: военный захват территории, с последующим ее освоением.</a:t>
            </a:r>
          </a:p>
          <a:p>
            <a:pPr lvl="0"/>
            <a:r>
              <a:rPr lang="ru-RU" sz="2400" dirty="0"/>
              <a:t>Дополнительные инструменты:</a:t>
            </a:r>
          </a:p>
          <a:p>
            <a:pPr lvl="0">
              <a:buChar char="✔"/>
            </a:pPr>
            <a:r>
              <a:rPr lang="ru-RU" sz="2400" dirty="0"/>
              <a:t>заключение военных союзов («Великое посольство»);</a:t>
            </a:r>
          </a:p>
          <a:p>
            <a:pPr lvl="0">
              <a:buChar char="✔"/>
            </a:pPr>
            <a:r>
              <a:rPr lang="ru-RU" sz="2400" dirty="0"/>
              <a:t>создание постоянных дипломатических представительств (Англия, Австрия, Голландия; послы Матвеев, </a:t>
            </a:r>
            <a:r>
              <a:rPr lang="ru-RU" sz="2400" dirty="0" err="1"/>
              <a:t>бр</a:t>
            </a:r>
            <a:r>
              <a:rPr lang="ru-RU" sz="2400" dirty="0"/>
              <a:t>. Веселовские, Куракин);</a:t>
            </a:r>
          </a:p>
          <a:p>
            <a:pPr lvl="0">
              <a:buChar char="✔"/>
            </a:pPr>
            <a:r>
              <a:rPr lang="ru-RU" sz="2400" dirty="0"/>
              <a:t>политика поощрения внешней торговли («фритрейдерство») через Петербург и другие города Балтики</a:t>
            </a:r>
          </a:p>
          <a:p>
            <a:pPr lvl="0">
              <a:buChar char="✔"/>
            </a:pPr>
            <a:r>
              <a:rPr lang="ru-RU" sz="2400" dirty="0"/>
              <a:t>династические браки (Алексей и Анна).</a:t>
            </a:r>
          </a:p>
        </p:txBody>
      </p:sp>
    </p:spTree>
    <p:extLst>
      <p:ext uri="{BB962C8B-B14F-4D97-AF65-F5344CB8AC3E}">
        <p14:creationId xmlns:p14="http://schemas.microsoft.com/office/powerpoint/2010/main" val="57145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827584" y="273050"/>
            <a:ext cx="7400429" cy="779686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Направление - юг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106382"/>
              </p:ext>
            </p:extLst>
          </p:nvPr>
        </p:nvGraphicFramePr>
        <p:xfrm>
          <a:off x="539552" y="1196752"/>
          <a:ext cx="8280920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8437">
                <a:tc>
                  <a:txBody>
                    <a:bodyPr/>
                    <a:lstStyle/>
                    <a:p>
                      <a:r>
                        <a:rPr lang="ru-RU" dirty="0"/>
                        <a:t>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Инструменты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437">
                <a:tc>
                  <a:txBody>
                    <a:bodyPr/>
                    <a:lstStyle/>
                    <a:p>
                      <a:r>
                        <a:rPr lang="ru-RU" sz="1600" dirty="0"/>
                        <a:t>Закрепление на побережье Азовского</a:t>
                      </a:r>
                      <a:r>
                        <a:rPr lang="ru-RU" sz="1600" baseline="0" dirty="0"/>
                        <a:t> моря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Азовские походы 1695 </a:t>
                      </a:r>
                      <a:r>
                        <a:rPr lang="en-US" sz="1600" dirty="0"/>
                        <a:t>-</a:t>
                      </a:r>
                      <a:r>
                        <a:rPr lang="ru-RU" sz="1600" dirty="0"/>
                        <a:t> 1696 гг.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Неудача – частичный успех – неудача.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876">
                <a:tc>
                  <a:txBody>
                    <a:bodyPr/>
                    <a:lstStyle/>
                    <a:p>
                      <a:r>
                        <a:rPr lang="ru-RU" sz="1600" dirty="0"/>
                        <a:t>Создание коалиции для общей борьбы с влиянием</a:t>
                      </a:r>
                      <a:r>
                        <a:rPr lang="ru-RU" sz="1600" baseline="0" dirty="0"/>
                        <a:t> Турции в Средиземноморье и Причерноморье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«Великое</a:t>
                      </a:r>
                      <a:r>
                        <a:rPr lang="ru-RU" sz="1600" baseline="0" dirty="0"/>
                        <a:t> посольство»</a:t>
                      </a:r>
                    </a:p>
                    <a:p>
                      <a:r>
                        <a:rPr lang="ru-RU" sz="1600" baseline="0" dirty="0"/>
                        <a:t>1697 – 1698 гг.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Неудача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905">
                <a:tc>
                  <a:txBody>
                    <a:bodyPr/>
                    <a:lstStyle/>
                    <a:p>
                      <a:r>
                        <a:rPr lang="ru-RU" sz="1600" dirty="0"/>
                        <a:t>Вытеснение Турции из западного Причерноморья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Прутский поход (в Молдавию) 1711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Провал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905">
                <a:tc>
                  <a:txBody>
                    <a:bodyPr/>
                    <a:lstStyle/>
                    <a:p>
                      <a:r>
                        <a:rPr lang="ru-RU" sz="1600" dirty="0"/>
                        <a:t>Закрепление России на берегах Каспийского моря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Персидский поход 1722-23 гг.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Удалось решить задачу на короткое время.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906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ruskline.ru/images/2013/271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412776"/>
            <a:ext cx="4122082" cy="505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26162"/>
            <a:ext cx="2315974" cy="4942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1619672" y="332656"/>
            <a:ext cx="6696744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Военные авантюры Петра </a:t>
            </a:r>
            <a:r>
              <a:rPr lang="en-US" dirty="0"/>
              <a:t>I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0846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55576" y="260648"/>
            <a:ext cx="7651949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400" dirty="0"/>
              <a:t>Направление — север. Противник – Швеция.</a:t>
            </a:r>
            <a:br>
              <a:rPr lang="ru-RU" sz="2400" dirty="0"/>
            </a:br>
            <a:r>
              <a:rPr lang="ru-RU" sz="2400" dirty="0"/>
              <a:t>Первый этап (1700 г.) 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55576" y="1604963"/>
            <a:ext cx="7472437" cy="4525962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Условный лозунг: «закидаем шапками».</a:t>
            </a:r>
          </a:p>
          <a:p>
            <a:pPr lvl="0"/>
            <a:r>
              <a:rPr lang="ru-RU" dirty="0"/>
              <a:t>Главное событие — сражение под Нарвой 19. 11. 1700.</a:t>
            </a:r>
          </a:p>
          <a:p>
            <a:pPr lvl="0"/>
            <a:r>
              <a:rPr lang="ru-RU" dirty="0"/>
              <a:t>Результат: разгром русских войск.</a:t>
            </a:r>
          </a:p>
          <a:p>
            <a:pPr lvl="0"/>
            <a:r>
              <a:rPr lang="ru-RU" dirty="0"/>
              <a:t>Вывод: необходима модернизация армии и тех сторон жизни страны, которые с ней связаны.</a:t>
            </a:r>
          </a:p>
        </p:txBody>
      </p:sp>
    </p:spTree>
    <p:extLst>
      <p:ext uri="{BB962C8B-B14F-4D97-AF65-F5344CB8AC3E}">
        <p14:creationId xmlns:p14="http://schemas.microsoft.com/office/powerpoint/2010/main" val="605303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600" dirty="0"/>
              <a:t>Направление — север.</a:t>
            </a:r>
            <a:br>
              <a:rPr lang="ru-RU" sz="3600" dirty="0"/>
            </a:br>
            <a:r>
              <a:rPr lang="ru-RU" sz="3600" dirty="0"/>
              <a:t>Второй этап.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67544" y="1604963"/>
            <a:ext cx="7760469" cy="4525962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Условный лозунг - «учимся у противника».</a:t>
            </a:r>
          </a:p>
          <a:p>
            <a:pPr lvl="0"/>
            <a:r>
              <a:rPr lang="ru-RU" dirty="0"/>
              <a:t>Время: 1701 — 1707.</a:t>
            </a:r>
          </a:p>
          <a:p>
            <a:pPr lvl="0"/>
            <a:r>
              <a:rPr lang="ru-RU" dirty="0"/>
              <a:t>Главные события: осада русскими войсками Дерпта и Ревеля.</a:t>
            </a:r>
          </a:p>
          <a:p>
            <a:pPr lvl="0"/>
            <a:r>
              <a:rPr lang="ru-RU" dirty="0"/>
              <a:t>Результат: захват Ингерманландии и части Эстонии.</a:t>
            </a:r>
          </a:p>
          <a:p>
            <a:pPr lvl="0"/>
            <a:r>
              <a:rPr lang="ru-RU" dirty="0"/>
              <a:t>Вывод: найдена победная стратегия.</a:t>
            </a:r>
          </a:p>
        </p:txBody>
      </p:sp>
    </p:spTree>
    <p:extLst>
      <p:ext uri="{BB962C8B-B14F-4D97-AF65-F5344CB8AC3E}">
        <p14:creationId xmlns:p14="http://schemas.microsoft.com/office/powerpoint/2010/main" val="1493802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Направление — север.</a:t>
            </a:r>
            <a:br>
              <a:rPr lang="ru-RU" sz="3200" dirty="0"/>
            </a:br>
            <a:r>
              <a:rPr lang="ru-RU" sz="3200" dirty="0"/>
              <a:t>Третий этап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683568" y="1604963"/>
            <a:ext cx="7544445" cy="4699000"/>
          </a:xfrm>
        </p:spPr>
        <p:txBody>
          <a:bodyPr>
            <a:normAutofit fontScale="850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Условный лозунг - «коренной перелом».</a:t>
            </a:r>
          </a:p>
          <a:p>
            <a:pPr lvl="0"/>
            <a:r>
              <a:rPr lang="ru-RU" dirty="0"/>
              <a:t>Время 1708-1709 гг.</a:t>
            </a:r>
          </a:p>
          <a:p>
            <a:pPr lvl="0"/>
            <a:r>
              <a:rPr lang="ru-RU" dirty="0"/>
              <a:t>Главное событие: сражение под Полтавой.</a:t>
            </a:r>
          </a:p>
          <a:p>
            <a:pPr lvl="0"/>
            <a:r>
              <a:rPr lang="ru-RU" dirty="0"/>
              <a:t>Результаты:</a:t>
            </a:r>
          </a:p>
          <a:p>
            <a:pPr lvl="0">
              <a:buChar char="✔"/>
            </a:pPr>
            <a:r>
              <a:rPr lang="ru-RU" dirty="0"/>
              <a:t>разбиты сухопутные силы противника,</a:t>
            </a:r>
          </a:p>
          <a:p>
            <a:pPr lvl="0">
              <a:buChar char="✔"/>
            </a:pPr>
            <a:r>
              <a:rPr lang="ru-RU" dirty="0"/>
              <a:t>инициатива в ведении боевых действий перешла к России</a:t>
            </a:r>
          </a:p>
          <a:p>
            <a:pPr lvl="0"/>
            <a:r>
              <a:rPr lang="ru-RU" dirty="0"/>
              <a:t>Вывод: победа на море приведет к решению главной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3834176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98066" y="130634"/>
            <a:ext cx="5183673" cy="66358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9092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801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Направление — север.</a:t>
            </a:r>
            <a:br>
              <a:rPr lang="ru-RU" sz="3200" dirty="0"/>
            </a:br>
            <a:r>
              <a:rPr lang="ru-RU" sz="3200" dirty="0"/>
              <a:t>Четвертый этап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67544" y="1604963"/>
            <a:ext cx="7760469" cy="4776365"/>
          </a:xfrm>
        </p:spPr>
        <p:txBody>
          <a:bodyPr>
            <a:normAutofit fontScale="85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Условный лозунг - «ученик превосходит учителя».</a:t>
            </a:r>
          </a:p>
          <a:p>
            <a:pPr lvl="0"/>
            <a:r>
              <a:rPr lang="ru-RU" dirty="0"/>
              <a:t>Время: 1710 — 1721</a:t>
            </a:r>
          </a:p>
          <a:p>
            <a:pPr lvl="0"/>
            <a:r>
              <a:rPr lang="ru-RU" dirty="0"/>
              <a:t>Главные события:</a:t>
            </a:r>
          </a:p>
          <a:p>
            <a:pPr lvl="0">
              <a:buChar char="✔"/>
            </a:pPr>
            <a:r>
              <a:rPr lang="ru-RU" dirty="0"/>
              <a:t>Захват Эстляндии и Лифляндии в 1710 г.</a:t>
            </a:r>
          </a:p>
          <a:p>
            <a:pPr lvl="0">
              <a:buChar char="✔"/>
            </a:pPr>
            <a:r>
              <a:rPr lang="ru-RU" dirty="0"/>
              <a:t>Морское сражение при м. Гангут 1714,</a:t>
            </a:r>
          </a:p>
          <a:p>
            <a:pPr lvl="0">
              <a:buChar char="✔"/>
            </a:pPr>
            <a:r>
              <a:rPr lang="ru-RU" dirty="0"/>
              <a:t>Морское сражение при о. Гренгам 1720.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ru-RU" dirty="0"/>
              <a:t>Результат: победа в войне.</a:t>
            </a:r>
          </a:p>
          <a:p>
            <a:pPr lvl="0"/>
            <a:r>
              <a:rPr lang="ru-RU" b="1" dirty="0"/>
              <a:t>Вывод: Россия обеспечила внешние условия для модернизации страны.</a:t>
            </a:r>
          </a:p>
        </p:txBody>
      </p:sp>
    </p:spTree>
    <p:extLst>
      <p:ext uri="{BB962C8B-B14F-4D97-AF65-F5344CB8AC3E}">
        <p14:creationId xmlns:p14="http://schemas.microsoft.com/office/powerpoint/2010/main" val="188806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115616" y="273050"/>
            <a:ext cx="7112397" cy="106771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ИНТЕРМЕДИЯ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4294967295"/>
          </p:nvPr>
        </p:nvSpPr>
        <p:spPr>
          <a:xfrm>
            <a:off x="323528" y="1604963"/>
            <a:ext cx="7904485" cy="4525962"/>
          </a:xfrm>
        </p:spPr>
        <p:txBody>
          <a:bodyPr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indent="0" algn="ctr">
              <a:buNone/>
            </a:pPr>
            <a:r>
              <a:rPr lang="ru-RU" sz="3300" b="1" dirty="0"/>
              <a:t>Почему некоторые войны полезно  проиграть:</a:t>
            </a:r>
          </a:p>
          <a:p>
            <a:pPr marL="0" indent="0" algn="ctr">
              <a:buNone/>
            </a:pPr>
            <a:r>
              <a:rPr lang="ru-RU" dirty="0"/>
              <a:t>После проигрыша в Северной войне Швеция, постепенно, отказалась от политики экспансии.</a:t>
            </a:r>
          </a:p>
          <a:p>
            <a:pPr marL="0" indent="0" algn="ctr">
              <a:buNone/>
            </a:pPr>
            <a:r>
              <a:rPr lang="ru-RU" dirty="0"/>
              <a:t>После «наполеоновских войн» начала XIX века Швеция переходит к доктрине нейтралитета, что позволяет ей направить силы на создание общества «всеобщего процветания».</a:t>
            </a:r>
          </a:p>
        </p:txBody>
      </p:sp>
    </p:spTree>
    <p:extLst>
      <p:ext uri="{BB962C8B-B14F-4D97-AF65-F5344CB8AC3E}">
        <p14:creationId xmlns:p14="http://schemas.microsoft.com/office/powerpoint/2010/main" val="184741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467544" y="273050"/>
            <a:ext cx="7760469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Вторая четверть XVIII века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51520" y="1604963"/>
            <a:ext cx="6084193" cy="4919662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algn="ctr">
              <a:buNone/>
            </a:pPr>
            <a:r>
              <a:rPr lang="ru-RU" dirty="0"/>
              <a:t>Россия</a:t>
            </a:r>
          </a:p>
          <a:p>
            <a:pPr lvl="0"/>
            <a:r>
              <a:rPr lang="ru-RU" sz="2400" dirty="0"/>
              <a:t>официально входит в «клуб» европейской политики (направления «Балтика», «Польша», «Черное море»);</a:t>
            </a:r>
          </a:p>
          <a:p>
            <a:pPr lvl="0"/>
            <a:r>
              <a:rPr lang="ru-RU" sz="2400" dirty="0"/>
              <a:t>закрепляет свое преимущество на Балтике;</a:t>
            </a:r>
          </a:p>
          <a:p>
            <a:pPr lvl="0"/>
            <a:r>
              <a:rPr lang="ru-RU" sz="2400" dirty="0"/>
              <a:t>начинает разворот в пользу долговременной стратегии присоединения и освоения причерноморских земель (1737 -1739: первое вторжение в Крым, временный захват Очакова и получение Азова, без укрепления).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822288" y="4670821"/>
            <a:ext cx="1567446" cy="881781"/>
          </a:xfrm>
          <a:prstGeom prst="rect">
            <a:avLst/>
          </a:prstGeom>
          <a:solidFill>
            <a:srgbClr val="CFE7F5"/>
          </a:solidFill>
          <a:ln w="0">
            <a:solidFill>
              <a:srgbClr val="808080"/>
            </a:solidFill>
            <a:prstDash val="solid"/>
          </a:ln>
        </p:spPr>
        <p:txBody>
          <a:bodyPr vert="horz" wrap="none" lIns="81631" tIns="40816" rIns="81631" bIns="40816" anchor="ctr" anchorCtr="0" compatLnSpc="0"/>
          <a:lstStyle/>
          <a:p>
            <a:pPr algn="ctr" defTabSz="829366" hangingPunct="0"/>
            <a:r>
              <a:rPr lang="ru-RU" dirty="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Фельдмаршал</a:t>
            </a:r>
          </a:p>
          <a:p>
            <a:pPr algn="ctr" defTabSz="829366" hangingPunct="0"/>
            <a:r>
              <a:rPr lang="ru-RU" dirty="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Б.Х.Миних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071" y="1844824"/>
            <a:ext cx="2029880" cy="256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4222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39552" y="273050"/>
            <a:ext cx="7688461" cy="779686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800" dirty="0"/>
              <a:t>Самая бесполезная война в истории России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67544" y="1268760"/>
            <a:ext cx="7760469" cy="5124103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Семилетняя война (1756 — 1763)</a:t>
            </a:r>
          </a:p>
          <a:p>
            <a:pPr lvl="0"/>
            <a:r>
              <a:rPr lang="ru-RU" sz="2000" dirty="0"/>
              <a:t>Велась за интересы Англии и Пруссии, против интересов Франции и Австрии.</a:t>
            </a:r>
          </a:p>
          <a:p>
            <a:pPr lvl="0"/>
            <a:r>
              <a:rPr lang="ru-RU" sz="2000" dirty="0"/>
              <a:t>Цель участия России на стороне Франции-Австрии: не допустить усиления Пруссии в Восточной Европе.</a:t>
            </a:r>
          </a:p>
          <a:p>
            <a:pPr lvl="0"/>
            <a:r>
              <a:rPr lang="ru-RU" sz="2000" dirty="0"/>
              <a:t>Результат 1: захват Восточной Пруссии, временная оккупация Берлина.</a:t>
            </a:r>
          </a:p>
          <a:p>
            <a:pPr lvl="0"/>
            <a:r>
              <a:rPr lang="ru-RU" sz="2000" dirty="0"/>
              <a:t>Результат 2: Сменивший Елизавету Петровну Петр III возвратил Фридриху II Прусскому все завоеванные территории (</a:t>
            </a:r>
            <a:r>
              <a:rPr lang="ru-RU" sz="2000" b="1" dirty="0"/>
              <a:t>великий полководец не может терпеть поражения, поэтому его нельзя побеждать</a:t>
            </a:r>
            <a:r>
              <a:rPr lang="ru-RU" sz="2000" dirty="0"/>
              <a:t>) и передал в его подчинение корпус ген. З.Г. Чернышёва.</a:t>
            </a:r>
          </a:p>
          <a:p>
            <a:pPr lvl="0"/>
            <a:r>
              <a:rPr lang="ru-RU" sz="2000" dirty="0"/>
              <a:t>Издержки войны: около 60 тыс. погибших солдат и офицеров российской армии + затраты на ведение войны.</a:t>
            </a:r>
          </a:p>
        </p:txBody>
      </p:sp>
    </p:spTree>
    <p:extLst>
      <p:ext uri="{BB962C8B-B14F-4D97-AF65-F5344CB8AC3E}">
        <p14:creationId xmlns:p14="http://schemas.microsoft.com/office/powerpoint/2010/main" val="13187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56" y="260648"/>
            <a:ext cx="8455920" cy="6120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2701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23528" y="273050"/>
            <a:ext cx="7904485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600" dirty="0"/>
              <a:t>Вторая половина XVIII века (Екатерина II)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95536" y="1604963"/>
            <a:ext cx="7832477" cy="4525962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Доктрина: «Россия есть держава Европейская» («Наказ» Уложенной комиссии 1767 года).</a:t>
            </a:r>
          </a:p>
          <a:p>
            <a:pPr lvl="0"/>
            <a:r>
              <a:rPr lang="ru-RU" dirty="0"/>
              <a:t>Концепция (1760-х — 1770-х гг.): экспансия России должна быть направлена на интеграцию в Европу.</a:t>
            </a:r>
          </a:p>
          <a:p>
            <a:pPr lvl="0"/>
            <a:r>
              <a:rPr lang="ru-RU" dirty="0"/>
              <a:t>Главный инструмент: создание союзов с европейскими странами для решение общих задач.  </a:t>
            </a:r>
          </a:p>
        </p:txBody>
      </p:sp>
    </p:spTree>
    <p:extLst>
      <p:ext uri="{BB962C8B-B14F-4D97-AF65-F5344CB8AC3E}">
        <p14:creationId xmlns:p14="http://schemas.microsoft.com/office/powerpoint/2010/main" val="2159259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611560" y="-99392"/>
            <a:ext cx="7616453" cy="11445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Направление – запад (Польша)  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95536" y="1604963"/>
            <a:ext cx="7832477" cy="4525962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Условный лозунг: «Польша — несостоявшееся государство».</a:t>
            </a:r>
          </a:p>
          <a:p>
            <a:pPr lvl="0"/>
            <a:r>
              <a:rPr lang="ru-RU" dirty="0"/>
              <a:t>Время: 1772 — 1794.</a:t>
            </a:r>
          </a:p>
          <a:p>
            <a:pPr lvl="0"/>
            <a:r>
              <a:rPr lang="ru-RU" dirty="0"/>
              <a:t>Главные события: три раздела Речи Посполитой между Россией, Пруссией и Австрией</a:t>
            </a:r>
          </a:p>
          <a:p>
            <a:pPr lvl="0"/>
            <a:r>
              <a:rPr lang="ru-RU" dirty="0"/>
              <a:t>Результат: в состав Российской империи вошли земли Западной Белоруссии, Западной Украины, Польши и Литвы (к востоку от Буга)</a:t>
            </a:r>
          </a:p>
        </p:txBody>
      </p:sp>
    </p:spTree>
    <p:extLst>
      <p:ext uri="{BB962C8B-B14F-4D97-AF65-F5344CB8AC3E}">
        <p14:creationId xmlns:p14="http://schemas.microsoft.com/office/powerpoint/2010/main" val="2318372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171" y="587855"/>
            <a:ext cx="8339138" cy="5551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0535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457200" y="260648"/>
            <a:ext cx="8229600" cy="881999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Направление – юг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186808" cy="4525963"/>
          </a:xfrm>
        </p:spPr>
        <p:txBody>
          <a:bodyPr anchor="ctr">
            <a:normAutofit fontScale="92500" lnSpcReduction="1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r>
              <a:rPr lang="ru-RU" dirty="0"/>
              <a:t>Условный лозунг: «нападай на слабого».</a:t>
            </a:r>
          </a:p>
          <a:p>
            <a:r>
              <a:rPr lang="ru-RU" dirty="0"/>
              <a:t>Время: 1768 — 1774 и 1787 — 1791 гг.</a:t>
            </a:r>
          </a:p>
          <a:p>
            <a:r>
              <a:rPr lang="ru-RU" dirty="0"/>
              <a:t>Главные события: Чесменское сражение (1770), победа у Козлуджи (1774), взятие Измаила (1790).</a:t>
            </a:r>
          </a:p>
          <a:p>
            <a:r>
              <a:rPr lang="ru-RU" dirty="0"/>
              <a:t>Результат: присоединение Крыма и перенесение границы с Турцией к Днестру.</a:t>
            </a:r>
          </a:p>
        </p:txBody>
      </p:sp>
      <p:pic>
        <p:nvPicPr>
          <p:cNvPr id="4" name="Hor_Valaamskogo_monastyrya_-_Grom_pobedy_razdavajsya_neoficialnyj_gimn_Rossijskoj_Imperii_v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08304" y="1414668"/>
            <a:ext cx="442080" cy="442126"/>
          </a:xfrm>
          <a:prstGeom prst="rect">
            <a:avLst/>
          </a:prstGeom>
        </p:spPr>
      </p:pic>
      <p:pic>
        <p:nvPicPr>
          <p:cNvPr id="4100" name="Picture 4" descr="Картинки по запросу карта таврической области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452" y="2204864"/>
            <a:ext cx="4114823" cy="335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4927257" y="5779677"/>
            <a:ext cx="3673211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Карта Таврической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316475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04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/>
          <a:lstStyle/>
          <a:p>
            <a:pPr>
              <a:buNone/>
            </a:pPr>
            <a:r>
              <a:rPr lang="ru-RU" sz="2900" dirty="0"/>
              <a:t>Общеевропейская тактика боевых действий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589769262"/>
              </p:ext>
            </p:extLst>
          </p:nvPr>
        </p:nvGraphicFramePr>
        <p:xfrm>
          <a:off x="456998" y="1599919"/>
          <a:ext cx="6096000" cy="4064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6858113" y="2645108"/>
            <a:ext cx="1698255" cy="1959731"/>
          </a:xfrm>
          <a:prstGeom prst="roundRect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96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82936" tIns="41469" rIns="82936" bIns="41469" rtlCol="0" anchor="ctr"/>
          <a:lstStyle/>
          <a:p>
            <a:pPr algn="ctr" defTabSz="829366"/>
            <a:r>
              <a:rPr lang="ru-RU" dirty="0">
                <a:solidFill>
                  <a:prstClr val="black"/>
                </a:solidFill>
              </a:rPr>
              <a:t>Война состоит не столько из боев, сколько из маневров и построений</a:t>
            </a:r>
          </a:p>
        </p:txBody>
      </p:sp>
    </p:spTree>
    <p:extLst>
      <p:ext uri="{BB962C8B-B14F-4D97-AF65-F5344CB8AC3E}">
        <p14:creationId xmlns:p14="http://schemas.microsoft.com/office/powerpoint/2010/main" val="2041775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648072"/>
          </a:xfrm>
        </p:spPr>
        <p:txBody>
          <a:bodyPr/>
          <a:lstStyle/>
          <a:p>
            <a:pPr>
              <a:buNone/>
            </a:pPr>
            <a:r>
              <a:rPr lang="ru-RU" sz="2400" dirty="0"/>
              <a:t>Новации А.В. Суворова (армия) и Ф.Ф. Ушакова (флот)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840955"/>
              </p:ext>
            </p:extLst>
          </p:nvPr>
        </p:nvGraphicFramePr>
        <p:xfrm>
          <a:off x="456480" y="1604330"/>
          <a:ext cx="8229600" cy="1694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84" y="3102378"/>
            <a:ext cx="3895298" cy="267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588" y="3102378"/>
            <a:ext cx="3130223" cy="2673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1567396" y="6041974"/>
            <a:ext cx="1436985" cy="3919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36" tIns="41469" rIns="82936" bIns="41469" rtlCol="0" anchor="ctr"/>
          <a:lstStyle/>
          <a:p>
            <a:pPr algn="ctr" defTabSz="829366"/>
            <a:r>
              <a:rPr lang="ru-RU" dirty="0">
                <a:solidFill>
                  <a:prstClr val="black"/>
                </a:solidFill>
              </a:rPr>
              <a:t>Было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421127" y="6041974"/>
            <a:ext cx="1763572" cy="3919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36" tIns="41469" rIns="82936" bIns="41469" rtlCol="0" anchor="ctr"/>
          <a:lstStyle/>
          <a:p>
            <a:pPr algn="ctr" defTabSz="829366"/>
            <a:r>
              <a:rPr lang="ru-RU" dirty="0">
                <a:solidFill>
                  <a:prstClr val="black"/>
                </a:solidFill>
              </a:rPr>
              <a:t>Стало</a:t>
            </a:r>
          </a:p>
        </p:txBody>
      </p:sp>
    </p:spTree>
    <p:extLst>
      <p:ext uri="{BB962C8B-B14F-4D97-AF65-F5344CB8AC3E}">
        <p14:creationId xmlns:p14="http://schemas.microsoft.com/office/powerpoint/2010/main" val="3633857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075240" cy="792088"/>
          </a:xfrm>
        </p:spPr>
        <p:txBody>
          <a:bodyPr/>
          <a:lstStyle/>
          <a:p>
            <a:pPr>
              <a:buNone/>
            </a:pPr>
            <a:r>
              <a:rPr lang="ru-RU" sz="3300" dirty="0"/>
              <a:t>Новая концепция в направлении «юг»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2316" y="1403945"/>
            <a:ext cx="8163619" cy="489932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lang="ru-RU" sz="2000" dirty="0"/>
              <a:t>Условный лозунг: «Взять проливы» (из Черного моря в Средиземное).</a:t>
            </a:r>
          </a:p>
          <a:p>
            <a:pPr>
              <a:spcAft>
                <a:spcPts val="0"/>
              </a:spcAft>
            </a:pPr>
            <a:r>
              <a:rPr lang="ru-RU" sz="2000" dirty="0"/>
              <a:t>Время: 1790-е гг.</a:t>
            </a:r>
          </a:p>
          <a:p>
            <a:pPr>
              <a:spcAft>
                <a:spcPts val="0"/>
              </a:spcAft>
            </a:pPr>
            <a:r>
              <a:rPr lang="ru-RU" sz="2000" dirty="0"/>
              <a:t>Противник: Турция (за которой просматриваются интересы Англии).</a:t>
            </a:r>
          </a:p>
          <a:p>
            <a:pPr>
              <a:spcAft>
                <a:spcPts val="0"/>
              </a:spcAft>
            </a:pPr>
            <a:r>
              <a:rPr lang="ru-RU" sz="2000" dirty="0"/>
              <a:t>Главные действия: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/>
              <a:t>Создание базы Российского флота в Севастополе.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/>
              <a:t>Преобразование Одессы в крупнейший город Черноморско-Средиземноморской торговли.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/>
              <a:t>Прочный союз с Австрией, направленный на раздел Османской империи и захват ее балканских владений.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/>
              <a:t>Итальянский поход армии Суворова 1799 г.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/>
              <a:t>Средиземноморский поход флотилии Ушакова (Ионические острова и о. Корфу) 1798 – 1800.</a:t>
            </a:r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Результат: формирование стратегии решения «Восточного вопроса» на весь </a:t>
            </a:r>
            <a:r>
              <a:rPr lang="en-US" sz="2000" dirty="0"/>
              <a:t>XIX </a:t>
            </a:r>
            <a:r>
              <a:rPr lang="ru-RU" sz="2000" dirty="0"/>
              <a:t>век.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702485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67544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ru-RU" sz="3600" dirty="0"/>
              <a:t>Новая концепция в направлении «запад»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200" dirty="0"/>
              <a:t>Условный лозунг: «единство Европы в борьбе с революцией».</a:t>
            </a:r>
            <a:endParaRPr lang="en-US" sz="2200" dirty="0"/>
          </a:p>
          <a:p>
            <a:r>
              <a:rPr lang="ru-RU" sz="2200" dirty="0"/>
              <a:t>Время: 1790-1798.</a:t>
            </a:r>
          </a:p>
          <a:p>
            <a:r>
              <a:rPr lang="ru-RU" sz="2200" dirty="0"/>
              <a:t>Концепция: подавление французской революции. При участии России закрепит ее ведущую роль в делах Европы (и облегчит переход к решению «Восточного вопроса»).</a:t>
            </a:r>
          </a:p>
          <a:p>
            <a:r>
              <a:rPr lang="ru-RU" sz="2200" dirty="0"/>
              <a:t>Действия: создание антифранцузских коалиций и отправка российских войск для борьбы с Францией в Нидерланды, Грецию и Италию. </a:t>
            </a:r>
          </a:p>
          <a:p>
            <a:r>
              <a:rPr lang="ru-RU" sz="2200" dirty="0"/>
              <a:t>Результат: отсутствует.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3166097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20080"/>
          </a:xfrm>
        </p:spPr>
        <p:txBody>
          <a:bodyPr/>
          <a:lstStyle/>
          <a:p>
            <a:pPr>
              <a:buNone/>
            </a:pPr>
            <a:r>
              <a:rPr lang="ru-RU" sz="2900" dirty="0"/>
              <a:t>Внешнеполитическая парадигма Павла </a:t>
            </a:r>
            <a:r>
              <a:rPr lang="en-US" sz="2900" dirty="0"/>
              <a:t>I </a:t>
            </a:r>
            <a:endParaRPr lang="ru-RU" sz="29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032" cy="4525963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0"/>
              </a:spcAft>
            </a:pPr>
            <a:r>
              <a:rPr lang="ru-RU" sz="2200" dirty="0"/>
              <a:t>Доктрина: Екатерина все делала неправильно. </a:t>
            </a:r>
            <a:r>
              <a:rPr lang="ru-RU" sz="2200" b="1" dirty="0"/>
              <a:t>Правильно будет сейчас</a:t>
            </a:r>
            <a:r>
              <a:rPr lang="ru-RU" sz="2200" dirty="0"/>
              <a:t>.</a:t>
            </a:r>
          </a:p>
          <a:p>
            <a:pPr>
              <a:spcAft>
                <a:spcPts val="0"/>
              </a:spcAft>
            </a:pPr>
            <a:r>
              <a:rPr lang="ru-RU" sz="2200" dirty="0"/>
              <a:t>Концепция: наши союзники нас подвели (австрийцы) или обманули (англичане). Теперь союзники будут противниками. А противники (Франция) – союзниками.</a:t>
            </a:r>
          </a:p>
          <a:p>
            <a:pPr>
              <a:spcAft>
                <a:spcPts val="0"/>
              </a:spcAft>
            </a:pPr>
            <a:r>
              <a:rPr lang="ru-RU" sz="2200" dirty="0"/>
              <a:t>Инструментарий: не изменился.</a:t>
            </a:r>
          </a:p>
          <a:p>
            <a:pPr>
              <a:spcAft>
                <a:spcPts val="0"/>
              </a:spcAft>
            </a:pPr>
            <a:r>
              <a:rPr lang="ru-RU" sz="2200" dirty="0"/>
              <a:t>Главные действия: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200" dirty="0"/>
              <a:t>Принятие Павлом главенства в Мальтийском ордене.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200" dirty="0"/>
              <a:t>Создание коалиции «вооруженного нейтралитета»  против Англии.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200" dirty="0"/>
              <a:t>Заключение мира с Францией и планирование совместного похода в Индию.</a:t>
            </a:r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dirty="0"/>
              <a:t>Результат: государственный переворот и убийство Павла </a:t>
            </a:r>
            <a:r>
              <a:rPr lang="en-US" sz="2200" dirty="0"/>
              <a:t>I</a:t>
            </a:r>
            <a:endParaRPr lang="ru-RU" sz="2200" dirty="0"/>
          </a:p>
        </p:txBody>
      </p:sp>
      <p:pic>
        <p:nvPicPr>
          <p:cNvPr id="2050" name="Picture 2" descr="https://img.tourister.ru/files/8/2/3/5/9/8/1/clones/626_870_fixedwidth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484784"/>
            <a:ext cx="1921264" cy="267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876256" y="4581128"/>
            <a:ext cx="1921264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Павел </a:t>
            </a:r>
            <a:r>
              <a:rPr lang="en-US" dirty="0"/>
              <a:t>I – </a:t>
            </a:r>
            <a:r>
              <a:rPr lang="ru-RU" dirty="0"/>
              <a:t>72-й магистр мальтийского ордена</a:t>
            </a:r>
          </a:p>
        </p:txBody>
      </p:sp>
    </p:spTree>
    <p:extLst>
      <p:ext uri="{BB962C8B-B14F-4D97-AF65-F5344CB8AC3E}">
        <p14:creationId xmlns:p14="http://schemas.microsoft.com/office/powerpoint/2010/main" val="5893520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1559</Words>
  <Application>Microsoft Office PowerPoint</Application>
  <PresentationFormat>Экран (4:3)</PresentationFormat>
  <Paragraphs>276</Paragraphs>
  <Slides>29</Slides>
  <Notes>19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29</vt:i4>
      </vt:variant>
    </vt:vector>
  </HeadingPairs>
  <TitlesOfParts>
    <vt:vector size="38" baseType="lpstr">
      <vt:lpstr>Arial</vt:lpstr>
      <vt:lpstr>Calibri</vt:lpstr>
      <vt:lpstr>Century Gothic</vt:lpstr>
      <vt:lpstr>Courier New</vt:lpstr>
      <vt:lpstr>Palatino Linotype</vt:lpstr>
      <vt:lpstr>StarSymbol</vt:lpstr>
      <vt:lpstr>Wingdings</vt:lpstr>
      <vt:lpstr>Тема Office</vt:lpstr>
      <vt:lpstr>Исполнительная</vt:lpstr>
      <vt:lpstr>История России</vt:lpstr>
      <vt:lpstr>Парадигмы внешней политики</vt:lpstr>
      <vt:lpstr>Русь-Россия в VIII – XVII вв.</vt:lpstr>
      <vt:lpstr>Преимущества экспансии за пределы Европы к концу XVII века (не учтено прямое ограбление населения захваченных территорий)</vt:lpstr>
      <vt:lpstr>Издержки экспансионистской политики стран Европы в XVII в.</vt:lpstr>
      <vt:lpstr>С конца XVII века внешняя политика России приобретает регулярный характер</vt:lpstr>
      <vt:lpstr>Доктрина Петра I</vt:lpstr>
      <vt:lpstr>Стратегия Петра I Цель России — стать морской державой. Для этого необходимо завладеть побережьем Балтийского, Черного и Каспийского морей</vt:lpstr>
      <vt:lpstr>Инструментарий</vt:lpstr>
      <vt:lpstr>Направление - юг</vt:lpstr>
      <vt:lpstr>Презентация PowerPoint</vt:lpstr>
      <vt:lpstr>Направление — север. Противник – Швеция. Первый этап (1700 г.) </vt:lpstr>
      <vt:lpstr>Направление — север. Второй этап.</vt:lpstr>
      <vt:lpstr>Направление — север. Третий этап</vt:lpstr>
      <vt:lpstr>Презентация PowerPoint</vt:lpstr>
      <vt:lpstr>Направление — север. Четвертый этап</vt:lpstr>
      <vt:lpstr>ИНТЕРМЕДИЯ</vt:lpstr>
      <vt:lpstr>Вторая четверть XVIII века</vt:lpstr>
      <vt:lpstr>Самая бесполезная война в истории России</vt:lpstr>
      <vt:lpstr>Презентация PowerPoint</vt:lpstr>
      <vt:lpstr>Вторая половина XVIII века (Екатерина II)</vt:lpstr>
      <vt:lpstr>Направление – запад (Польша)  </vt:lpstr>
      <vt:lpstr>Презентация PowerPoint</vt:lpstr>
      <vt:lpstr>Направление – юг</vt:lpstr>
      <vt:lpstr>Общеевропейская тактика боевых действий</vt:lpstr>
      <vt:lpstr>Новации А.В. Суворова (армия) и Ф.Ф. Ушакова (флот)</vt:lpstr>
      <vt:lpstr>Новая концепция в направлении «юг» </vt:lpstr>
      <vt:lpstr>Новая концепция в направлении «запад»</vt:lpstr>
      <vt:lpstr>Внешнеполитическая парадигма Павла 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User</dc:creator>
  <cp:lastModifiedBy>Константин Соловьев</cp:lastModifiedBy>
  <cp:revision>18</cp:revision>
  <dcterms:created xsi:type="dcterms:W3CDTF">2017-07-30T07:34:05Z</dcterms:created>
  <dcterms:modified xsi:type="dcterms:W3CDTF">2023-08-24T11:30:14Z</dcterms:modified>
</cp:coreProperties>
</file>