
<file path=[Content_Types].xml><?xml version="1.0" encoding="utf-8"?>
<Types xmlns="http://schemas.openxmlformats.org/package/2006/content-types">
  <Default Extension="jpeg" ContentType="image/jpeg"/>
  <Default Extension="mp3" ContentType="audio/m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70" r:id="rId15"/>
    <p:sldId id="271" r:id="rId16"/>
    <p:sldId id="272" r:id="rId17"/>
    <p:sldId id="273" r:id="rId18"/>
    <p:sldId id="274" r:id="rId19"/>
    <p:sldId id="275" r:id="rId20"/>
    <p:sldId id="282" r:id="rId21"/>
    <p:sldId id="283" r:id="rId22"/>
    <p:sldId id="284" r:id="rId23"/>
    <p:sldId id="286" r:id="rId24"/>
    <p:sldId id="285" r:id="rId25"/>
    <p:sldId id="276" r:id="rId26"/>
    <p:sldId id="277" r:id="rId27"/>
    <p:sldId id="278" r:id="rId28"/>
    <p:sldId id="279" r:id="rId29"/>
    <p:sldId id="280" r:id="rId30"/>
    <p:sldId id="281" r:id="rId31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5" d="100"/>
          <a:sy n="105" d="100"/>
        </p:scale>
        <p:origin x="1794" y="9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A4CC06B-6716-40D6-A060-F04C71551012}" type="doc">
      <dgm:prSet loTypeId="urn:microsoft.com/office/officeart/2005/8/layout/vList5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ru-RU"/>
        </a:p>
      </dgm:t>
    </dgm:pt>
    <dgm:pt modelId="{F0D0D727-5D64-407F-A08C-C917D1BB080F}">
      <dgm:prSet phldrT="[Текст]" custT="1">
        <dgm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dgm:style>
      </dgm:prSet>
      <dgm:spPr/>
      <dgm:t>
        <a:bodyPr/>
        <a:lstStyle/>
        <a:p>
          <a:r>
            <a:rPr lang="ru-RU" sz="1400" dirty="0"/>
            <a:t>Между светскими и церковными землевладельцами</a:t>
          </a:r>
        </a:p>
      </dgm:t>
    </dgm:pt>
    <dgm:pt modelId="{77394981-33AD-4294-806A-1E33F525E3C4}" type="parTrans" cxnId="{7CD85B72-7726-4BCF-BB07-0BF0D1FB8A21}">
      <dgm:prSet/>
      <dgm:spPr/>
      <dgm:t>
        <a:bodyPr/>
        <a:lstStyle/>
        <a:p>
          <a:endParaRPr lang="ru-RU"/>
        </a:p>
      </dgm:t>
    </dgm:pt>
    <dgm:pt modelId="{F964B2A5-424C-48DC-ABAF-5613BE6C75DB}" type="sibTrans" cxnId="{7CD85B72-7726-4BCF-BB07-0BF0D1FB8A21}">
      <dgm:prSet/>
      <dgm:spPr/>
      <dgm:t>
        <a:bodyPr/>
        <a:lstStyle/>
        <a:p>
          <a:endParaRPr lang="ru-RU"/>
        </a:p>
      </dgm:t>
    </dgm:pt>
    <dgm:pt modelId="{F4078E1E-592F-4DF7-8D07-C73E2E65547E}">
      <dgm:prSet phldrT="[Текст]" custT="1"/>
      <dgm:spPr/>
      <dgm:t>
        <a:bodyPr/>
        <a:lstStyle/>
        <a:p>
          <a:r>
            <a:rPr lang="ru-RU" sz="1400" dirty="0"/>
            <a:t>Запрет на получение монастырями земель по вкладам и завещаниям без санкции верховной власти – Судебник 1550 г.</a:t>
          </a:r>
        </a:p>
      </dgm:t>
    </dgm:pt>
    <dgm:pt modelId="{FE29A3B2-FDBE-4BCF-AC32-E27A79924FAE}" type="parTrans" cxnId="{AE31C658-C57E-413B-B09B-ABE4754E05B5}">
      <dgm:prSet/>
      <dgm:spPr/>
      <dgm:t>
        <a:bodyPr/>
        <a:lstStyle/>
        <a:p>
          <a:endParaRPr lang="ru-RU"/>
        </a:p>
      </dgm:t>
    </dgm:pt>
    <dgm:pt modelId="{4D754D60-60CD-4F19-8EEB-865AAB3D3A42}" type="sibTrans" cxnId="{AE31C658-C57E-413B-B09B-ABE4754E05B5}">
      <dgm:prSet/>
      <dgm:spPr/>
      <dgm:t>
        <a:bodyPr/>
        <a:lstStyle/>
        <a:p>
          <a:endParaRPr lang="ru-RU"/>
        </a:p>
      </dgm:t>
    </dgm:pt>
    <dgm:pt modelId="{9DF8201F-DA3D-4F1B-9D6B-ED42E1BB1830}">
      <dgm:prSet phldrT="[Текст]" custT="1">
        <dgm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dgm:style>
      </dgm:prSet>
      <dgm:spPr/>
      <dgm:t>
        <a:bodyPr/>
        <a:lstStyle/>
        <a:p>
          <a:r>
            <a:rPr lang="ru-RU" sz="1400" dirty="0"/>
            <a:t>Между вотчинниками и помещиками из-за бегства крестьян от помещиков</a:t>
          </a:r>
        </a:p>
      </dgm:t>
    </dgm:pt>
    <dgm:pt modelId="{5381806D-E2D0-49D3-BCA7-1956D57B0237}" type="parTrans" cxnId="{C3B77FC1-A2BB-4F17-B967-50E64DFD64E1}">
      <dgm:prSet/>
      <dgm:spPr/>
      <dgm:t>
        <a:bodyPr/>
        <a:lstStyle/>
        <a:p>
          <a:endParaRPr lang="ru-RU"/>
        </a:p>
      </dgm:t>
    </dgm:pt>
    <dgm:pt modelId="{209C3549-ABAE-4A83-9CA4-CC4FAB1E8226}" type="sibTrans" cxnId="{C3B77FC1-A2BB-4F17-B967-50E64DFD64E1}">
      <dgm:prSet/>
      <dgm:spPr/>
      <dgm:t>
        <a:bodyPr/>
        <a:lstStyle/>
        <a:p>
          <a:endParaRPr lang="ru-RU"/>
        </a:p>
      </dgm:t>
    </dgm:pt>
    <dgm:pt modelId="{E1272D5D-0EF6-4EE8-A878-A1CD2A06E525}">
      <dgm:prSet phldrT="[Текст]" custT="1"/>
      <dgm:spPr/>
      <dgm:t>
        <a:bodyPr/>
        <a:lstStyle/>
        <a:p>
          <a:r>
            <a:rPr lang="ru-RU" sz="1200" dirty="0"/>
            <a:t>Введение «заповедных лет» – временного запрета на переходы от одного землевладельца к другому в «Юрьев день» (с 1581 г.) на 1-3 года.</a:t>
          </a:r>
        </a:p>
      </dgm:t>
    </dgm:pt>
    <dgm:pt modelId="{36B9CBF6-922C-48A2-91E7-CB92F68DB804}" type="parTrans" cxnId="{8072F2B5-E6F6-4DEA-9378-710277BA6907}">
      <dgm:prSet/>
      <dgm:spPr/>
      <dgm:t>
        <a:bodyPr/>
        <a:lstStyle/>
        <a:p>
          <a:endParaRPr lang="ru-RU"/>
        </a:p>
      </dgm:t>
    </dgm:pt>
    <dgm:pt modelId="{92A895E6-0D1C-4F08-9344-D8BB55ECC52A}" type="sibTrans" cxnId="{8072F2B5-E6F6-4DEA-9378-710277BA6907}">
      <dgm:prSet/>
      <dgm:spPr/>
      <dgm:t>
        <a:bodyPr/>
        <a:lstStyle/>
        <a:p>
          <a:endParaRPr lang="ru-RU"/>
        </a:p>
      </dgm:t>
    </dgm:pt>
    <dgm:pt modelId="{666789EA-736B-4AF5-8383-6699210EBBAC}">
      <dgm:prSet phldrT="[Текст]" custT="1">
        <dgm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dgm:style>
      </dgm:prSet>
      <dgm:spPr/>
      <dgm:t>
        <a:bodyPr/>
        <a:lstStyle/>
        <a:p>
          <a:r>
            <a:rPr lang="ru-RU" sz="1400" dirty="0"/>
            <a:t>Между землевладельцами и крестьянами </a:t>
          </a:r>
        </a:p>
      </dgm:t>
    </dgm:pt>
    <dgm:pt modelId="{56847EDF-0726-45BC-A3D9-0360C3E5FBE6}" type="parTrans" cxnId="{860FEFA0-C5BE-49A4-AE26-4D2B4BCBB313}">
      <dgm:prSet/>
      <dgm:spPr/>
      <dgm:t>
        <a:bodyPr/>
        <a:lstStyle/>
        <a:p>
          <a:endParaRPr lang="ru-RU"/>
        </a:p>
      </dgm:t>
    </dgm:pt>
    <dgm:pt modelId="{AE2E51AD-EE89-47A8-99AE-F4B80A498D1A}" type="sibTrans" cxnId="{860FEFA0-C5BE-49A4-AE26-4D2B4BCBB313}">
      <dgm:prSet/>
      <dgm:spPr/>
      <dgm:t>
        <a:bodyPr/>
        <a:lstStyle/>
        <a:p>
          <a:endParaRPr lang="ru-RU"/>
        </a:p>
      </dgm:t>
    </dgm:pt>
    <dgm:pt modelId="{75674812-5625-4082-B7D7-BA702900698A}">
      <dgm:prSet phldrT="[Текст]" custT="1"/>
      <dgm:spPr/>
      <dgm:t>
        <a:bodyPr/>
        <a:lstStyle/>
        <a:p>
          <a:r>
            <a:rPr lang="ru-RU" sz="1400" dirty="0"/>
            <a:t>Указ 1597 г.  Об «урочных летах», вводивший срок в 5 лет для «сыска беглых» и возвращения их к землевладельцу.</a:t>
          </a:r>
        </a:p>
      </dgm:t>
    </dgm:pt>
    <dgm:pt modelId="{C783761A-BA72-4B98-A180-F1C060A74114}" type="parTrans" cxnId="{F0648E2D-0087-4A3D-BC5E-53A7E5F06505}">
      <dgm:prSet/>
      <dgm:spPr/>
      <dgm:t>
        <a:bodyPr/>
        <a:lstStyle/>
        <a:p>
          <a:endParaRPr lang="ru-RU"/>
        </a:p>
      </dgm:t>
    </dgm:pt>
    <dgm:pt modelId="{1CEA57F1-7003-4E57-AFD5-83FBD7557534}" type="sibTrans" cxnId="{F0648E2D-0087-4A3D-BC5E-53A7E5F06505}">
      <dgm:prSet/>
      <dgm:spPr/>
      <dgm:t>
        <a:bodyPr/>
        <a:lstStyle/>
        <a:p>
          <a:endParaRPr lang="ru-RU"/>
        </a:p>
      </dgm:t>
    </dgm:pt>
    <dgm:pt modelId="{318AF81D-88F6-48F4-9AFE-F2779923C9DF}">
      <dgm:prSet phldrT="[Текст]" custT="1"/>
      <dgm:spPr/>
      <dgm:t>
        <a:bodyPr/>
        <a:lstStyle/>
        <a:p>
          <a:r>
            <a:rPr lang="ru-RU" sz="1200" dirty="0"/>
            <a:t>Составление «писцовых книг», фиксирующих проживание крестьян на землях феодалов.</a:t>
          </a:r>
        </a:p>
      </dgm:t>
    </dgm:pt>
    <dgm:pt modelId="{A8B89E2E-7666-47F3-8F63-1519F1B63492}" type="parTrans" cxnId="{346ACB3F-1345-4A1F-BE0C-E54B9C23DD43}">
      <dgm:prSet/>
      <dgm:spPr/>
      <dgm:t>
        <a:bodyPr/>
        <a:lstStyle/>
        <a:p>
          <a:endParaRPr lang="ru-RU"/>
        </a:p>
      </dgm:t>
    </dgm:pt>
    <dgm:pt modelId="{BD1F51F8-3490-4962-8A50-A657D8DF8249}" type="sibTrans" cxnId="{346ACB3F-1345-4A1F-BE0C-E54B9C23DD43}">
      <dgm:prSet/>
      <dgm:spPr/>
      <dgm:t>
        <a:bodyPr/>
        <a:lstStyle/>
        <a:p>
          <a:endParaRPr lang="ru-RU"/>
        </a:p>
      </dgm:t>
    </dgm:pt>
    <dgm:pt modelId="{BDDD5A52-CF30-44BA-B6DD-15831E1666F1}">
      <dgm:prSet custT="1">
        <dgm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dgm:style>
      </dgm:prSet>
      <dgm:spPr/>
      <dgm:t>
        <a:bodyPr/>
        <a:lstStyle/>
        <a:p>
          <a:r>
            <a:rPr lang="ru-RU" sz="1400" dirty="0"/>
            <a:t>Между «черным» (свободным) и «белым» (холопским) населением городов</a:t>
          </a:r>
        </a:p>
      </dgm:t>
    </dgm:pt>
    <dgm:pt modelId="{38255B96-1AEA-449B-B9B3-6E261568F58A}" type="parTrans" cxnId="{EAC7F228-9A18-46A0-8073-6BDD16303A27}">
      <dgm:prSet/>
      <dgm:spPr/>
      <dgm:t>
        <a:bodyPr/>
        <a:lstStyle/>
        <a:p>
          <a:endParaRPr lang="ru-RU"/>
        </a:p>
      </dgm:t>
    </dgm:pt>
    <dgm:pt modelId="{78B82B9F-1E7A-4E21-BC2B-A21A35EDCC17}" type="sibTrans" cxnId="{EAC7F228-9A18-46A0-8073-6BDD16303A27}">
      <dgm:prSet/>
      <dgm:spPr/>
      <dgm:t>
        <a:bodyPr/>
        <a:lstStyle/>
        <a:p>
          <a:endParaRPr lang="ru-RU"/>
        </a:p>
      </dgm:t>
    </dgm:pt>
    <dgm:pt modelId="{424F2A96-0C0E-4A59-A2AC-01420AFAC55A}">
      <dgm:prSet custT="1"/>
      <dgm:spPr/>
      <dgm:t>
        <a:bodyPr/>
        <a:lstStyle/>
        <a:p>
          <a:r>
            <a:rPr lang="ru-RU" sz="1400" dirty="0"/>
            <a:t>Решение найдено не было.</a:t>
          </a:r>
        </a:p>
      </dgm:t>
    </dgm:pt>
    <dgm:pt modelId="{E55E9A1D-0E78-4533-9D57-019257625016}" type="parTrans" cxnId="{9CC278A4-AD13-4CFD-81B0-04544B9E8375}">
      <dgm:prSet/>
      <dgm:spPr/>
      <dgm:t>
        <a:bodyPr/>
        <a:lstStyle/>
        <a:p>
          <a:endParaRPr lang="ru-RU"/>
        </a:p>
      </dgm:t>
    </dgm:pt>
    <dgm:pt modelId="{B2AFF4E4-6ED3-4FF9-8106-A9408E38D41A}" type="sibTrans" cxnId="{9CC278A4-AD13-4CFD-81B0-04544B9E8375}">
      <dgm:prSet/>
      <dgm:spPr/>
      <dgm:t>
        <a:bodyPr/>
        <a:lstStyle/>
        <a:p>
          <a:endParaRPr lang="ru-RU"/>
        </a:p>
      </dgm:t>
    </dgm:pt>
    <dgm:pt modelId="{3E0D0558-8AAA-473C-955D-5A58AE4C57D5}" type="pres">
      <dgm:prSet presAssocID="{8A4CC06B-6716-40D6-A060-F04C71551012}" presName="Name0" presStyleCnt="0">
        <dgm:presLayoutVars>
          <dgm:dir/>
          <dgm:animLvl val="lvl"/>
          <dgm:resizeHandles val="exact"/>
        </dgm:presLayoutVars>
      </dgm:prSet>
      <dgm:spPr/>
    </dgm:pt>
    <dgm:pt modelId="{C58A9BC1-7909-41DD-86FA-80D4CFEB041A}" type="pres">
      <dgm:prSet presAssocID="{F0D0D727-5D64-407F-A08C-C917D1BB080F}" presName="linNode" presStyleCnt="0"/>
      <dgm:spPr/>
    </dgm:pt>
    <dgm:pt modelId="{F6F162C9-BF9B-4828-B523-D9BD755B2412}" type="pres">
      <dgm:prSet presAssocID="{F0D0D727-5D64-407F-A08C-C917D1BB080F}" presName="parentText" presStyleLbl="node1" presStyleIdx="0" presStyleCnt="4">
        <dgm:presLayoutVars>
          <dgm:chMax val="1"/>
          <dgm:bulletEnabled val="1"/>
        </dgm:presLayoutVars>
      </dgm:prSet>
      <dgm:spPr/>
    </dgm:pt>
    <dgm:pt modelId="{A545E929-A712-4933-8797-716EFDA73B67}" type="pres">
      <dgm:prSet presAssocID="{F0D0D727-5D64-407F-A08C-C917D1BB080F}" presName="descendantText" presStyleLbl="alignAccFollowNode1" presStyleIdx="0" presStyleCnt="4">
        <dgm:presLayoutVars>
          <dgm:bulletEnabled val="1"/>
        </dgm:presLayoutVars>
      </dgm:prSet>
      <dgm:spPr/>
    </dgm:pt>
    <dgm:pt modelId="{90261257-04C1-424D-8302-0917B2B2C528}" type="pres">
      <dgm:prSet presAssocID="{F964B2A5-424C-48DC-ABAF-5613BE6C75DB}" presName="sp" presStyleCnt="0"/>
      <dgm:spPr/>
    </dgm:pt>
    <dgm:pt modelId="{962CD600-7395-4286-B9FA-B8D9BF6F5F48}" type="pres">
      <dgm:prSet presAssocID="{9DF8201F-DA3D-4F1B-9D6B-ED42E1BB1830}" presName="linNode" presStyleCnt="0"/>
      <dgm:spPr/>
    </dgm:pt>
    <dgm:pt modelId="{294DDFDC-D4ED-4D76-9801-FEF2CDFFB914}" type="pres">
      <dgm:prSet presAssocID="{9DF8201F-DA3D-4F1B-9D6B-ED42E1BB1830}" presName="parentText" presStyleLbl="node1" presStyleIdx="1" presStyleCnt="4">
        <dgm:presLayoutVars>
          <dgm:chMax val="1"/>
          <dgm:bulletEnabled val="1"/>
        </dgm:presLayoutVars>
      </dgm:prSet>
      <dgm:spPr/>
    </dgm:pt>
    <dgm:pt modelId="{F6F5B4D2-5546-4BAF-8323-5FBDBE3BF86A}" type="pres">
      <dgm:prSet presAssocID="{9DF8201F-DA3D-4F1B-9D6B-ED42E1BB1830}" presName="descendantText" presStyleLbl="alignAccFollowNode1" presStyleIdx="1" presStyleCnt="4" custScaleY="114238">
        <dgm:presLayoutVars>
          <dgm:bulletEnabled val="1"/>
        </dgm:presLayoutVars>
      </dgm:prSet>
      <dgm:spPr/>
    </dgm:pt>
    <dgm:pt modelId="{6F53F33B-C5A8-44A8-8964-758B99BF3EF4}" type="pres">
      <dgm:prSet presAssocID="{209C3549-ABAE-4A83-9CA4-CC4FAB1E8226}" presName="sp" presStyleCnt="0"/>
      <dgm:spPr/>
    </dgm:pt>
    <dgm:pt modelId="{CAF43611-37D0-41D5-B1A0-42595F4567BB}" type="pres">
      <dgm:prSet presAssocID="{666789EA-736B-4AF5-8383-6699210EBBAC}" presName="linNode" presStyleCnt="0"/>
      <dgm:spPr/>
    </dgm:pt>
    <dgm:pt modelId="{12048B7D-838B-48EE-B7C5-D35FC05E764D}" type="pres">
      <dgm:prSet presAssocID="{666789EA-736B-4AF5-8383-6699210EBBAC}" presName="parentText" presStyleLbl="node1" presStyleIdx="2" presStyleCnt="4">
        <dgm:presLayoutVars>
          <dgm:chMax val="1"/>
          <dgm:bulletEnabled val="1"/>
        </dgm:presLayoutVars>
      </dgm:prSet>
      <dgm:spPr/>
    </dgm:pt>
    <dgm:pt modelId="{56A9AC11-372A-45A4-8C18-16F7D8F8E9F9}" type="pres">
      <dgm:prSet presAssocID="{666789EA-736B-4AF5-8383-6699210EBBAC}" presName="descendantText" presStyleLbl="alignAccFollowNode1" presStyleIdx="2" presStyleCnt="4">
        <dgm:presLayoutVars>
          <dgm:bulletEnabled val="1"/>
        </dgm:presLayoutVars>
      </dgm:prSet>
      <dgm:spPr/>
    </dgm:pt>
    <dgm:pt modelId="{EF1B6315-2FAF-4267-B56D-F99EECCA0037}" type="pres">
      <dgm:prSet presAssocID="{AE2E51AD-EE89-47A8-99AE-F4B80A498D1A}" presName="sp" presStyleCnt="0"/>
      <dgm:spPr/>
    </dgm:pt>
    <dgm:pt modelId="{ED35180D-A2A9-4667-81C7-3E82015C3DC3}" type="pres">
      <dgm:prSet presAssocID="{BDDD5A52-CF30-44BA-B6DD-15831E1666F1}" presName="linNode" presStyleCnt="0"/>
      <dgm:spPr/>
    </dgm:pt>
    <dgm:pt modelId="{F50D798D-2723-4E21-BA43-639ABDEAF53D}" type="pres">
      <dgm:prSet presAssocID="{BDDD5A52-CF30-44BA-B6DD-15831E1666F1}" presName="parentText" presStyleLbl="node1" presStyleIdx="3" presStyleCnt="4">
        <dgm:presLayoutVars>
          <dgm:chMax val="1"/>
          <dgm:bulletEnabled val="1"/>
        </dgm:presLayoutVars>
      </dgm:prSet>
      <dgm:spPr/>
    </dgm:pt>
    <dgm:pt modelId="{DDDF8C0D-1750-4EFF-BDEF-2D5A039EF8F0}" type="pres">
      <dgm:prSet presAssocID="{BDDD5A52-CF30-44BA-B6DD-15831E1666F1}" presName="descendantText" presStyleLbl="alignAccFollowNode1" presStyleIdx="3" presStyleCnt="4">
        <dgm:presLayoutVars>
          <dgm:bulletEnabled val="1"/>
        </dgm:presLayoutVars>
      </dgm:prSet>
      <dgm:spPr/>
    </dgm:pt>
  </dgm:ptLst>
  <dgm:cxnLst>
    <dgm:cxn modelId="{CFAB680B-1F48-4446-A699-5E2C5A58AFDB}" type="presOf" srcId="{F4078E1E-592F-4DF7-8D07-C73E2E65547E}" destId="{A545E929-A712-4933-8797-716EFDA73B67}" srcOrd="0" destOrd="0" presId="urn:microsoft.com/office/officeart/2005/8/layout/vList5"/>
    <dgm:cxn modelId="{0A65481A-A463-4662-A507-9EED67D2F804}" type="presOf" srcId="{318AF81D-88F6-48F4-9AFE-F2779923C9DF}" destId="{F6F5B4D2-5546-4BAF-8323-5FBDBE3BF86A}" srcOrd="0" destOrd="1" presId="urn:microsoft.com/office/officeart/2005/8/layout/vList5"/>
    <dgm:cxn modelId="{EAC7F228-9A18-46A0-8073-6BDD16303A27}" srcId="{8A4CC06B-6716-40D6-A060-F04C71551012}" destId="{BDDD5A52-CF30-44BA-B6DD-15831E1666F1}" srcOrd="3" destOrd="0" parTransId="{38255B96-1AEA-449B-B9B3-6E261568F58A}" sibTransId="{78B82B9F-1E7A-4E21-BC2B-A21A35EDCC17}"/>
    <dgm:cxn modelId="{F0648E2D-0087-4A3D-BC5E-53A7E5F06505}" srcId="{666789EA-736B-4AF5-8383-6699210EBBAC}" destId="{75674812-5625-4082-B7D7-BA702900698A}" srcOrd="0" destOrd="0" parTransId="{C783761A-BA72-4B98-A180-F1C060A74114}" sibTransId="{1CEA57F1-7003-4E57-AFD5-83FBD7557534}"/>
    <dgm:cxn modelId="{27733B2E-C34E-4C9F-92BE-C99EA278A500}" type="presOf" srcId="{E1272D5D-0EF6-4EE8-A878-A1CD2A06E525}" destId="{F6F5B4D2-5546-4BAF-8323-5FBDBE3BF86A}" srcOrd="0" destOrd="0" presId="urn:microsoft.com/office/officeart/2005/8/layout/vList5"/>
    <dgm:cxn modelId="{346ACB3F-1345-4A1F-BE0C-E54B9C23DD43}" srcId="{9DF8201F-DA3D-4F1B-9D6B-ED42E1BB1830}" destId="{318AF81D-88F6-48F4-9AFE-F2779923C9DF}" srcOrd="1" destOrd="0" parTransId="{A8B89E2E-7666-47F3-8F63-1519F1B63492}" sibTransId="{BD1F51F8-3490-4962-8A50-A657D8DF8249}"/>
    <dgm:cxn modelId="{7CD85B72-7726-4BCF-BB07-0BF0D1FB8A21}" srcId="{8A4CC06B-6716-40D6-A060-F04C71551012}" destId="{F0D0D727-5D64-407F-A08C-C917D1BB080F}" srcOrd="0" destOrd="0" parTransId="{77394981-33AD-4294-806A-1E33F525E3C4}" sibTransId="{F964B2A5-424C-48DC-ABAF-5613BE6C75DB}"/>
    <dgm:cxn modelId="{2E530E74-063E-4681-B1CA-D4AB5A95D48E}" type="presOf" srcId="{8A4CC06B-6716-40D6-A060-F04C71551012}" destId="{3E0D0558-8AAA-473C-955D-5A58AE4C57D5}" srcOrd="0" destOrd="0" presId="urn:microsoft.com/office/officeart/2005/8/layout/vList5"/>
    <dgm:cxn modelId="{9DA74B56-65AB-487F-94CA-5B8CFB6E2A92}" type="presOf" srcId="{424F2A96-0C0E-4A59-A2AC-01420AFAC55A}" destId="{DDDF8C0D-1750-4EFF-BDEF-2D5A039EF8F0}" srcOrd="0" destOrd="0" presId="urn:microsoft.com/office/officeart/2005/8/layout/vList5"/>
    <dgm:cxn modelId="{AE31C658-C57E-413B-B09B-ABE4754E05B5}" srcId="{F0D0D727-5D64-407F-A08C-C917D1BB080F}" destId="{F4078E1E-592F-4DF7-8D07-C73E2E65547E}" srcOrd="0" destOrd="0" parTransId="{FE29A3B2-FDBE-4BCF-AC32-E27A79924FAE}" sibTransId="{4D754D60-60CD-4F19-8EEB-865AAB3D3A42}"/>
    <dgm:cxn modelId="{8B2C2B7F-E24A-44FB-8267-2625D1F07682}" type="presOf" srcId="{666789EA-736B-4AF5-8383-6699210EBBAC}" destId="{12048B7D-838B-48EE-B7C5-D35FC05E764D}" srcOrd="0" destOrd="0" presId="urn:microsoft.com/office/officeart/2005/8/layout/vList5"/>
    <dgm:cxn modelId="{860FEFA0-C5BE-49A4-AE26-4D2B4BCBB313}" srcId="{8A4CC06B-6716-40D6-A060-F04C71551012}" destId="{666789EA-736B-4AF5-8383-6699210EBBAC}" srcOrd="2" destOrd="0" parTransId="{56847EDF-0726-45BC-A3D9-0360C3E5FBE6}" sibTransId="{AE2E51AD-EE89-47A8-99AE-F4B80A498D1A}"/>
    <dgm:cxn modelId="{9CC278A4-AD13-4CFD-81B0-04544B9E8375}" srcId="{BDDD5A52-CF30-44BA-B6DD-15831E1666F1}" destId="{424F2A96-0C0E-4A59-A2AC-01420AFAC55A}" srcOrd="0" destOrd="0" parTransId="{E55E9A1D-0E78-4533-9D57-019257625016}" sibTransId="{B2AFF4E4-6ED3-4FF9-8106-A9408E38D41A}"/>
    <dgm:cxn modelId="{6B4BDEA6-376D-4D73-A097-F51862814587}" type="presOf" srcId="{75674812-5625-4082-B7D7-BA702900698A}" destId="{56A9AC11-372A-45A4-8C18-16F7D8F8E9F9}" srcOrd="0" destOrd="0" presId="urn:microsoft.com/office/officeart/2005/8/layout/vList5"/>
    <dgm:cxn modelId="{8072F2B5-E6F6-4DEA-9378-710277BA6907}" srcId="{9DF8201F-DA3D-4F1B-9D6B-ED42E1BB1830}" destId="{E1272D5D-0EF6-4EE8-A878-A1CD2A06E525}" srcOrd="0" destOrd="0" parTransId="{36B9CBF6-922C-48A2-91E7-CB92F68DB804}" sibTransId="{92A895E6-0D1C-4F08-9344-D8BB55ECC52A}"/>
    <dgm:cxn modelId="{46251EB6-9698-4959-AFA4-403CB495A7CC}" type="presOf" srcId="{9DF8201F-DA3D-4F1B-9D6B-ED42E1BB1830}" destId="{294DDFDC-D4ED-4D76-9801-FEF2CDFFB914}" srcOrd="0" destOrd="0" presId="urn:microsoft.com/office/officeart/2005/8/layout/vList5"/>
    <dgm:cxn modelId="{C3B77FC1-A2BB-4F17-B967-50E64DFD64E1}" srcId="{8A4CC06B-6716-40D6-A060-F04C71551012}" destId="{9DF8201F-DA3D-4F1B-9D6B-ED42E1BB1830}" srcOrd="1" destOrd="0" parTransId="{5381806D-E2D0-49D3-BCA7-1956D57B0237}" sibTransId="{209C3549-ABAE-4A83-9CA4-CC4FAB1E8226}"/>
    <dgm:cxn modelId="{2207D5E2-7FDA-4C35-A5C1-7EBF1DB99FE4}" type="presOf" srcId="{BDDD5A52-CF30-44BA-B6DD-15831E1666F1}" destId="{F50D798D-2723-4E21-BA43-639ABDEAF53D}" srcOrd="0" destOrd="0" presId="urn:microsoft.com/office/officeart/2005/8/layout/vList5"/>
    <dgm:cxn modelId="{4F64CDE8-45E9-4205-879A-3A3173F9FEAF}" type="presOf" srcId="{F0D0D727-5D64-407F-A08C-C917D1BB080F}" destId="{F6F162C9-BF9B-4828-B523-D9BD755B2412}" srcOrd="0" destOrd="0" presId="urn:microsoft.com/office/officeart/2005/8/layout/vList5"/>
    <dgm:cxn modelId="{DF3B6637-1C39-49E7-92DD-CB164A775D12}" type="presParOf" srcId="{3E0D0558-8AAA-473C-955D-5A58AE4C57D5}" destId="{C58A9BC1-7909-41DD-86FA-80D4CFEB041A}" srcOrd="0" destOrd="0" presId="urn:microsoft.com/office/officeart/2005/8/layout/vList5"/>
    <dgm:cxn modelId="{5885513C-2EF9-44C1-869C-D9513DF639E2}" type="presParOf" srcId="{C58A9BC1-7909-41DD-86FA-80D4CFEB041A}" destId="{F6F162C9-BF9B-4828-B523-D9BD755B2412}" srcOrd="0" destOrd="0" presId="urn:microsoft.com/office/officeart/2005/8/layout/vList5"/>
    <dgm:cxn modelId="{A635844F-54E0-4ACC-818D-7680E8691CC1}" type="presParOf" srcId="{C58A9BC1-7909-41DD-86FA-80D4CFEB041A}" destId="{A545E929-A712-4933-8797-716EFDA73B67}" srcOrd="1" destOrd="0" presId="urn:microsoft.com/office/officeart/2005/8/layout/vList5"/>
    <dgm:cxn modelId="{686E5999-8A90-4C19-BE1D-8294184330B9}" type="presParOf" srcId="{3E0D0558-8AAA-473C-955D-5A58AE4C57D5}" destId="{90261257-04C1-424D-8302-0917B2B2C528}" srcOrd="1" destOrd="0" presId="urn:microsoft.com/office/officeart/2005/8/layout/vList5"/>
    <dgm:cxn modelId="{0F9EC3EB-887F-44FE-931A-060C9C784425}" type="presParOf" srcId="{3E0D0558-8AAA-473C-955D-5A58AE4C57D5}" destId="{962CD600-7395-4286-B9FA-B8D9BF6F5F48}" srcOrd="2" destOrd="0" presId="urn:microsoft.com/office/officeart/2005/8/layout/vList5"/>
    <dgm:cxn modelId="{5A516144-CA3B-449F-8355-DD2DF625932D}" type="presParOf" srcId="{962CD600-7395-4286-B9FA-B8D9BF6F5F48}" destId="{294DDFDC-D4ED-4D76-9801-FEF2CDFFB914}" srcOrd="0" destOrd="0" presId="urn:microsoft.com/office/officeart/2005/8/layout/vList5"/>
    <dgm:cxn modelId="{187B97AC-4082-47E6-96C7-F8B966CBEAC2}" type="presParOf" srcId="{962CD600-7395-4286-B9FA-B8D9BF6F5F48}" destId="{F6F5B4D2-5546-4BAF-8323-5FBDBE3BF86A}" srcOrd="1" destOrd="0" presId="urn:microsoft.com/office/officeart/2005/8/layout/vList5"/>
    <dgm:cxn modelId="{329CEDB7-F3BD-46E9-9A7D-057E30C96610}" type="presParOf" srcId="{3E0D0558-8AAA-473C-955D-5A58AE4C57D5}" destId="{6F53F33B-C5A8-44A8-8964-758B99BF3EF4}" srcOrd="3" destOrd="0" presId="urn:microsoft.com/office/officeart/2005/8/layout/vList5"/>
    <dgm:cxn modelId="{03C2F8C9-174D-423C-BADA-6AB2E061A43C}" type="presParOf" srcId="{3E0D0558-8AAA-473C-955D-5A58AE4C57D5}" destId="{CAF43611-37D0-41D5-B1A0-42595F4567BB}" srcOrd="4" destOrd="0" presId="urn:microsoft.com/office/officeart/2005/8/layout/vList5"/>
    <dgm:cxn modelId="{4CB3806B-963A-4385-9719-506733C0DBFE}" type="presParOf" srcId="{CAF43611-37D0-41D5-B1A0-42595F4567BB}" destId="{12048B7D-838B-48EE-B7C5-D35FC05E764D}" srcOrd="0" destOrd="0" presId="urn:microsoft.com/office/officeart/2005/8/layout/vList5"/>
    <dgm:cxn modelId="{BB0BCC1B-8C0F-4DAA-822F-0B6883BA2268}" type="presParOf" srcId="{CAF43611-37D0-41D5-B1A0-42595F4567BB}" destId="{56A9AC11-372A-45A4-8C18-16F7D8F8E9F9}" srcOrd="1" destOrd="0" presId="urn:microsoft.com/office/officeart/2005/8/layout/vList5"/>
    <dgm:cxn modelId="{A12E5849-5201-462F-9D80-DCD4F18B0592}" type="presParOf" srcId="{3E0D0558-8AAA-473C-955D-5A58AE4C57D5}" destId="{EF1B6315-2FAF-4267-B56D-F99EECCA0037}" srcOrd="5" destOrd="0" presId="urn:microsoft.com/office/officeart/2005/8/layout/vList5"/>
    <dgm:cxn modelId="{13E0C0BE-261F-434B-B97E-BB32F64A6636}" type="presParOf" srcId="{3E0D0558-8AAA-473C-955D-5A58AE4C57D5}" destId="{ED35180D-A2A9-4667-81C7-3E82015C3DC3}" srcOrd="6" destOrd="0" presId="urn:microsoft.com/office/officeart/2005/8/layout/vList5"/>
    <dgm:cxn modelId="{576D1CDF-9DD4-4100-B48B-1465E483EE62}" type="presParOf" srcId="{ED35180D-A2A9-4667-81C7-3E82015C3DC3}" destId="{F50D798D-2723-4E21-BA43-639ABDEAF53D}" srcOrd="0" destOrd="0" presId="urn:microsoft.com/office/officeart/2005/8/layout/vList5"/>
    <dgm:cxn modelId="{D2BD17BA-D014-4B44-B76F-7E38B47564D2}" type="presParOf" srcId="{ED35180D-A2A9-4667-81C7-3E82015C3DC3}" destId="{DDDF8C0D-1750-4EFF-BDEF-2D5A039EF8F0}" srcOrd="1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F3C7953E-CEE1-4076-988F-0ADDEBED1F06}" type="doc">
      <dgm:prSet loTypeId="urn:microsoft.com/office/officeart/2005/8/layout/chevron2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ru-RU"/>
        </a:p>
      </dgm:t>
    </dgm:pt>
    <dgm:pt modelId="{07BFC9B9-C844-4E0E-A4F4-F4601E151ADE}">
      <dgm:prSet phldrT="[Текст]">
        <dgm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dgm:style>
      </dgm:prSet>
      <dgm:spPr/>
      <dgm:t>
        <a:bodyPr/>
        <a:lstStyle/>
        <a:p>
          <a:r>
            <a:rPr lang="ru-RU" dirty="0"/>
            <a:t>Экономика</a:t>
          </a:r>
        </a:p>
      </dgm:t>
    </dgm:pt>
    <dgm:pt modelId="{F9A7B3CB-B611-4926-8F41-2CF48BD6B46C}" type="parTrans" cxnId="{960BDA2B-897F-4409-B090-CAA6748F06E2}">
      <dgm:prSet/>
      <dgm:spPr/>
      <dgm:t>
        <a:bodyPr/>
        <a:lstStyle/>
        <a:p>
          <a:endParaRPr lang="ru-RU"/>
        </a:p>
      </dgm:t>
    </dgm:pt>
    <dgm:pt modelId="{61686FAF-C9F2-4326-AFBA-3AF003FE1CBA}" type="sibTrans" cxnId="{960BDA2B-897F-4409-B090-CAA6748F06E2}">
      <dgm:prSet/>
      <dgm:spPr/>
      <dgm:t>
        <a:bodyPr/>
        <a:lstStyle/>
        <a:p>
          <a:endParaRPr lang="ru-RU"/>
        </a:p>
      </dgm:t>
    </dgm:pt>
    <dgm:pt modelId="{4466208F-34B4-4B74-90CA-7126ECB01F05}">
      <dgm:prSet phldrT="[Текст]" custT="1"/>
      <dgm:spPr/>
      <dgm:t>
        <a:bodyPr/>
        <a:lstStyle/>
        <a:p>
          <a:r>
            <a:rPr lang="ru-RU" sz="1100" dirty="0"/>
            <a:t>с/х производство на грани выживания из-за «запустения земель»;</a:t>
          </a:r>
        </a:p>
      </dgm:t>
    </dgm:pt>
    <dgm:pt modelId="{F63B6249-71F4-479B-A33C-FC5293E96259}" type="parTrans" cxnId="{6BA28759-3BB2-4141-B14B-666A4E23285A}">
      <dgm:prSet/>
      <dgm:spPr/>
      <dgm:t>
        <a:bodyPr/>
        <a:lstStyle/>
        <a:p>
          <a:endParaRPr lang="ru-RU"/>
        </a:p>
      </dgm:t>
    </dgm:pt>
    <dgm:pt modelId="{20249A35-4F64-4ACD-A4E3-A787DD28DFC0}" type="sibTrans" cxnId="{6BA28759-3BB2-4141-B14B-666A4E23285A}">
      <dgm:prSet/>
      <dgm:spPr/>
      <dgm:t>
        <a:bodyPr/>
        <a:lstStyle/>
        <a:p>
          <a:endParaRPr lang="ru-RU"/>
        </a:p>
      </dgm:t>
    </dgm:pt>
    <dgm:pt modelId="{543C08E2-631B-448A-92FE-8483768E8CD6}">
      <dgm:prSet phldrT="[Текст]" custT="1"/>
      <dgm:spPr/>
      <dgm:t>
        <a:bodyPr/>
        <a:lstStyle/>
        <a:p>
          <a:r>
            <a:rPr lang="ru-RU" sz="1100" dirty="0"/>
            <a:t>внутренняя торговля обеспечивается производством в боярских и монастырских вотчинах, что не означает предпосылок к росту;</a:t>
          </a:r>
        </a:p>
      </dgm:t>
    </dgm:pt>
    <dgm:pt modelId="{F834B8E4-D9D9-42C2-8DAB-890025809AF7}" type="parTrans" cxnId="{58CAC425-B88A-4AF6-A89D-64FEC5D9D065}">
      <dgm:prSet/>
      <dgm:spPr/>
      <dgm:t>
        <a:bodyPr/>
        <a:lstStyle/>
        <a:p>
          <a:endParaRPr lang="ru-RU"/>
        </a:p>
      </dgm:t>
    </dgm:pt>
    <dgm:pt modelId="{8487B1B2-368A-45CF-AD66-708EB8FAB122}" type="sibTrans" cxnId="{58CAC425-B88A-4AF6-A89D-64FEC5D9D065}">
      <dgm:prSet/>
      <dgm:spPr/>
      <dgm:t>
        <a:bodyPr/>
        <a:lstStyle/>
        <a:p>
          <a:endParaRPr lang="ru-RU"/>
        </a:p>
      </dgm:t>
    </dgm:pt>
    <dgm:pt modelId="{38AF7C12-E35D-4236-9D8E-E2B601AB0E84}">
      <dgm:prSet phldrT="[Текст]">
        <dgm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dgm:style>
      </dgm:prSet>
      <dgm:spPr/>
      <dgm:t>
        <a:bodyPr/>
        <a:lstStyle/>
        <a:p>
          <a:r>
            <a:rPr lang="ru-RU" dirty="0"/>
            <a:t>Социальные отношения</a:t>
          </a:r>
        </a:p>
      </dgm:t>
    </dgm:pt>
    <dgm:pt modelId="{BA5C358E-A55E-46ED-B93D-C7118B05F831}" type="parTrans" cxnId="{22848472-0DEA-40B7-95EE-7A4F9BD73B57}">
      <dgm:prSet/>
      <dgm:spPr/>
      <dgm:t>
        <a:bodyPr/>
        <a:lstStyle/>
        <a:p>
          <a:endParaRPr lang="ru-RU"/>
        </a:p>
      </dgm:t>
    </dgm:pt>
    <dgm:pt modelId="{E600867F-5207-45BC-B733-5BC88235E5B6}" type="sibTrans" cxnId="{22848472-0DEA-40B7-95EE-7A4F9BD73B57}">
      <dgm:prSet/>
      <dgm:spPr/>
      <dgm:t>
        <a:bodyPr/>
        <a:lstStyle/>
        <a:p>
          <a:endParaRPr lang="ru-RU"/>
        </a:p>
      </dgm:t>
    </dgm:pt>
    <dgm:pt modelId="{134D9370-4154-4597-8F6C-37372B4CAFEF}">
      <dgm:prSet phldrT="[Текст]"/>
      <dgm:spPr/>
      <dgm:t>
        <a:bodyPr/>
        <a:lstStyle/>
        <a:p>
          <a:r>
            <a:rPr lang="ru-RU" dirty="0"/>
            <a:t>резкий рост «белого» населения усиливает гос. давление на  податное население (черное); </a:t>
          </a:r>
        </a:p>
      </dgm:t>
    </dgm:pt>
    <dgm:pt modelId="{CCDE48BD-E117-444E-B61F-90E4F71F268F}" type="parTrans" cxnId="{A572617B-3734-4F60-B23C-86B1E6C7B787}">
      <dgm:prSet/>
      <dgm:spPr/>
      <dgm:t>
        <a:bodyPr/>
        <a:lstStyle/>
        <a:p>
          <a:endParaRPr lang="ru-RU"/>
        </a:p>
      </dgm:t>
    </dgm:pt>
    <dgm:pt modelId="{D056B020-C5F9-4E87-9149-0AA448BE7CBF}" type="sibTrans" cxnId="{A572617B-3734-4F60-B23C-86B1E6C7B787}">
      <dgm:prSet/>
      <dgm:spPr/>
      <dgm:t>
        <a:bodyPr/>
        <a:lstStyle/>
        <a:p>
          <a:endParaRPr lang="ru-RU"/>
        </a:p>
      </dgm:t>
    </dgm:pt>
    <dgm:pt modelId="{53671B49-F84E-445B-B45A-F45CB75FB834}">
      <dgm:prSet phldrT="[Текст]"/>
      <dgm:spPr/>
      <dgm:t>
        <a:bodyPr/>
        <a:lstStyle/>
        <a:p>
          <a:r>
            <a:rPr lang="ru-RU" dirty="0"/>
            <a:t>из-за крестьянских переходов и бегства беднеет основа армии – помещики («дети боярские», дворяне);</a:t>
          </a:r>
        </a:p>
      </dgm:t>
    </dgm:pt>
    <dgm:pt modelId="{87AC166B-89CE-439D-8EF0-080C7D9DEA54}" type="parTrans" cxnId="{65D098CC-0665-45AF-80F0-6F1E43C840B6}">
      <dgm:prSet/>
      <dgm:spPr/>
      <dgm:t>
        <a:bodyPr/>
        <a:lstStyle/>
        <a:p>
          <a:endParaRPr lang="ru-RU"/>
        </a:p>
      </dgm:t>
    </dgm:pt>
    <dgm:pt modelId="{265D0272-75AC-40CD-83A8-C9A5D6D1B2E3}" type="sibTrans" cxnId="{65D098CC-0665-45AF-80F0-6F1E43C840B6}">
      <dgm:prSet/>
      <dgm:spPr/>
      <dgm:t>
        <a:bodyPr/>
        <a:lstStyle/>
        <a:p>
          <a:endParaRPr lang="ru-RU"/>
        </a:p>
      </dgm:t>
    </dgm:pt>
    <dgm:pt modelId="{A2A11F11-B2D2-4E39-AB1C-2472899B88B0}">
      <dgm:prSet phldrT="[Текст]">
        <dgm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dgm:style>
      </dgm:prSet>
      <dgm:spPr/>
      <dgm:t>
        <a:bodyPr/>
        <a:lstStyle/>
        <a:p>
          <a:r>
            <a:rPr lang="ru-RU" dirty="0"/>
            <a:t>Внутренняя политика</a:t>
          </a:r>
        </a:p>
      </dgm:t>
    </dgm:pt>
    <dgm:pt modelId="{89A77C60-8EBD-45C8-B8C7-1E77E60A84E9}" type="parTrans" cxnId="{9CCB793A-D6A9-4B76-804F-43B4F44C47F4}">
      <dgm:prSet/>
      <dgm:spPr/>
      <dgm:t>
        <a:bodyPr/>
        <a:lstStyle/>
        <a:p>
          <a:endParaRPr lang="ru-RU"/>
        </a:p>
      </dgm:t>
    </dgm:pt>
    <dgm:pt modelId="{2266733E-B108-49DC-B194-B1C70BD3EC7B}" type="sibTrans" cxnId="{9CCB793A-D6A9-4B76-804F-43B4F44C47F4}">
      <dgm:prSet/>
      <dgm:spPr/>
      <dgm:t>
        <a:bodyPr/>
        <a:lstStyle/>
        <a:p>
          <a:endParaRPr lang="ru-RU"/>
        </a:p>
      </dgm:t>
    </dgm:pt>
    <dgm:pt modelId="{BBA34B86-6850-4A8F-9405-CB8FF9E1EBA8}">
      <dgm:prSet phldrT="[Текст]" custT="1"/>
      <dgm:spPr/>
      <dgm:t>
        <a:bodyPr/>
        <a:lstStyle/>
        <a:p>
          <a:r>
            <a:rPr lang="ru-RU" sz="1200" dirty="0"/>
            <a:t>инструменты согласования интересов элит разрушены «опричниной»;</a:t>
          </a:r>
        </a:p>
      </dgm:t>
    </dgm:pt>
    <dgm:pt modelId="{CA928687-0ACA-463E-A553-D797FAAC0F45}" type="parTrans" cxnId="{80918649-DAC0-468E-9D9A-E645D469D009}">
      <dgm:prSet/>
      <dgm:spPr/>
      <dgm:t>
        <a:bodyPr/>
        <a:lstStyle/>
        <a:p>
          <a:endParaRPr lang="ru-RU"/>
        </a:p>
      </dgm:t>
    </dgm:pt>
    <dgm:pt modelId="{29089D3C-695B-4B76-A853-A05346CF1565}" type="sibTrans" cxnId="{80918649-DAC0-468E-9D9A-E645D469D009}">
      <dgm:prSet/>
      <dgm:spPr/>
      <dgm:t>
        <a:bodyPr/>
        <a:lstStyle/>
        <a:p>
          <a:endParaRPr lang="ru-RU"/>
        </a:p>
      </dgm:t>
    </dgm:pt>
    <dgm:pt modelId="{9CC392AA-3045-48C8-B050-0AA1819BED8D}">
      <dgm:prSet phldrT="[Текст]" custT="1"/>
      <dgm:spPr/>
      <dgm:t>
        <a:bodyPr/>
        <a:lstStyle/>
        <a:p>
          <a:r>
            <a:rPr lang="ru-RU" sz="1200" dirty="0"/>
            <a:t>борьба кланов в боярской элите разрешается применением ссылок, пострижением в монахи, «опалами».</a:t>
          </a:r>
        </a:p>
      </dgm:t>
    </dgm:pt>
    <dgm:pt modelId="{6D2C6D7E-3286-446A-8F85-C11F769256C5}" type="parTrans" cxnId="{8EFC8262-D120-42A0-A6ED-55D0CDCF8B36}">
      <dgm:prSet/>
      <dgm:spPr/>
      <dgm:t>
        <a:bodyPr/>
        <a:lstStyle/>
        <a:p>
          <a:endParaRPr lang="ru-RU"/>
        </a:p>
      </dgm:t>
    </dgm:pt>
    <dgm:pt modelId="{03376840-0CEF-4CBD-A4B7-C704F62122E0}" type="sibTrans" cxnId="{8EFC8262-D120-42A0-A6ED-55D0CDCF8B36}">
      <dgm:prSet/>
      <dgm:spPr/>
      <dgm:t>
        <a:bodyPr/>
        <a:lstStyle/>
        <a:p>
          <a:endParaRPr lang="ru-RU"/>
        </a:p>
      </dgm:t>
    </dgm:pt>
    <dgm:pt modelId="{29B23BC9-AE37-4B49-B2A5-E57188B5277E}">
      <dgm:prSet phldrT="[Текст]" custT="1"/>
      <dgm:spPr/>
      <dgm:t>
        <a:bodyPr/>
        <a:lstStyle/>
        <a:p>
          <a:r>
            <a:rPr lang="ru-RU" sz="1100" dirty="0"/>
            <a:t>Роль России в международной торговле ограничивается поставками мехов, меда, воска и строевого леса через посредство Англии и Голландии</a:t>
          </a:r>
        </a:p>
      </dgm:t>
    </dgm:pt>
    <dgm:pt modelId="{91B2A361-EF02-4A6A-839A-F5A6D21CBF31}" type="parTrans" cxnId="{B08ECDF4-18A2-4E68-9EE7-6AD66B79C38C}">
      <dgm:prSet/>
      <dgm:spPr/>
    </dgm:pt>
    <dgm:pt modelId="{0F962D27-B97E-4369-9C76-128F5DD61766}" type="sibTrans" cxnId="{B08ECDF4-18A2-4E68-9EE7-6AD66B79C38C}">
      <dgm:prSet/>
      <dgm:spPr/>
    </dgm:pt>
    <dgm:pt modelId="{648BB0A1-1E60-46FB-9A66-803D39F98456}">
      <dgm:prSet phldrT="[Текст]"/>
      <dgm:spPr/>
      <dgm:t>
        <a:bodyPr/>
        <a:lstStyle/>
        <a:p>
          <a:r>
            <a:rPr lang="ru-RU" dirty="0"/>
            <a:t>растет южный «навес» беглого (казацкого) населения;</a:t>
          </a:r>
        </a:p>
      </dgm:t>
    </dgm:pt>
    <dgm:pt modelId="{5DAB4CEA-A102-4505-B240-64C17789BCEB}" type="parTrans" cxnId="{F0EDE28F-6B26-4721-A08F-5F82A21D4BFD}">
      <dgm:prSet/>
      <dgm:spPr/>
    </dgm:pt>
    <dgm:pt modelId="{B0797637-8FB2-46A2-AA58-934D78642330}" type="sibTrans" cxnId="{F0EDE28F-6B26-4721-A08F-5F82A21D4BFD}">
      <dgm:prSet/>
      <dgm:spPr/>
    </dgm:pt>
    <dgm:pt modelId="{24FAAACD-873F-4A49-9840-EB49F98CADE0}">
      <dgm:prSet>
        <dgm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dgm:style>
      </dgm:prSet>
      <dgm:spPr/>
      <dgm:t>
        <a:bodyPr/>
        <a:lstStyle/>
        <a:p>
          <a:r>
            <a:rPr lang="ru-RU" dirty="0"/>
            <a:t>Внешняя политика</a:t>
          </a:r>
        </a:p>
      </dgm:t>
    </dgm:pt>
    <dgm:pt modelId="{3ECE3BB9-9BF5-44A3-9408-29025A6E9B99}" type="parTrans" cxnId="{4BA50D09-6A03-44C8-9721-DBFDEE24D331}">
      <dgm:prSet/>
      <dgm:spPr/>
    </dgm:pt>
    <dgm:pt modelId="{8F4F9AEF-019B-4AA2-8722-D1E6772172E1}" type="sibTrans" cxnId="{4BA50D09-6A03-44C8-9721-DBFDEE24D331}">
      <dgm:prSet/>
      <dgm:spPr/>
    </dgm:pt>
    <dgm:pt modelId="{657961A7-03EE-4B34-8A18-519A59CFFBD9}">
      <dgm:prSet custT="1"/>
      <dgm:spPr/>
      <dgm:t>
        <a:bodyPr/>
        <a:lstStyle/>
        <a:p>
          <a:r>
            <a:rPr lang="ru-RU" sz="1200" dirty="0"/>
            <a:t>страна находится в изоляции: нет выходов к морям, нет постоянных союзников;</a:t>
          </a:r>
        </a:p>
      </dgm:t>
    </dgm:pt>
    <dgm:pt modelId="{52F109E6-9EAC-49AC-99A6-D0875AAF53B5}" type="parTrans" cxnId="{F53EE415-0145-4C27-BD78-1A185339FA58}">
      <dgm:prSet/>
      <dgm:spPr/>
    </dgm:pt>
    <dgm:pt modelId="{6CC9C8A9-317E-4F4A-A11A-5D92F5281905}" type="sibTrans" cxnId="{F53EE415-0145-4C27-BD78-1A185339FA58}">
      <dgm:prSet/>
      <dgm:spPr/>
    </dgm:pt>
    <dgm:pt modelId="{B3428CC1-F2A1-4770-945E-0A0023FFBADC}">
      <dgm:prSet custT="1"/>
      <dgm:spPr/>
      <dgm:t>
        <a:bodyPr/>
        <a:lstStyle/>
        <a:p>
          <a:r>
            <a:rPr lang="ru-RU" sz="1200" dirty="0"/>
            <a:t>сохраняется угроза нападения кочевников с юга.</a:t>
          </a:r>
        </a:p>
      </dgm:t>
    </dgm:pt>
    <dgm:pt modelId="{B35B0059-FA29-4EEF-A0D5-C831E38CA96A}" type="parTrans" cxnId="{61A3ACFC-45BA-430B-9C52-69146C0D4BE3}">
      <dgm:prSet/>
      <dgm:spPr/>
    </dgm:pt>
    <dgm:pt modelId="{720C5FDE-DE94-4D71-9615-E8B476B6885F}" type="sibTrans" cxnId="{61A3ACFC-45BA-430B-9C52-69146C0D4BE3}">
      <dgm:prSet/>
      <dgm:spPr/>
    </dgm:pt>
    <dgm:pt modelId="{68881B6D-D207-4141-A3A4-A9B563758004}" type="pres">
      <dgm:prSet presAssocID="{F3C7953E-CEE1-4076-988F-0ADDEBED1F06}" presName="linearFlow" presStyleCnt="0">
        <dgm:presLayoutVars>
          <dgm:dir/>
          <dgm:animLvl val="lvl"/>
          <dgm:resizeHandles val="exact"/>
        </dgm:presLayoutVars>
      </dgm:prSet>
      <dgm:spPr/>
    </dgm:pt>
    <dgm:pt modelId="{7FA334D4-15D2-476C-82EA-8B94D63A88DB}" type="pres">
      <dgm:prSet presAssocID="{07BFC9B9-C844-4E0E-A4F4-F4601E151ADE}" presName="composite" presStyleCnt="0"/>
      <dgm:spPr/>
    </dgm:pt>
    <dgm:pt modelId="{C76CB43A-C738-4480-923F-10D66CF0CE7E}" type="pres">
      <dgm:prSet presAssocID="{07BFC9B9-C844-4E0E-A4F4-F4601E151ADE}" presName="parentText" presStyleLbl="alignNode1" presStyleIdx="0" presStyleCnt="4">
        <dgm:presLayoutVars>
          <dgm:chMax val="1"/>
          <dgm:bulletEnabled val="1"/>
        </dgm:presLayoutVars>
      </dgm:prSet>
      <dgm:spPr/>
    </dgm:pt>
    <dgm:pt modelId="{06DA7A71-D1C8-45BF-B175-BC7C98A77D86}" type="pres">
      <dgm:prSet presAssocID="{07BFC9B9-C844-4E0E-A4F4-F4601E151ADE}" presName="descendantText" presStyleLbl="alignAcc1" presStyleIdx="0" presStyleCnt="4">
        <dgm:presLayoutVars>
          <dgm:bulletEnabled val="1"/>
        </dgm:presLayoutVars>
      </dgm:prSet>
      <dgm:spPr/>
    </dgm:pt>
    <dgm:pt modelId="{ED8A796A-E579-4FAE-866F-4C011FB9E968}" type="pres">
      <dgm:prSet presAssocID="{61686FAF-C9F2-4326-AFBA-3AF003FE1CBA}" presName="sp" presStyleCnt="0"/>
      <dgm:spPr/>
    </dgm:pt>
    <dgm:pt modelId="{2892DE24-7C02-4D3D-94AB-C2BDC2A8CFAA}" type="pres">
      <dgm:prSet presAssocID="{38AF7C12-E35D-4236-9D8E-E2B601AB0E84}" presName="composite" presStyleCnt="0"/>
      <dgm:spPr/>
    </dgm:pt>
    <dgm:pt modelId="{083E94F0-F0AC-499B-B4CE-94FA2F32EA34}" type="pres">
      <dgm:prSet presAssocID="{38AF7C12-E35D-4236-9D8E-E2B601AB0E84}" presName="parentText" presStyleLbl="alignNode1" presStyleIdx="1" presStyleCnt="4">
        <dgm:presLayoutVars>
          <dgm:chMax val="1"/>
          <dgm:bulletEnabled val="1"/>
        </dgm:presLayoutVars>
      </dgm:prSet>
      <dgm:spPr/>
    </dgm:pt>
    <dgm:pt modelId="{E6320ECE-6FFD-49D4-8A26-11E68A93786C}" type="pres">
      <dgm:prSet presAssocID="{38AF7C12-E35D-4236-9D8E-E2B601AB0E84}" presName="descendantText" presStyleLbl="alignAcc1" presStyleIdx="1" presStyleCnt="4">
        <dgm:presLayoutVars>
          <dgm:bulletEnabled val="1"/>
        </dgm:presLayoutVars>
      </dgm:prSet>
      <dgm:spPr/>
    </dgm:pt>
    <dgm:pt modelId="{0348474D-44ED-485A-BA65-31CB054D8B26}" type="pres">
      <dgm:prSet presAssocID="{E600867F-5207-45BC-B733-5BC88235E5B6}" presName="sp" presStyleCnt="0"/>
      <dgm:spPr/>
    </dgm:pt>
    <dgm:pt modelId="{7A8EA144-B535-4D7D-B406-717F07DB21F0}" type="pres">
      <dgm:prSet presAssocID="{A2A11F11-B2D2-4E39-AB1C-2472899B88B0}" presName="composite" presStyleCnt="0"/>
      <dgm:spPr/>
    </dgm:pt>
    <dgm:pt modelId="{0232387D-357A-41AD-811F-F27674D8379D}" type="pres">
      <dgm:prSet presAssocID="{A2A11F11-B2D2-4E39-AB1C-2472899B88B0}" presName="parentText" presStyleLbl="alignNode1" presStyleIdx="2" presStyleCnt="4">
        <dgm:presLayoutVars>
          <dgm:chMax val="1"/>
          <dgm:bulletEnabled val="1"/>
        </dgm:presLayoutVars>
      </dgm:prSet>
      <dgm:spPr/>
    </dgm:pt>
    <dgm:pt modelId="{BA17FD56-8ECB-4174-A872-50A80144F9B8}" type="pres">
      <dgm:prSet presAssocID="{A2A11F11-B2D2-4E39-AB1C-2472899B88B0}" presName="descendantText" presStyleLbl="alignAcc1" presStyleIdx="2" presStyleCnt="4">
        <dgm:presLayoutVars>
          <dgm:bulletEnabled val="1"/>
        </dgm:presLayoutVars>
      </dgm:prSet>
      <dgm:spPr/>
    </dgm:pt>
    <dgm:pt modelId="{6F9644EF-A31B-4811-8B36-B2F644BDE023}" type="pres">
      <dgm:prSet presAssocID="{2266733E-B108-49DC-B194-B1C70BD3EC7B}" presName="sp" presStyleCnt="0"/>
      <dgm:spPr/>
    </dgm:pt>
    <dgm:pt modelId="{E75B3715-017F-43EC-88FE-08FA204A167B}" type="pres">
      <dgm:prSet presAssocID="{24FAAACD-873F-4A49-9840-EB49F98CADE0}" presName="composite" presStyleCnt="0"/>
      <dgm:spPr/>
    </dgm:pt>
    <dgm:pt modelId="{58FDAEF2-28FE-4D8E-93DF-8A30EE123490}" type="pres">
      <dgm:prSet presAssocID="{24FAAACD-873F-4A49-9840-EB49F98CADE0}" presName="parentText" presStyleLbl="alignNode1" presStyleIdx="3" presStyleCnt="4">
        <dgm:presLayoutVars>
          <dgm:chMax val="1"/>
          <dgm:bulletEnabled val="1"/>
        </dgm:presLayoutVars>
      </dgm:prSet>
      <dgm:spPr/>
    </dgm:pt>
    <dgm:pt modelId="{66512039-1A00-464A-991D-DD8F026966EF}" type="pres">
      <dgm:prSet presAssocID="{24FAAACD-873F-4A49-9840-EB49F98CADE0}" presName="descendantText" presStyleLbl="alignAcc1" presStyleIdx="3" presStyleCnt="4">
        <dgm:presLayoutVars>
          <dgm:bulletEnabled val="1"/>
        </dgm:presLayoutVars>
      </dgm:prSet>
      <dgm:spPr/>
    </dgm:pt>
  </dgm:ptLst>
  <dgm:cxnLst>
    <dgm:cxn modelId="{4BA50D09-6A03-44C8-9721-DBFDEE24D331}" srcId="{F3C7953E-CEE1-4076-988F-0ADDEBED1F06}" destId="{24FAAACD-873F-4A49-9840-EB49F98CADE0}" srcOrd="3" destOrd="0" parTransId="{3ECE3BB9-9BF5-44A3-9408-29025A6E9B99}" sibTransId="{8F4F9AEF-019B-4AA2-8722-D1E6772172E1}"/>
    <dgm:cxn modelId="{F53EE415-0145-4C27-BD78-1A185339FA58}" srcId="{24FAAACD-873F-4A49-9840-EB49F98CADE0}" destId="{657961A7-03EE-4B34-8A18-519A59CFFBD9}" srcOrd="0" destOrd="0" parTransId="{52F109E6-9EAC-49AC-99A6-D0875AAF53B5}" sibTransId="{6CC9C8A9-317E-4F4A-A11A-5D92F5281905}"/>
    <dgm:cxn modelId="{7FB7F416-0474-4765-AC61-B26F2CDF8154}" type="presOf" srcId="{9CC392AA-3045-48C8-B050-0AA1819BED8D}" destId="{BA17FD56-8ECB-4174-A872-50A80144F9B8}" srcOrd="0" destOrd="1" presId="urn:microsoft.com/office/officeart/2005/8/layout/chevron2"/>
    <dgm:cxn modelId="{D198651C-E701-4FBB-9C5F-4DB8BA78E4A8}" type="presOf" srcId="{BBA34B86-6850-4A8F-9405-CB8FF9E1EBA8}" destId="{BA17FD56-8ECB-4174-A872-50A80144F9B8}" srcOrd="0" destOrd="0" presId="urn:microsoft.com/office/officeart/2005/8/layout/chevron2"/>
    <dgm:cxn modelId="{58CAC425-B88A-4AF6-A89D-64FEC5D9D065}" srcId="{07BFC9B9-C844-4E0E-A4F4-F4601E151ADE}" destId="{543C08E2-631B-448A-92FE-8483768E8CD6}" srcOrd="1" destOrd="0" parTransId="{F834B8E4-D9D9-42C2-8DAB-890025809AF7}" sibTransId="{8487B1B2-368A-45CF-AD66-708EB8FAB122}"/>
    <dgm:cxn modelId="{960BDA2B-897F-4409-B090-CAA6748F06E2}" srcId="{F3C7953E-CEE1-4076-988F-0ADDEBED1F06}" destId="{07BFC9B9-C844-4E0E-A4F4-F4601E151ADE}" srcOrd="0" destOrd="0" parTransId="{F9A7B3CB-B611-4926-8F41-2CF48BD6B46C}" sibTransId="{61686FAF-C9F2-4326-AFBA-3AF003FE1CBA}"/>
    <dgm:cxn modelId="{9CCB793A-D6A9-4B76-804F-43B4F44C47F4}" srcId="{F3C7953E-CEE1-4076-988F-0ADDEBED1F06}" destId="{A2A11F11-B2D2-4E39-AB1C-2472899B88B0}" srcOrd="2" destOrd="0" parTransId="{89A77C60-8EBD-45C8-B8C7-1E77E60A84E9}" sibTransId="{2266733E-B108-49DC-B194-B1C70BD3EC7B}"/>
    <dgm:cxn modelId="{8AFFE240-D1B4-49F0-B938-052D4AB7BE72}" type="presOf" srcId="{543C08E2-631B-448A-92FE-8483768E8CD6}" destId="{06DA7A71-D1C8-45BF-B175-BC7C98A77D86}" srcOrd="0" destOrd="1" presId="urn:microsoft.com/office/officeart/2005/8/layout/chevron2"/>
    <dgm:cxn modelId="{C4453A5B-A7FD-4754-A7AB-9A28FFAAA556}" type="presOf" srcId="{A2A11F11-B2D2-4E39-AB1C-2472899B88B0}" destId="{0232387D-357A-41AD-811F-F27674D8379D}" srcOrd="0" destOrd="0" presId="urn:microsoft.com/office/officeart/2005/8/layout/chevron2"/>
    <dgm:cxn modelId="{8EFC8262-D120-42A0-A6ED-55D0CDCF8B36}" srcId="{A2A11F11-B2D2-4E39-AB1C-2472899B88B0}" destId="{9CC392AA-3045-48C8-B050-0AA1819BED8D}" srcOrd="1" destOrd="0" parTransId="{6D2C6D7E-3286-446A-8F85-C11F769256C5}" sibTransId="{03376840-0CEF-4CBD-A4B7-C704F62122E0}"/>
    <dgm:cxn modelId="{4285A643-02D1-4146-89FF-2529E20E1806}" type="presOf" srcId="{B3428CC1-F2A1-4770-945E-0A0023FFBADC}" destId="{66512039-1A00-464A-991D-DD8F026966EF}" srcOrd="0" destOrd="1" presId="urn:microsoft.com/office/officeart/2005/8/layout/chevron2"/>
    <dgm:cxn modelId="{80918649-DAC0-468E-9D9A-E645D469D009}" srcId="{A2A11F11-B2D2-4E39-AB1C-2472899B88B0}" destId="{BBA34B86-6850-4A8F-9405-CB8FF9E1EBA8}" srcOrd="0" destOrd="0" parTransId="{CA928687-0ACA-463E-A553-D797FAAC0F45}" sibTransId="{29089D3C-695B-4B76-A853-A05346CF1565}"/>
    <dgm:cxn modelId="{06194E4F-74A1-434E-B5DB-0EB29630032D}" type="presOf" srcId="{53671B49-F84E-445B-B45A-F45CB75FB834}" destId="{E6320ECE-6FFD-49D4-8A26-11E68A93786C}" srcOrd="0" destOrd="1" presId="urn:microsoft.com/office/officeart/2005/8/layout/chevron2"/>
    <dgm:cxn modelId="{22848472-0DEA-40B7-95EE-7A4F9BD73B57}" srcId="{F3C7953E-CEE1-4076-988F-0ADDEBED1F06}" destId="{38AF7C12-E35D-4236-9D8E-E2B601AB0E84}" srcOrd="1" destOrd="0" parTransId="{BA5C358E-A55E-46ED-B93D-C7118B05F831}" sibTransId="{E600867F-5207-45BC-B733-5BC88235E5B6}"/>
    <dgm:cxn modelId="{22655E78-DDC8-493B-8052-41C46A060DD1}" type="presOf" srcId="{657961A7-03EE-4B34-8A18-519A59CFFBD9}" destId="{66512039-1A00-464A-991D-DD8F026966EF}" srcOrd="0" destOrd="0" presId="urn:microsoft.com/office/officeart/2005/8/layout/chevron2"/>
    <dgm:cxn modelId="{6BA28759-3BB2-4141-B14B-666A4E23285A}" srcId="{07BFC9B9-C844-4E0E-A4F4-F4601E151ADE}" destId="{4466208F-34B4-4B74-90CA-7126ECB01F05}" srcOrd="0" destOrd="0" parTransId="{F63B6249-71F4-479B-A33C-FC5293E96259}" sibTransId="{20249A35-4F64-4ACD-A4E3-A787DD28DFC0}"/>
    <dgm:cxn modelId="{A572617B-3734-4F60-B23C-86B1E6C7B787}" srcId="{38AF7C12-E35D-4236-9D8E-E2B601AB0E84}" destId="{134D9370-4154-4597-8F6C-37372B4CAFEF}" srcOrd="0" destOrd="0" parTransId="{CCDE48BD-E117-444E-B61F-90E4F71F268F}" sibTransId="{D056B020-C5F9-4E87-9149-0AA448BE7CBF}"/>
    <dgm:cxn modelId="{F0EDE28F-6B26-4721-A08F-5F82A21D4BFD}" srcId="{38AF7C12-E35D-4236-9D8E-E2B601AB0E84}" destId="{648BB0A1-1E60-46FB-9A66-803D39F98456}" srcOrd="2" destOrd="0" parTransId="{5DAB4CEA-A102-4505-B240-64C17789BCEB}" sibTransId="{B0797637-8FB2-46A2-AA58-934D78642330}"/>
    <dgm:cxn modelId="{4BAED1B6-594F-4BF6-8906-219B3768B645}" type="presOf" srcId="{134D9370-4154-4597-8F6C-37372B4CAFEF}" destId="{E6320ECE-6FFD-49D4-8A26-11E68A93786C}" srcOrd="0" destOrd="0" presId="urn:microsoft.com/office/officeart/2005/8/layout/chevron2"/>
    <dgm:cxn modelId="{7DAB7DB9-09FD-49FD-967F-D22DA0F32200}" type="presOf" srcId="{29B23BC9-AE37-4B49-B2A5-E57188B5277E}" destId="{06DA7A71-D1C8-45BF-B175-BC7C98A77D86}" srcOrd="0" destOrd="2" presId="urn:microsoft.com/office/officeart/2005/8/layout/chevron2"/>
    <dgm:cxn modelId="{824D03BA-2309-4DF2-9416-FB13A8AA7A00}" type="presOf" srcId="{38AF7C12-E35D-4236-9D8E-E2B601AB0E84}" destId="{083E94F0-F0AC-499B-B4CE-94FA2F32EA34}" srcOrd="0" destOrd="0" presId="urn:microsoft.com/office/officeart/2005/8/layout/chevron2"/>
    <dgm:cxn modelId="{09FDA5C8-006D-40A7-AC80-105340C053E2}" type="presOf" srcId="{648BB0A1-1E60-46FB-9A66-803D39F98456}" destId="{E6320ECE-6FFD-49D4-8A26-11E68A93786C}" srcOrd="0" destOrd="2" presId="urn:microsoft.com/office/officeart/2005/8/layout/chevron2"/>
    <dgm:cxn modelId="{65D098CC-0665-45AF-80F0-6F1E43C840B6}" srcId="{38AF7C12-E35D-4236-9D8E-E2B601AB0E84}" destId="{53671B49-F84E-445B-B45A-F45CB75FB834}" srcOrd="1" destOrd="0" parTransId="{87AC166B-89CE-439D-8EF0-080C7D9DEA54}" sibTransId="{265D0272-75AC-40CD-83A8-C9A5D6D1B2E3}"/>
    <dgm:cxn modelId="{998A7ECD-32EE-447E-9AB9-D7F76488BB8A}" type="presOf" srcId="{F3C7953E-CEE1-4076-988F-0ADDEBED1F06}" destId="{68881B6D-D207-4141-A3A4-A9B563758004}" srcOrd="0" destOrd="0" presId="urn:microsoft.com/office/officeart/2005/8/layout/chevron2"/>
    <dgm:cxn modelId="{86E78BDE-55B5-4CF8-8BDA-C4B2A59826DD}" type="presOf" srcId="{4466208F-34B4-4B74-90CA-7126ECB01F05}" destId="{06DA7A71-D1C8-45BF-B175-BC7C98A77D86}" srcOrd="0" destOrd="0" presId="urn:microsoft.com/office/officeart/2005/8/layout/chevron2"/>
    <dgm:cxn modelId="{0CBF2EEA-489F-4F15-802B-7CBCDB73E9B3}" type="presOf" srcId="{07BFC9B9-C844-4E0E-A4F4-F4601E151ADE}" destId="{C76CB43A-C738-4480-923F-10D66CF0CE7E}" srcOrd="0" destOrd="0" presId="urn:microsoft.com/office/officeart/2005/8/layout/chevron2"/>
    <dgm:cxn modelId="{B08ECDF4-18A2-4E68-9EE7-6AD66B79C38C}" srcId="{07BFC9B9-C844-4E0E-A4F4-F4601E151ADE}" destId="{29B23BC9-AE37-4B49-B2A5-E57188B5277E}" srcOrd="2" destOrd="0" parTransId="{91B2A361-EF02-4A6A-839A-F5A6D21CBF31}" sibTransId="{0F962D27-B97E-4369-9C76-128F5DD61766}"/>
    <dgm:cxn modelId="{590791F9-1315-4DD1-85AA-AF3AE9E75EB3}" type="presOf" srcId="{24FAAACD-873F-4A49-9840-EB49F98CADE0}" destId="{58FDAEF2-28FE-4D8E-93DF-8A30EE123490}" srcOrd="0" destOrd="0" presId="urn:microsoft.com/office/officeart/2005/8/layout/chevron2"/>
    <dgm:cxn modelId="{61A3ACFC-45BA-430B-9C52-69146C0D4BE3}" srcId="{24FAAACD-873F-4A49-9840-EB49F98CADE0}" destId="{B3428CC1-F2A1-4770-945E-0A0023FFBADC}" srcOrd="1" destOrd="0" parTransId="{B35B0059-FA29-4EEF-A0D5-C831E38CA96A}" sibTransId="{720C5FDE-DE94-4D71-9615-E8B476B6885F}"/>
    <dgm:cxn modelId="{E66F0B61-3027-4416-801D-339D0152A78D}" type="presParOf" srcId="{68881B6D-D207-4141-A3A4-A9B563758004}" destId="{7FA334D4-15D2-476C-82EA-8B94D63A88DB}" srcOrd="0" destOrd="0" presId="urn:microsoft.com/office/officeart/2005/8/layout/chevron2"/>
    <dgm:cxn modelId="{1615CD50-E8B4-4B43-BDA8-435E3D3D2CDB}" type="presParOf" srcId="{7FA334D4-15D2-476C-82EA-8B94D63A88DB}" destId="{C76CB43A-C738-4480-923F-10D66CF0CE7E}" srcOrd="0" destOrd="0" presId="urn:microsoft.com/office/officeart/2005/8/layout/chevron2"/>
    <dgm:cxn modelId="{AA631390-5BE5-4F1A-A12C-948A15DBA71E}" type="presParOf" srcId="{7FA334D4-15D2-476C-82EA-8B94D63A88DB}" destId="{06DA7A71-D1C8-45BF-B175-BC7C98A77D86}" srcOrd="1" destOrd="0" presId="urn:microsoft.com/office/officeart/2005/8/layout/chevron2"/>
    <dgm:cxn modelId="{ABE16749-9563-47FD-8B4F-926E1B5AE420}" type="presParOf" srcId="{68881B6D-D207-4141-A3A4-A9B563758004}" destId="{ED8A796A-E579-4FAE-866F-4C011FB9E968}" srcOrd="1" destOrd="0" presId="urn:microsoft.com/office/officeart/2005/8/layout/chevron2"/>
    <dgm:cxn modelId="{D7A27B53-5BC2-439E-BE2B-90B05602B0F0}" type="presParOf" srcId="{68881B6D-D207-4141-A3A4-A9B563758004}" destId="{2892DE24-7C02-4D3D-94AB-C2BDC2A8CFAA}" srcOrd="2" destOrd="0" presId="urn:microsoft.com/office/officeart/2005/8/layout/chevron2"/>
    <dgm:cxn modelId="{5D309B31-3DC4-426E-9AC1-8BD1A57AC843}" type="presParOf" srcId="{2892DE24-7C02-4D3D-94AB-C2BDC2A8CFAA}" destId="{083E94F0-F0AC-499B-B4CE-94FA2F32EA34}" srcOrd="0" destOrd="0" presId="urn:microsoft.com/office/officeart/2005/8/layout/chevron2"/>
    <dgm:cxn modelId="{30423E79-B703-4F6F-ACCE-77DEC0F54959}" type="presParOf" srcId="{2892DE24-7C02-4D3D-94AB-C2BDC2A8CFAA}" destId="{E6320ECE-6FFD-49D4-8A26-11E68A93786C}" srcOrd="1" destOrd="0" presId="urn:microsoft.com/office/officeart/2005/8/layout/chevron2"/>
    <dgm:cxn modelId="{FF022DEF-6B02-407D-B70B-0056B5D54064}" type="presParOf" srcId="{68881B6D-D207-4141-A3A4-A9B563758004}" destId="{0348474D-44ED-485A-BA65-31CB054D8B26}" srcOrd="3" destOrd="0" presId="urn:microsoft.com/office/officeart/2005/8/layout/chevron2"/>
    <dgm:cxn modelId="{4A3A1753-0891-4EC2-B48B-8A2A4942CE5F}" type="presParOf" srcId="{68881B6D-D207-4141-A3A4-A9B563758004}" destId="{7A8EA144-B535-4D7D-B406-717F07DB21F0}" srcOrd="4" destOrd="0" presId="urn:microsoft.com/office/officeart/2005/8/layout/chevron2"/>
    <dgm:cxn modelId="{8096F922-4E5C-40E9-BDEA-5AD7F964E19F}" type="presParOf" srcId="{7A8EA144-B535-4D7D-B406-717F07DB21F0}" destId="{0232387D-357A-41AD-811F-F27674D8379D}" srcOrd="0" destOrd="0" presId="urn:microsoft.com/office/officeart/2005/8/layout/chevron2"/>
    <dgm:cxn modelId="{720FD390-4667-42D3-B300-C4DF8015B33C}" type="presParOf" srcId="{7A8EA144-B535-4D7D-B406-717F07DB21F0}" destId="{BA17FD56-8ECB-4174-A872-50A80144F9B8}" srcOrd="1" destOrd="0" presId="urn:microsoft.com/office/officeart/2005/8/layout/chevron2"/>
    <dgm:cxn modelId="{13C07C10-C522-45FB-8E27-11710BEBB03D}" type="presParOf" srcId="{68881B6D-D207-4141-A3A4-A9B563758004}" destId="{6F9644EF-A31B-4811-8B36-B2F644BDE023}" srcOrd="5" destOrd="0" presId="urn:microsoft.com/office/officeart/2005/8/layout/chevron2"/>
    <dgm:cxn modelId="{0BC662D7-0206-4258-9A3F-9A52816F4CCF}" type="presParOf" srcId="{68881B6D-D207-4141-A3A4-A9B563758004}" destId="{E75B3715-017F-43EC-88FE-08FA204A167B}" srcOrd="6" destOrd="0" presId="urn:microsoft.com/office/officeart/2005/8/layout/chevron2"/>
    <dgm:cxn modelId="{F7E6B039-77AD-4826-B2D4-C54C6DE3DDDA}" type="presParOf" srcId="{E75B3715-017F-43EC-88FE-08FA204A167B}" destId="{58FDAEF2-28FE-4D8E-93DF-8A30EE123490}" srcOrd="0" destOrd="0" presId="urn:microsoft.com/office/officeart/2005/8/layout/chevron2"/>
    <dgm:cxn modelId="{C21C8FA4-AA0D-4EF1-8BC1-4F97879F60D9}" type="presParOf" srcId="{E75B3715-017F-43EC-88FE-08FA204A167B}" destId="{66512039-1A00-464A-991D-DD8F026966EF}" srcOrd="1" destOrd="0" presId="urn:microsoft.com/office/officeart/2005/8/layout/chevron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1C60B4C4-2647-431B-8909-79A871C2637E}" type="doc">
      <dgm:prSet loTypeId="urn:microsoft.com/office/officeart/2005/8/layout/hierarchy5" loCatId="hierarchy" qsTypeId="urn:microsoft.com/office/officeart/2005/8/quickstyle/simple3" qsCatId="simple" csTypeId="urn:microsoft.com/office/officeart/2005/8/colors/accent1_2" csCatId="accent1" phldr="1"/>
      <dgm:spPr/>
      <dgm:t>
        <a:bodyPr/>
        <a:lstStyle/>
        <a:p>
          <a:endParaRPr lang="ru-RU"/>
        </a:p>
      </dgm:t>
    </dgm:pt>
    <dgm:pt modelId="{F84EA937-808F-48AF-82A5-12785CB0056B}">
      <dgm:prSet phldrT="[Текст]"/>
      <dgm:spPr/>
      <dgm:t>
        <a:bodyPr/>
        <a:lstStyle/>
        <a:p>
          <a:r>
            <a:rPr lang="ru-RU" dirty="0"/>
            <a:t>Кризис</a:t>
          </a:r>
        </a:p>
      </dgm:t>
    </dgm:pt>
    <dgm:pt modelId="{F6570F91-9573-489C-8A4A-89BCD13BE541}" type="parTrans" cxnId="{24659020-384E-4B1A-A208-05F7C9834346}">
      <dgm:prSet/>
      <dgm:spPr/>
      <dgm:t>
        <a:bodyPr/>
        <a:lstStyle/>
        <a:p>
          <a:endParaRPr lang="ru-RU"/>
        </a:p>
      </dgm:t>
    </dgm:pt>
    <dgm:pt modelId="{609C97B4-5F0B-4A5A-835E-F8E4ACCFB579}" type="sibTrans" cxnId="{24659020-384E-4B1A-A208-05F7C9834346}">
      <dgm:prSet/>
      <dgm:spPr/>
      <dgm:t>
        <a:bodyPr/>
        <a:lstStyle/>
        <a:p>
          <a:endParaRPr lang="ru-RU"/>
        </a:p>
      </dgm:t>
    </dgm:pt>
    <dgm:pt modelId="{F0B0FE80-27CD-49B5-BA52-66DF1821FFD6}">
      <dgm:prSet phldrT="[Текст]"/>
      <dgm:spPr/>
      <dgm:t>
        <a:bodyPr/>
        <a:lstStyle/>
        <a:p>
          <a:r>
            <a:rPr lang="ru-RU" dirty="0"/>
            <a:t>Реформы</a:t>
          </a:r>
        </a:p>
      </dgm:t>
    </dgm:pt>
    <dgm:pt modelId="{9A41DF8A-F11C-42ED-A26A-904FAF5A27B6}" type="parTrans" cxnId="{A913AE52-85E0-4BC9-BF9F-AC067036D740}">
      <dgm:prSet/>
      <dgm:spPr/>
      <dgm:t>
        <a:bodyPr/>
        <a:lstStyle/>
        <a:p>
          <a:endParaRPr lang="ru-RU" dirty="0"/>
        </a:p>
      </dgm:t>
    </dgm:pt>
    <dgm:pt modelId="{19711E76-A0B0-4C2B-95B0-8023E019EC28}" type="sibTrans" cxnId="{A913AE52-85E0-4BC9-BF9F-AC067036D740}">
      <dgm:prSet/>
      <dgm:spPr/>
      <dgm:t>
        <a:bodyPr/>
        <a:lstStyle/>
        <a:p>
          <a:endParaRPr lang="ru-RU"/>
        </a:p>
      </dgm:t>
    </dgm:pt>
    <dgm:pt modelId="{62CB0299-FA8F-435E-967A-26C3A4998B9B}">
      <dgm:prSet phldrT="[Текст]"/>
      <dgm:spPr/>
      <dgm:t>
        <a:bodyPr/>
        <a:lstStyle/>
        <a:p>
          <a:r>
            <a:rPr lang="ru-RU" dirty="0"/>
            <a:t>Гражданская война</a:t>
          </a:r>
        </a:p>
      </dgm:t>
    </dgm:pt>
    <dgm:pt modelId="{7680E6FD-D5B7-4586-A3A6-072AF416A757}" type="parTrans" cxnId="{AE49F3BD-41EE-4C97-A3B1-0481A07FB7B6}">
      <dgm:prSet/>
      <dgm:spPr/>
      <dgm:t>
        <a:bodyPr/>
        <a:lstStyle/>
        <a:p>
          <a:endParaRPr lang="ru-RU" dirty="0"/>
        </a:p>
      </dgm:t>
    </dgm:pt>
    <dgm:pt modelId="{37988B90-0082-40EF-AAD8-5A2B6E26D872}" type="sibTrans" cxnId="{AE49F3BD-41EE-4C97-A3B1-0481A07FB7B6}">
      <dgm:prSet/>
      <dgm:spPr/>
      <dgm:t>
        <a:bodyPr/>
        <a:lstStyle/>
        <a:p>
          <a:endParaRPr lang="ru-RU"/>
        </a:p>
      </dgm:t>
    </dgm:pt>
    <dgm:pt modelId="{13A09ECF-E93B-4D9B-B50B-22B1023BE5E4}">
      <dgm:prSet phldrT="[Текст]"/>
      <dgm:spPr/>
      <dgm:t>
        <a:bodyPr/>
        <a:lstStyle/>
        <a:p>
          <a:r>
            <a:rPr lang="ru-RU" dirty="0"/>
            <a:t>Деградация</a:t>
          </a:r>
        </a:p>
      </dgm:t>
    </dgm:pt>
    <dgm:pt modelId="{F02DBA8B-CEA2-44E7-AFBC-00755BC30203}" type="parTrans" cxnId="{36935260-563A-445F-BE39-EB8AB665B371}">
      <dgm:prSet/>
      <dgm:spPr/>
      <dgm:t>
        <a:bodyPr/>
        <a:lstStyle/>
        <a:p>
          <a:endParaRPr lang="ru-RU" dirty="0"/>
        </a:p>
      </dgm:t>
    </dgm:pt>
    <dgm:pt modelId="{EB45E5FE-42CA-4A42-8294-A0B9419F2BF6}" type="sibTrans" cxnId="{36935260-563A-445F-BE39-EB8AB665B371}">
      <dgm:prSet/>
      <dgm:spPr/>
      <dgm:t>
        <a:bodyPr/>
        <a:lstStyle/>
        <a:p>
          <a:endParaRPr lang="ru-RU"/>
        </a:p>
      </dgm:t>
    </dgm:pt>
    <dgm:pt modelId="{84C205D0-7320-4E8F-B8C4-956EB0366531}">
      <dgm:prSet/>
      <dgm:spPr/>
      <dgm:t>
        <a:bodyPr/>
        <a:lstStyle/>
        <a:p>
          <a:r>
            <a:rPr lang="ru-RU" dirty="0"/>
            <a:t>Успех</a:t>
          </a:r>
        </a:p>
      </dgm:t>
    </dgm:pt>
    <dgm:pt modelId="{06CC1D43-09E7-49C5-8914-C0CC94B2971E}" type="parTrans" cxnId="{7E294903-4265-4D7E-A57A-1C5D2F4E64DD}">
      <dgm:prSet/>
      <dgm:spPr/>
      <dgm:t>
        <a:bodyPr/>
        <a:lstStyle/>
        <a:p>
          <a:endParaRPr lang="ru-RU" dirty="0"/>
        </a:p>
      </dgm:t>
    </dgm:pt>
    <dgm:pt modelId="{795E6770-86E2-4368-9204-2C4C8786669B}" type="sibTrans" cxnId="{7E294903-4265-4D7E-A57A-1C5D2F4E64DD}">
      <dgm:prSet/>
      <dgm:spPr/>
      <dgm:t>
        <a:bodyPr/>
        <a:lstStyle/>
        <a:p>
          <a:endParaRPr lang="ru-RU"/>
        </a:p>
      </dgm:t>
    </dgm:pt>
    <dgm:pt modelId="{C5F5EEC1-AE9D-43BC-BF90-4313C1809F86}">
      <dgm:prSet/>
      <dgm:spPr/>
      <dgm:t>
        <a:bodyPr/>
        <a:lstStyle/>
        <a:p>
          <a:r>
            <a:rPr lang="ru-RU" dirty="0"/>
            <a:t>Неудача</a:t>
          </a:r>
        </a:p>
      </dgm:t>
    </dgm:pt>
    <dgm:pt modelId="{AFD2EFBD-32E1-43E9-B55D-51462A73227B}" type="parTrans" cxnId="{FD39876D-F7FF-4C99-A591-4EB16C43E5E2}">
      <dgm:prSet/>
      <dgm:spPr/>
      <dgm:t>
        <a:bodyPr/>
        <a:lstStyle/>
        <a:p>
          <a:endParaRPr lang="ru-RU" dirty="0"/>
        </a:p>
      </dgm:t>
    </dgm:pt>
    <dgm:pt modelId="{93B22747-D87C-4F2C-92F9-F8FB3D4C76DB}" type="sibTrans" cxnId="{FD39876D-F7FF-4C99-A591-4EB16C43E5E2}">
      <dgm:prSet/>
      <dgm:spPr/>
      <dgm:t>
        <a:bodyPr/>
        <a:lstStyle/>
        <a:p>
          <a:endParaRPr lang="ru-RU"/>
        </a:p>
      </dgm:t>
    </dgm:pt>
    <dgm:pt modelId="{749FEDE9-9F5C-4D82-B4DC-BFACA93968C6}">
      <dgm:prSet/>
      <dgm:spPr/>
      <dgm:t>
        <a:bodyPr/>
        <a:lstStyle/>
        <a:p>
          <a:r>
            <a:rPr lang="ru-RU" dirty="0"/>
            <a:t>Переход к реформам</a:t>
          </a:r>
        </a:p>
      </dgm:t>
    </dgm:pt>
    <dgm:pt modelId="{CB301D00-E911-4963-8F32-E2193A455EB7}" type="parTrans" cxnId="{7C119A3B-1872-4E4E-92A2-0608A8F1970A}">
      <dgm:prSet/>
      <dgm:spPr/>
      <dgm:t>
        <a:bodyPr/>
        <a:lstStyle/>
        <a:p>
          <a:endParaRPr lang="ru-RU" dirty="0"/>
        </a:p>
      </dgm:t>
    </dgm:pt>
    <dgm:pt modelId="{47510427-64FA-4A83-890C-D61647237E85}" type="sibTrans" cxnId="{7C119A3B-1872-4E4E-92A2-0608A8F1970A}">
      <dgm:prSet/>
      <dgm:spPr/>
      <dgm:t>
        <a:bodyPr/>
        <a:lstStyle/>
        <a:p>
          <a:endParaRPr lang="ru-RU"/>
        </a:p>
      </dgm:t>
    </dgm:pt>
    <dgm:pt modelId="{600D2968-D6FB-4326-B18F-424DD3D0B3B1}">
      <dgm:prSet/>
      <dgm:spPr/>
      <dgm:t>
        <a:bodyPr/>
        <a:lstStyle/>
        <a:p>
          <a:r>
            <a:rPr lang="ru-RU" dirty="0"/>
            <a:t>Распад государственности</a:t>
          </a:r>
        </a:p>
      </dgm:t>
    </dgm:pt>
    <dgm:pt modelId="{69018E9B-0711-4490-82D1-A13EA3312497}" type="parTrans" cxnId="{6D3C127E-B2A8-4CDF-8F76-0EF3E5B09066}">
      <dgm:prSet/>
      <dgm:spPr/>
      <dgm:t>
        <a:bodyPr/>
        <a:lstStyle/>
        <a:p>
          <a:endParaRPr lang="ru-RU" dirty="0"/>
        </a:p>
      </dgm:t>
    </dgm:pt>
    <dgm:pt modelId="{347933C8-E488-4646-9B89-7A751D7EB15E}" type="sibTrans" cxnId="{6D3C127E-B2A8-4CDF-8F76-0EF3E5B09066}">
      <dgm:prSet/>
      <dgm:spPr/>
      <dgm:t>
        <a:bodyPr/>
        <a:lstStyle/>
        <a:p>
          <a:endParaRPr lang="ru-RU"/>
        </a:p>
      </dgm:t>
    </dgm:pt>
    <dgm:pt modelId="{CB3C608B-A9BF-4C66-916C-37637B427B01}">
      <dgm:prSet/>
      <dgm:spPr/>
      <dgm:t>
        <a:bodyPr/>
        <a:lstStyle/>
        <a:p>
          <a:r>
            <a:rPr lang="ru-RU" dirty="0"/>
            <a:t>Длительная</a:t>
          </a:r>
        </a:p>
      </dgm:t>
    </dgm:pt>
    <dgm:pt modelId="{DACB0943-B6B1-49C7-A917-FA1FAC79A416}" type="parTrans" cxnId="{3DCFAE98-7563-4671-9E30-CDF1862BDF11}">
      <dgm:prSet/>
      <dgm:spPr/>
      <dgm:t>
        <a:bodyPr/>
        <a:lstStyle/>
        <a:p>
          <a:endParaRPr lang="ru-RU" dirty="0"/>
        </a:p>
      </dgm:t>
    </dgm:pt>
    <dgm:pt modelId="{2C89E853-38E1-4E01-8534-032D2766686F}" type="sibTrans" cxnId="{3DCFAE98-7563-4671-9E30-CDF1862BDF11}">
      <dgm:prSet/>
      <dgm:spPr/>
      <dgm:t>
        <a:bodyPr/>
        <a:lstStyle/>
        <a:p>
          <a:endParaRPr lang="ru-RU"/>
        </a:p>
      </dgm:t>
    </dgm:pt>
    <dgm:pt modelId="{8ACE10E9-3064-49F1-903E-BB5384975969}">
      <dgm:prSet/>
      <dgm:spPr/>
      <dgm:t>
        <a:bodyPr/>
        <a:lstStyle/>
        <a:p>
          <a:r>
            <a:rPr lang="ru-RU" dirty="0"/>
            <a:t>Стремительная</a:t>
          </a:r>
        </a:p>
      </dgm:t>
    </dgm:pt>
    <dgm:pt modelId="{271122E4-FE7A-4A5F-B769-CE7E745E10E2}" type="parTrans" cxnId="{0DDEEBEF-740C-4A9A-BEE4-12FE367E60EF}">
      <dgm:prSet/>
      <dgm:spPr/>
      <dgm:t>
        <a:bodyPr/>
        <a:lstStyle/>
        <a:p>
          <a:endParaRPr lang="ru-RU" dirty="0"/>
        </a:p>
      </dgm:t>
    </dgm:pt>
    <dgm:pt modelId="{721044E2-DBD3-40CE-9450-27F0775E6B19}" type="sibTrans" cxnId="{0DDEEBEF-740C-4A9A-BEE4-12FE367E60EF}">
      <dgm:prSet/>
      <dgm:spPr/>
      <dgm:t>
        <a:bodyPr/>
        <a:lstStyle/>
        <a:p>
          <a:endParaRPr lang="ru-RU"/>
        </a:p>
      </dgm:t>
    </dgm:pt>
    <dgm:pt modelId="{5B988DF5-D7FD-404B-9C61-274DDBFE02BA}">
      <dgm:prSet/>
      <dgm:spPr/>
      <dgm:t>
        <a:bodyPr/>
        <a:lstStyle/>
        <a:p>
          <a:r>
            <a:rPr lang="ru-RU" dirty="0"/>
            <a:t>Распад государственности</a:t>
          </a:r>
        </a:p>
      </dgm:t>
    </dgm:pt>
    <dgm:pt modelId="{89D0EDF8-B70C-4C64-AE89-075A034525E5}" type="parTrans" cxnId="{B1A4DCFD-E61D-4489-A66F-D1E0A058DD71}">
      <dgm:prSet/>
      <dgm:spPr/>
      <dgm:t>
        <a:bodyPr/>
        <a:lstStyle/>
        <a:p>
          <a:endParaRPr lang="ru-RU" dirty="0"/>
        </a:p>
      </dgm:t>
    </dgm:pt>
    <dgm:pt modelId="{42499DE4-D00D-4CD6-8356-25D2678A03D2}" type="sibTrans" cxnId="{B1A4DCFD-E61D-4489-A66F-D1E0A058DD71}">
      <dgm:prSet/>
      <dgm:spPr/>
      <dgm:t>
        <a:bodyPr/>
        <a:lstStyle/>
        <a:p>
          <a:endParaRPr lang="ru-RU"/>
        </a:p>
      </dgm:t>
    </dgm:pt>
    <dgm:pt modelId="{F61C6E2B-9F0D-4146-B72A-82FB78EABA9F}">
      <dgm:prSet/>
      <dgm:spPr/>
      <dgm:t>
        <a:bodyPr/>
        <a:lstStyle/>
        <a:p>
          <a:r>
            <a:rPr lang="ru-RU" dirty="0"/>
            <a:t>Гражданская война</a:t>
          </a:r>
        </a:p>
      </dgm:t>
    </dgm:pt>
    <dgm:pt modelId="{3C12CDCF-132E-471D-A0DC-DEAB48D46744}" type="parTrans" cxnId="{67454DD1-5ECF-4802-BA6E-AE1A5C9CD458}">
      <dgm:prSet/>
      <dgm:spPr/>
      <dgm:t>
        <a:bodyPr/>
        <a:lstStyle/>
        <a:p>
          <a:endParaRPr lang="ru-RU" dirty="0"/>
        </a:p>
      </dgm:t>
    </dgm:pt>
    <dgm:pt modelId="{A3A6F88A-FB49-48EC-BF86-5ECAC671BF67}" type="sibTrans" cxnId="{67454DD1-5ECF-4802-BA6E-AE1A5C9CD458}">
      <dgm:prSet/>
      <dgm:spPr/>
      <dgm:t>
        <a:bodyPr/>
        <a:lstStyle/>
        <a:p>
          <a:endParaRPr lang="ru-RU"/>
        </a:p>
      </dgm:t>
    </dgm:pt>
    <dgm:pt modelId="{DF392D9F-64A0-4364-98A6-1FF81D335971}">
      <dgm:prSet/>
      <dgm:spPr/>
      <dgm:t>
        <a:bodyPr/>
        <a:lstStyle/>
        <a:p>
          <a:r>
            <a:rPr lang="ru-RU" dirty="0"/>
            <a:t>Новое качество общественных институтов</a:t>
          </a:r>
        </a:p>
      </dgm:t>
    </dgm:pt>
    <dgm:pt modelId="{40F0C91B-27A4-4FB9-B4CF-F7104F33E276}" type="parTrans" cxnId="{92DBABF6-E1A1-42AA-AE8C-EA704FC00803}">
      <dgm:prSet/>
      <dgm:spPr/>
      <dgm:t>
        <a:bodyPr/>
        <a:lstStyle/>
        <a:p>
          <a:endParaRPr lang="ru-RU" dirty="0"/>
        </a:p>
      </dgm:t>
    </dgm:pt>
    <dgm:pt modelId="{601E2497-E369-4C31-81D1-26FE650FAB6D}" type="sibTrans" cxnId="{92DBABF6-E1A1-42AA-AE8C-EA704FC00803}">
      <dgm:prSet/>
      <dgm:spPr/>
      <dgm:t>
        <a:bodyPr/>
        <a:lstStyle/>
        <a:p>
          <a:endParaRPr lang="ru-RU"/>
        </a:p>
      </dgm:t>
    </dgm:pt>
    <dgm:pt modelId="{520F9013-CBAB-482C-800D-86BE5022AE35}">
      <dgm:prSet/>
      <dgm:spPr/>
      <dgm:t>
        <a:bodyPr/>
        <a:lstStyle/>
        <a:p>
          <a:r>
            <a:rPr lang="ru-RU" dirty="0"/>
            <a:t>Возрождение государственности</a:t>
          </a:r>
        </a:p>
      </dgm:t>
    </dgm:pt>
    <dgm:pt modelId="{6A68A341-8919-4D83-9725-7A99851E96B9}" type="parTrans" cxnId="{2E6B035E-DD48-4632-8498-DE3841B8DD33}">
      <dgm:prSet/>
      <dgm:spPr/>
      <dgm:t>
        <a:bodyPr/>
        <a:lstStyle/>
        <a:p>
          <a:endParaRPr lang="ru-RU" dirty="0"/>
        </a:p>
      </dgm:t>
    </dgm:pt>
    <dgm:pt modelId="{FF6C3078-5857-42CC-8B7A-519CDCE447DA}" type="sibTrans" cxnId="{2E6B035E-DD48-4632-8498-DE3841B8DD33}">
      <dgm:prSet/>
      <dgm:spPr/>
      <dgm:t>
        <a:bodyPr/>
        <a:lstStyle/>
        <a:p>
          <a:endParaRPr lang="ru-RU"/>
        </a:p>
      </dgm:t>
    </dgm:pt>
    <dgm:pt modelId="{CD72DF00-0A20-4637-853B-00B996BC8986}">
      <dgm:prSet/>
      <dgm:spPr/>
      <dgm:t>
        <a:bodyPr/>
        <a:lstStyle/>
        <a:p>
          <a:r>
            <a:rPr lang="ru-RU" dirty="0"/>
            <a:t>Деградация</a:t>
          </a:r>
        </a:p>
      </dgm:t>
    </dgm:pt>
    <dgm:pt modelId="{7B715465-F159-459B-8967-6C24611DE04C}" type="parTrans" cxnId="{BF3FFA79-B910-4A85-A100-1B0460F57C1C}">
      <dgm:prSet/>
      <dgm:spPr/>
      <dgm:t>
        <a:bodyPr/>
        <a:lstStyle/>
        <a:p>
          <a:endParaRPr lang="ru-RU" dirty="0"/>
        </a:p>
      </dgm:t>
    </dgm:pt>
    <dgm:pt modelId="{CB3387D3-058C-4D3C-8FB9-B96086B6B05E}" type="sibTrans" cxnId="{BF3FFA79-B910-4A85-A100-1B0460F57C1C}">
      <dgm:prSet/>
      <dgm:spPr/>
      <dgm:t>
        <a:bodyPr/>
        <a:lstStyle/>
        <a:p>
          <a:endParaRPr lang="ru-RU"/>
        </a:p>
      </dgm:t>
    </dgm:pt>
    <dgm:pt modelId="{9FDF9AAA-86C9-46CE-B92D-C6B84F6AC528}" type="pres">
      <dgm:prSet presAssocID="{1C60B4C4-2647-431B-8909-79A871C2637E}" presName="mainComposite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</dgm:pt>
    <dgm:pt modelId="{1C1507D6-BE1D-4EAC-B08A-42071F1E809E}" type="pres">
      <dgm:prSet presAssocID="{1C60B4C4-2647-431B-8909-79A871C2637E}" presName="hierFlow" presStyleCnt="0"/>
      <dgm:spPr/>
    </dgm:pt>
    <dgm:pt modelId="{B6AD8330-A660-40E2-B5A0-D61EFDD211EC}" type="pres">
      <dgm:prSet presAssocID="{1C60B4C4-2647-431B-8909-79A871C2637E}" presName="hierChild1" presStyleCnt="0">
        <dgm:presLayoutVars>
          <dgm:chPref val="1"/>
          <dgm:animOne val="branch"/>
          <dgm:animLvl val="lvl"/>
        </dgm:presLayoutVars>
      </dgm:prSet>
      <dgm:spPr/>
    </dgm:pt>
    <dgm:pt modelId="{BA812704-2CC3-44D6-93B1-96F0CAEC6BED}" type="pres">
      <dgm:prSet presAssocID="{F84EA937-808F-48AF-82A5-12785CB0056B}" presName="Name17" presStyleCnt="0"/>
      <dgm:spPr/>
    </dgm:pt>
    <dgm:pt modelId="{BA967890-C022-4281-A116-80413BF183E2}" type="pres">
      <dgm:prSet presAssocID="{F84EA937-808F-48AF-82A5-12785CB0056B}" presName="level1Shape" presStyleLbl="node0" presStyleIdx="0" presStyleCnt="1">
        <dgm:presLayoutVars>
          <dgm:chPref val="3"/>
        </dgm:presLayoutVars>
      </dgm:prSet>
      <dgm:spPr/>
    </dgm:pt>
    <dgm:pt modelId="{DCE3AD7C-59E2-4F5B-802C-AB97C0CC89A5}" type="pres">
      <dgm:prSet presAssocID="{F84EA937-808F-48AF-82A5-12785CB0056B}" presName="hierChild2" presStyleCnt="0"/>
      <dgm:spPr/>
    </dgm:pt>
    <dgm:pt modelId="{99DED3D7-2FAD-42A8-A539-16913390C9DE}" type="pres">
      <dgm:prSet presAssocID="{9A41DF8A-F11C-42ED-A26A-904FAF5A27B6}" presName="Name25" presStyleLbl="parChTrans1D2" presStyleIdx="0" presStyleCnt="3"/>
      <dgm:spPr/>
    </dgm:pt>
    <dgm:pt modelId="{2A86D9F5-7F23-4C3C-92BC-481070944E9A}" type="pres">
      <dgm:prSet presAssocID="{9A41DF8A-F11C-42ED-A26A-904FAF5A27B6}" presName="connTx" presStyleLbl="parChTrans1D2" presStyleIdx="0" presStyleCnt="3"/>
      <dgm:spPr/>
    </dgm:pt>
    <dgm:pt modelId="{AE50FB1C-27FB-4D98-A24C-3D9058EE15D8}" type="pres">
      <dgm:prSet presAssocID="{F0B0FE80-27CD-49B5-BA52-66DF1821FFD6}" presName="Name30" presStyleCnt="0"/>
      <dgm:spPr/>
    </dgm:pt>
    <dgm:pt modelId="{30FF08C2-E4E3-4A1E-83A4-BC4BD66715B2}" type="pres">
      <dgm:prSet presAssocID="{F0B0FE80-27CD-49B5-BA52-66DF1821FFD6}" presName="level2Shape" presStyleLbl="node2" presStyleIdx="0" presStyleCnt="3"/>
      <dgm:spPr/>
    </dgm:pt>
    <dgm:pt modelId="{F3E80CB3-00BE-47AE-BA69-F18EF4F2A070}" type="pres">
      <dgm:prSet presAssocID="{F0B0FE80-27CD-49B5-BA52-66DF1821FFD6}" presName="hierChild3" presStyleCnt="0"/>
      <dgm:spPr/>
    </dgm:pt>
    <dgm:pt modelId="{A8E84029-0321-4AF8-8903-EBE401A45164}" type="pres">
      <dgm:prSet presAssocID="{06CC1D43-09E7-49C5-8914-C0CC94B2971E}" presName="Name25" presStyleLbl="parChTrans1D3" presStyleIdx="0" presStyleCnt="6"/>
      <dgm:spPr/>
    </dgm:pt>
    <dgm:pt modelId="{D20AF88E-33E7-41A2-8EB1-D96570E01CB7}" type="pres">
      <dgm:prSet presAssocID="{06CC1D43-09E7-49C5-8914-C0CC94B2971E}" presName="connTx" presStyleLbl="parChTrans1D3" presStyleIdx="0" presStyleCnt="6"/>
      <dgm:spPr/>
    </dgm:pt>
    <dgm:pt modelId="{CAD5B4BA-B69F-4A4D-9983-225AEA297D03}" type="pres">
      <dgm:prSet presAssocID="{84C205D0-7320-4E8F-B8C4-956EB0366531}" presName="Name30" presStyleCnt="0"/>
      <dgm:spPr/>
    </dgm:pt>
    <dgm:pt modelId="{755E4BBC-8811-43C4-B0B0-B4DBEBBCCCC6}" type="pres">
      <dgm:prSet presAssocID="{84C205D0-7320-4E8F-B8C4-956EB0366531}" presName="level2Shape" presStyleLbl="node3" presStyleIdx="0" presStyleCnt="6"/>
      <dgm:spPr/>
    </dgm:pt>
    <dgm:pt modelId="{F8C54584-7E7C-409D-84BA-9865039DC7D9}" type="pres">
      <dgm:prSet presAssocID="{84C205D0-7320-4E8F-B8C4-956EB0366531}" presName="hierChild3" presStyleCnt="0"/>
      <dgm:spPr/>
    </dgm:pt>
    <dgm:pt modelId="{0ACBF47F-4832-4342-909B-063BD0CB139E}" type="pres">
      <dgm:prSet presAssocID="{40F0C91B-27A4-4FB9-B4CF-F7104F33E276}" presName="Name25" presStyleLbl="parChTrans1D4" presStyleIdx="0" presStyleCnt="5"/>
      <dgm:spPr/>
    </dgm:pt>
    <dgm:pt modelId="{E59B452B-CF94-44FE-8474-8189E2FCBD9E}" type="pres">
      <dgm:prSet presAssocID="{40F0C91B-27A4-4FB9-B4CF-F7104F33E276}" presName="connTx" presStyleLbl="parChTrans1D4" presStyleIdx="0" presStyleCnt="5"/>
      <dgm:spPr/>
    </dgm:pt>
    <dgm:pt modelId="{2BC10ED8-67F8-4200-87F1-2F22D24B7268}" type="pres">
      <dgm:prSet presAssocID="{DF392D9F-64A0-4364-98A6-1FF81D335971}" presName="Name30" presStyleCnt="0"/>
      <dgm:spPr/>
    </dgm:pt>
    <dgm:pt modelId="{77FD4E8C-6496-4180-A182-8CAC59E49C8E}" type="pres">
      <dgm:prSet presAssocID="{DF392D9F-64A0-4364-98A6-1FF81D335971}" presName="level2Shape" presStyleLbl="node4" presStyleIdx="0" presStyleCnt="5"/>
      <dgm:spPr/>
    </dgm:pt>
    <dgm:pt modelId="{8D31E443-AACD-4B2C-BB6D-9B13F02C4EBD}" type="pres">
      <dgm:prSet presAssocID="{DF392D9F-64A0-4364-98A6-1FF81D335971}" presName="hierChild3" presStyleCnt="0"/>
      <dgm:spPr/>
    </dgm:pt>
    <dgm:pt modelId="{BCA93AB5-01A5-4A69-8D99-08A8EC2E9E24}" type="pres">
      <dgm:prSet presAssocID="{AFD2EFBD-32E1-43E9-B55D-51462A73227B}" presName="Name25" presStyleLbl="parChTrans1D3" presStyleIdx="1" presStyleCnt="6"/>
      <dgm:spPr/>
    </dgm:pt>
    <dgm:pt modelId="{80BD36A8-32A8-4531-8F8F-E66E282BA05E}" type="pres">
      <dgm:prSet presAssocID="{AFD2EFBD-32E1-43E9-B55D-51462A73227B}" presName="connTx" presStyleLbl="parChTrans1D3" presStyleIdx="1" presStyleCnt="6"/>
      <dgm:spPr/>
    </dgm:pt>
    <dgm:pt modelId="{D3613D72-D400-4B63-A6F5-72B29575BCDB}" type="pres">
      <dgm:prSet presAssocID="{C5F5EEC1-AE9D-43BC-BF90-4313C1809F86}" presName="Name30" presStyleCnt="0"/>
      <dgm:spPr/>
    </dgm:pt>
    <dgm:pt modelId="{57C5EC12-1BCA-4719-9B22-4CE9DF260FEF}" type="pres">
      <dgm:prSet presAssocID="{C5F5EEC1-AE9D-43BC-BF90-4313C1809F86}" presName="level2Shape" presStyleLbl="node3" presStyleIdx="1" presStyleCnt="6"/>
      <dgm:spPr/>
    </dgm:pt>
    <dgm:pt modelId="{B93A0406-09A9-426C-9CE7-BE70E4BE8A74}" type="pres">
      <dgm:prSet presAssocID="{C5F5EEC1-AE9D-43BC-BF90-4313C1809F86}" presName="hierChild3" presStyleCnt="0"/>
      <dgm:spPr/>
    </dgm:pt>
    <dgm:pt modelId="{CFDA684F-26AF-4AE1-8263-998E1F8C7060}" type="pres">
      <dgm:prSet presAssocID="{3C12CDCF-132E-471D-A0DC-DEAB48D46744}" presName="Name25" presStyleLbl="parChTrans1D4" presStyleIdx="1" presStyleCnt="5"/>
      <dgm:spPr/>
    </dgm:pt>
    <dgm:pt modelId="{598F28ED-3F46-44E6-A64E-5D029BDBA49E}" type="pres">
      <dgm:prSet presAssocID="{3C12CDCF-132E-471D-A0DC-DEAB48D46744}" presName="connTx" presStyleLbl="parChTrans1D4" presStyleIdx="1" presStyleCnt="5"/>
      <dgm:spPr/>
    </dgm:pt>
    <dgm:pt modelId="{F1B76A7E-7265-4873-A765-5DE40535DBF5}" type="pres">
      <dgm:prSet presAssocID="{F61C6E2B-9F0D-4146-B72A-82FB78EABA9F}" presName="Name30" presStyleCnt="0"/>
      <dgm:spPr/>
    </dgm:pt>
    <dgm:pt modelId="{C8CC6705-0DD9-4ABB-8ED1-81CC23C2FF73}" type="pres">
      <dgm:prSet presAssocID="{F61C6E2B-9F0D-4146-B72A-82FB78EABA9F}" presName="level2Shape" presStyleLbl="node4" presStyleIdx="1" presStyleCnt="5"/>
      <dgm:spPr/>
    </dgm:pt>
    <dgm:pt modelId="{033464F7-AA8C-40F4-B39F-72B2888EF369}" type="pres">
      <dgm:prSet presAssocID="{F61C6E2B-9F0D-4146-B72A-82FB78EABA9F}" presName="hierChild3" presStyleCnt="0"/>
      <dgm:spPr/>
    </dgm:pt>
    <dgm:pt modelId="{5BA9D040-F0D2-4ED8-92E6-14A6DFF929AB}" type="pres">
      <dgm:prSet presAssocID="{7680E6FD-D5B7-4586-A3A6-072AF416A757}" presName="Name25" presStyleLbl="parChTrans1D2" presStyleIdx="1" presStyleCnt="3"/>
      <dgm:spPr/>
    </dgm:pt>
    <dgm:pt modelId="{BBF5F9CB-21B6-422A-8715-93B8069562CD}" type="pres">
      <dgm:prSet presAssocID="{7680E6FD-D5B7-4586-A3A6-072AF416A757}" presName="connTx" presStyleLbl="parChTrans1D2" presStyleIdx="1" presStyleCnt="3"/>
      <dgm:spPr/>
    </dgm:pt>
    <dgm:pt modelId="{468D9217-77FA-4C89-937C-4EC351E4C67B}" type="pres">
      <dgm:prSet presAssocID="{62CB0299-FA8F-435E-967A-26C3A4998B9B}" presName="Name30" presStyleCnt="0"/>
      <dgm:spPr/>
    </dgm:pt>
    <dgm:pt modelId="{08F62CFE-2859-41AE-823E-8FD9DE80577A}" type="pres">
      <dgm:prSet presAssocID="{62CB0299-FA8F-435E-967A-26C3A4998B9B}" presName="level2Shape" presStyleLbl="node2" presStyleIdx="1" presStyleCnt="3"/>
      <dgm:spPr/>
    </dgm:pt>
    <dgm:pt modelId="{6F1B0BDF-6391-48F0-A41D-106AC8345CA4}" type="pres">
      <dgm:prSet presAssocID="{62CB0299-FA8F-435E-967A-26C3A4998B9B}" presName="hierChild3" presStyleCnt="0"/>
      <dgm:spPr/>
    </dgm:pt>
    <dgm:pt modelId="{2C33E622-CB67-457B-81B2-16ED703BF907}" type="pres">
      <dgm:prSet presAssocID="{CB301D00-E911-4963-8F32-E2193A455EB7}" presName="Name25" presStyleLbl="parChTrans1D3" presStyleIdx="2" presStyleCnt="6"/>
      <dgm:spPr/>
    </dgm:pt>
    <dgm:pt modelId="{2A8A458A-9159-407B-A1A1-A33EF5038576}" type="pres">
      <dgm:prSet presAssocID="{CB301D00-E911-4963-8F32-E2193A455EB7}" presName="connTx" presStyleLbl="parChTrans1D3" presStyleIdx="2" presStyleCnt="6"/>
      <dgm:spPr/>
    </dgm:pt>
    <dgm:pt modelId="{F134C8E1-83F5-47B0-B597-6B7D511B3F37}" type="pres">
      <dgm:prSet presAssocID="{749FEDE9-9F5C-4D82-B4DC-BFACA93968C6}" presName="Name30" presStyleCnt="0"/>
      <dgm:spPr/>
    </dgm:pt>
    <dgm:pt modelId="{A224F2EA-18C3-4783-B0A2-B27349756864}" type="pres">
      <dgm:prSet presAssocID="{749FEDE9-9F5C-4D82-B4DC-BFACA93968C6}" presName="level2Shape" presStyleLbl="node3" presStyleIdx="2" presStyleCnt="6"/>
      <dgm:spPr/>
    </dgm:pt>
    <dgm:pt modelId="{0D8CE4F6-1484-4027-AD72-123D2022EE9E}" type="pres">
      <dgm:prSet presAssocID="{749FEDE9-9F5C-4D82-B4DC-BFACA93968C6}" presName="hierChild3" presStyleCnt="0"/>
      <dgm:spPr/>
    </dgm:pt>
    <dgm:pt modelId="{3DFD4B6E-B2FB-4DA1-A125-05D6E311FF95}" type="pres">
      <dgm:prSet presAssocID="{69018E9B-0711-4490-82D1-A13EA3312497}" presName="Name25" presStyleLbl="parChTrans1D3" presStyleIdx="3" presStyleCnt="6"/>
      <dgm:spPr/>
    </dgm:pt>
    <dgm:pt modelId="{D0AD73B1-D605-45FB-9C79-AC311140E95A}" type="pres">
      <dgm:prSet presAssocID="{69018E9B-0711-4490-82D1-A13EA3312497}" presName="connTx" presStyleLbl="parChTrans1D3" presStyleIdx="3" presStyleCnt="6"/>
      <dgm:spPr/>
    </dgm:pt>
    <dgm:pt modelId="{8620269D-5664-4A7C-87D0-15D107BBB0F9}" type="pres">
      <dgm:prSet presAssocID="{600D2968-D6FB-4326-B18F-424DD3D0B3B1}" presName="Name30" presStyleCnt="0"/>
      <dgm:spPr/>
    </dgm:pt>
    <dgm:pt modelId="{E8A88CD4-0B35-4CA5-9196-E919E08B1BDC}" type="pres">
      <dgm:prSet presAssocID="{600D2968-D6FB-4326-B18F-424DD3D0B3B1}" presName="level2Shape" presStyleLbl="node3" presStyleIdx="3" presStyleCnt="6"/>
      <dgm:spPr/>
    </dgm:pt>
    <dgm:pt modelId="{7AB33075-3873-492E-BE9A-605BF682825E}" type="pres">
      <dgm:prSet presAssocID="{600D2968-D6FB-4326-B18F-424DD3D0B3B1}" presName="hierChild3" presStyleCnt="0"/>
      <dgm:spPr/>
    </dgm:pt>
    <dgm:pt modelId="{C2EBE32D-38EB-4AFD-9E0C-725233B6E866}" type="pres">
      <dgm:prSet presAssocID="{6A68A341-8919-4D83-9725-7A99851E96B9}" presName="Name25" presStyleLbl="parChTrans1D4" presStyleIdx="2" presStyleCnt="5"/>
      <dgm:spPr/>
    </dgm:pt>
    <dgm:pt modelId="{42FCB09A-489F-4A05-A518-A902DC46467E}" type="pres">
      <dgm:prSet presAssocID="{6A68A341-8919-4D83-9725-7A99851E96B9}" presName="connTx" presStyleLbl="parChTrans1D4" presStyleIdx="2" presStyleCnt="5"/>
      <dgm:spPr/>
    </dgm:pt>
    <dgm:pt modelId="{CBE7976E-4280-4F51-AB16-FA3D5090AE1C}" type="pres">
      <dgm:prSet presAssocID="{520F9013-CBAB-482C-800D-86BE5022AE35}" presName="Name30" presStyleCnt="0"/>
      <dgm:spPr/>
    </dgm:pt>
    <dgm:pt modelId="{95A1F94E-77CB-42B3-84AA-98B9CF9233B3}" type="pres">
      <dgm:prSet presAssocID="{520F9013-CBAB-482C-800D-86BE5022AE35}" presName="level2Shape" presStyleLbl="node4" presStyleIdx="2" presStyleCnt="5"/>
      <dgm:spPr/>
    </dgm:pt>
    <dgm:pt modelId="{14AA93DC-1AB3-4931-9071-8BFA0871F1CC}" type="pres">
      <dgm:prSet presAssocID="{520F9013-CBAB-482C-800D-86BE5022AE35}" presName="hierChild3" presStyleCnt="0"/>
      <dgm:spPr/>
    </dgm:pt>
    <dgm:pt modelId="{C62A8D03-BB4C-4F98-B2EE-C6D150827C6E}" type="pres">
      <dgm:prSet presAssocID="{7B715465-F159-459B-8967-6C24611DE04C}" presName="Name25" presStyleLbl="parChTrans1D4" presStyleIdx="3" presStyleCnt="5"/>
      <dgm:spPr/>
    </dgm:pt>
    <dgm:pt modelId="{B113B78B-10AC-45FD-AC08-2224C7D68037}" type="pres">
      <dgm:prSet presAssocID="{7B715465-F159-459B-8967-6C24611DE04C}" presName="connTx" presStyleLbl="parChTrans1D4" presStyleIdx="3" presStyleCnt="5"/>
      <dgm:spPr/>
    </dgm:pt>
    <dgm:pt modelId="{7041E5CA-4044-4C34-B4B5-6E3F324BDEBD}" type="pres">
      <dgm:prSet presAssocID="{CD72DF00-0A20-4637-853B-00B996BC8986}" presName="Name30" presStyleCnt="0"/>
      <dgm:spPr/>
    </dgm:pt>
    <dgm:pt modelId="{53BD2A7D-B74A-408E-AD5B-D33362ADFB38}" type="pres">
      <dgm:prSet presAssocID="{CD72DF00-0A20-4637-853B-00B996BC8986}" presName="level2Shape" presStyleLbl="node4" presStyleIdx="3" presStyleCnt="5"/>
      <dgm:spPr/>
    </dgm:pt>
    <dgm:pt modelId="{C3245E0E-1B4C-4ACE-AEF4-473349B35DEF}" type="pres">
      <dgm:prSet presAssocID="{CD72DF00-0A20-4637-853B-00B996BC8986}" presName="hierChild3" presStyleCnt="0"/>
      <dgm:spPr/>
    </dgm:pt>
    <dgm:pt modelId="{B812D93D-ED59-4864-9708-ACE1290ECD0C}" type="pres">
      <dgm:prSet presAssocID="{F02DBA8B-CEA2-44E7-AFBC-00755BC30203}" presName="Name25" presStyleLbl="parChTrans1D2" presStyleIdx="2" presStyleCnt="3"/>
      <dgm:spPr/>
    </dgm:pt>
    <dgm:pt modelId="{44BF754B-0F8E-4185-9C3F-9E5D6D150AC9}" type="pres">
      <dgm:prSet presAssocID="{F02DBA8B-CEA2-44E7-AFBC-00755BC30203}" presName="connTx" presStyleLbl="parChTrans1D2" presStyleIdx="2" presStyleCnt="3"/>
      <dgm:spPr/>
    </dgm:pt>
    <dgm:pt modelId="{CBAF1E94-8AB1-4651-9FAA-E88A8E8A1713}" type="pres">
      <dgm:prSet presAssocID="{13A09ECF-E93B-4D9B-B50B-22B1023BE5E4}" presName="Name30" presStyleCnt="0"/>
      <dgm:spPr/>
    </dgm:pt>
    <dgm:pt modelId="{4A2292A4-AFF5-4CB2-9F4D-830F227245CA}" type="pres">
      <dgm:prSet presAssocID="{13A09ECF-E93B-4D9B-B50B-22B1023BE5E4}" presName="level2Shape" presStyleLbl="node2" presStyleIdx="2" presStyleCnt="3"/>
      <dgm:spPr/>
    </dgm:pt>
    <dgm:pt modelId="{2F0D3298-9C74-473F-B53D-E5C98BD51EA2}" type="pres">
      <dgm:prSet presAssocID="{13A09ECF-E93B-4D9B-B50B-22B1023BE5E4}" presName="hierChild3" presStyleCnt="0"/>
      <dgm:spPr/>
    </dgm:pt>
    <dgm:pt modelId="{59D60EBC-E243-4F47-A953-485481FC58F1}" type="pres">
      <dgm:prSet presAssocID="{DACB0943-B6B1-49C7-A917-FA1FAC79A416}" presName="Name25" presStyleLbl="parChTrans1D3" presStyleIdx="4" presStyleCnt="6"/>
      <dgm:spPr/>
    </dgm:pt>
    <dgm:pt modelId="{9F1FC5F3-CC62-4D66-A529-8BF2F0ACD2BD}" type="pres">
      <dgm:prSet presAssocID="{DACB0943-B6B1-49C7-A917-FA1FAC79A416}" presName="connTx" presStyleLbl="parChTrans1D3" presStyleIdx="4" presStyleCnt="6"/>
      <dgm:spPr/>
    </dgm:pt>
    <dgm:pt modelId="{4807766C-4F88-430C-AC0F-C368D7B78C08}" type="pres">
      <dgm:prSet presAssocID="{CB3C608B-A9BF-4C66-916C-37637B427B01}" presName="Name30" presStyleCnt="0"/>
      <dgm:spPr/>
    </dgm:pt>
    <dgm:pt modelId="{F38FA514-634E-40BC-B7AF-AEB444D56F27}" type="pres">
      <dgm:prSet presAssocID="{CB3C608B-A9BF-4C66-916C-37637B427B01}" presName="level2Shape" presStyleLbl="node3" presStyleIdx="4" presStyleCnt="6"/>
      <dgm:spPr/>
    </dgm:pt>
    <dgm:pt modelId="{5E8EF2BD-A10E-4866-A4FB-B16FF07C4E85}" type="pres">
      <dgm:prSet presAssocID="{CB3C608B-A9BF-4C66-916C-37637B427B01}" presName="hierChild3" presStyleCnt="0"/>
      <dgm:spPr/>
    </dgm:pt>
    <dgm:pt modelId="{1EE2FFD2-0B76-4E78-B89C-C669BF43ABEF}" type="pres">
      <dgm:prSet presAssocID="{271122E4-FE7A-4A5F-B769-CE7E745E10E2}" presName="Name25" presStyleLbl="parChTrans1D3" presStyleIdx="5" presStyleCnt="6"/>
      <dgm:spPr/>
    </dgm:pt>
    <dgm:pt modelId="{E2819DF9-69B2-478F-8937-747E8F7A3326}" type="pres">
      <dgm:prSet presAssocID="{271122E4-FE7A-4A5F-B769-CE7E745E10E2}" presName="connTx" presStyleLbl="parChTrans1D3" presStyleIdx="5" presStyleCnt="6"/>
      <dgm:spPr/>
    </dgm:pt>
    <dgm:pt modelId="{EC12C12C-3FF0-4529-983D-8795B6230F8F}" type="pres">
      <dgm:prSet presAssocID="{8ACE10E9-3064-49F1-903E-BB5384975969}" presName="Name30" presStyleCnt="0"/>
      <dgm:spPr/>
    </dgm:pt>
    <dgm:pt modelId="{2EB4564B-3112-4F75-92BF-53FBA1543C5D}" type="pres">
      <dgm:prSet presAssocID="{8ACE10E9-3064-49F1-903E-BB5384975969}" presName="level2Shape" presStyleLbl="node3" presStyleIdx="5" presStyleCnt="6"/>
      <dgm:spPr/>
    </dgm:pt>
    <dgm:pt modelId="{93387E21-7D56-4DD1-9D23-D11B0BF50A29}" type="pres">
      <dgm:prSet presAssocID="{8ACE10E9-3064-49F1-903E-BB5384975969}" presName="hierChild3" presStyleCnt="0"/>
      <dgm:spPr/>
    </dgm:pt>
    <dgm:pt modelId="{FC3FD1AC-C4C3-4EB8-93D8-4F0824A15D93}" type="pres">
      <dgm:prSet presAssocID="{89D0EDF8-B70C-4C64-AE89-075A034525E5}" presName="Name25" presStyleLbl="parChTrans1D4" presStyleIdx="4" presStyleCnt="5"/>
      <dgm:spPr/>
    </dgm:pt>
    <dgm:pt modelId="{244444FD-CC7B-47D8-95C9-4D2F270BDAE5}" type="pres">
      <dgm:prSet presAssocID="{89D0EDF8-B70C-4C64-AE89-075A034525E5}" presName="connTx" presStyleLbl="parChTrans1D4" presStyleIdx="4" presStyleCnt="5"/>
      <dgm:spPr/>
    </dgm:pt>
    <dgm:pt modelId="{C1D5644F-3E15-4782-8239-9E5C88D43FF1}" type="pres">
      <dgm:prSet presAssocID="{5B988DF5-D7FD-404B-9C61-274DDBFE02BA}" presName="Name30" presStyleCnt="0"/>
      <dgm:spPr/>
    </dgm:pt>
    <dgm:pt modelId="{24D76AA5-0C88-4D93-872D-940B8808CFFE}" type="pres">
      <dgm:prSet presAssocID="{5B988DF5-D7FD-404B-9C61-274DDBFE02BA}" presName="level2Shape" presStyleLbl="node4" presStyleIdx="4" presStyleCnt="5"/>
      <dgm:spPr/>
    </dgm:pt>
    <dgm:pt modelId="{411FBCFA-BE66-4CA2-8115-D5B8427E0BA9}" type="pres">
      <dgm:prSet presAssocID="{5B988DF5-D7FD-404B-9C61-274DDBFE02BA}" presName="hierChild3" presStyleCnt="0"/>
      <dgm:spPr/>
    </dgm:pt>
    <dgm:pt modelId="{3A72DAD7-F350-4109-8F35-4E47FA002D75}" type="pres">
      <dgm:prSet presAssocID="{1C60B4C4-2647-431B-8909-79A871C2637E}" presName="bgShapesFlow" presStyleCnt="0"/>
      <dgm:spPr/>
    </dgm:pt>
  </dgm:ptLst>
  <dgm:cxnLst>
    <dgm:cxn modelId="{BD59AF01-EF67-45EA-8F4B-F7FAF8F850D1}" type="presOf" srcId="{271122E4-FE7A-4A5F-B769-CE7E745E10E2}" destId="{1EE2FFD2-0B76-4E78-B89C-C669BF43ABEF}" srcOrd="0" destOrd="0" presId="urn:microsoft.com/office/officeart/2005/8/layout/hierarchy5"/>
    <dgm:cxn modelId="{7E294903-4265-4D7E-A57A-1C5D2F4E64DD}" srcId="{F0B0FE80-27CD-49B5-BA52-66DF1821FFD6}" destId="{84C205D0-7320-4E8F-B8C4-956EB0366531}" srcOrd="0" destOrd="0" parTransId="{06CC1D43-09E7-49C5-8914-C0CC94B2971E}" sibTransId="{795E6770-86E2-4368-9204-2C4C8786669B}"/>
    <dgm:cxn modelId="{178F3A05-9348-4CBD-9799-333321D2E948}" type="presOf" srcId="{CB301D00-E911-4963-8F32-E2193A455EB7}" destId="{2A8A458A-9159-407B-A1A1-A33EF5038576}" srcOrd="1" destOrd="0" presId="urn:microsoft.com/office/officeart/2005/8/layout/hierarchy5"/>
    <dgm:cxn modelId="{BA64F105-147B-448B-B1CB-160A77625C7D}" type="presOf" srcId="{9A41DF8A-F11C-42ED-A26A-904FAF5A27B6}" destId="{99DED3D7-2FAD-42A8-A539-16913390C9DE}" srcOrd="0" destOrd="0" presId="urn:microsoft.com/office/officeart/2005/8/layout/hierarchy5"/>
    <dgm:cxn modelId="{D3481206-F387-4BCC-BE58-F9520136B672}" type="presOf" srcId="{5B988DF5-D7FD-404B-9C61-274DDBFE02BA}" destId="{24D76AA5-0C88-4D93-872D-940B8808CFFE}" srcOrd="0" destOrd="0" presId="urn:microsoft.com/office/officeart/2005/8/layout/hierarchy5"/>
    <dgm:cxn modelId="{09DA9A09-F8CE-4208-A208-754E4DB8FDF4}" type="presOf" srcId="{DF392D9F-64A0-4364-98A6-1FF81D335971}" destId="{77FD4E8C-6496-4180-A182-8CAC59E49C8E}" srcOrd="0" destOrd="0" presId="urn:microsoft.com/office/officeart/2005/8/layout/hierarchy5"/>
    <dgm:cxn modelId="{B7DB1D0C-AF2E-4BC1-B90C-E5C3D36A77B5}" type="presOf" srcId="{89D0EDF8-B70C-4C64-AE89-075A034525E5}" destId="{FC3FD1AC-C4C3-4EB8-93D8-4F0824A15D93}" srcOrd="0" destOrd="0" presId="urn:microsoft.com/office/officeart/2005/8/layout/hierarchy5"/>
    <dgm:cxn modelId="{3A61B00C-75E6-4D9D-BB46-50550D6B2C19}" type="presOf" srcId="{F0B0FE80-27CD-49B5-BA52-66DF1821FFD6}" destId="{30FF08C2-E4E3-4A1E-83A4-BC4BD66715B2}" srcOrd="0" destOrd="0" presId="urn:microsoft.com/office/officeart/2005/8/layout/hierarchy5"/>
    <dgm:cxn modelId="{46EE2C10-AE0C-4CAE-AD59-E12BAA95622A}" type="presOf" srcId="{89D0EDF8-B70C-4C64-AE89-075A034525E5}" destId="{244444FD-CC7B-47D8-95C9-4D2F270BDAE5}" srcOrd="1" destOrd="0" presId="urn:microsoft.com/office/officeart/2005/8/layout/hierarchy5"/>
    <dgm:cxn modelId="{24659020-384E-4B1A-A208-05F7C9834346}" srcId="{1C60B4C4-2647-431B-8909-79A871C2637E}" destId="{F84EA937-808F-48AF-82A5-12785CB0056B}" srcOrd="0" destOrd="0" parTransId="{F6570F91-9573-489C-8A4A-89BCD13BE541}" sibTransId="{609C97B4-5F0B-4A5A-835E-F8E4ACCFB579}"/>
    <dgm:cxn modelId="{55C85524-8E0F-4B29-A9E5-0D38E72DA9B3}" type="presOf" srcId="{6A68A341-8919-4D83-9725-7A99851E96B9}" destId="{C2EBE32D-38EB-4AFD-9E0C-725233B6E866}" srcOrd="0" destOrd="0" presId="urn:microsoft.com/office/officeart/2005/8/layout/hierarchy5"/>
    <dgm:cxn modelId="{4B63EB2E-F785-4AFC-ABF8-F61A1193DCCE}" type="presOf" srcId="{AFD2EFBD-32E1-43E9-B55D-51462A73227B}" destId="{80BD36A8-32A8-4531-8F8F-E66E282BA05E}" srcOrd="1" destOrd="0" presId="urn:microsoft.com/office/officeart/2005/8/layout/hierarchy5"/>
    <dgm:cxn modelId="{C9FF3732-69A1-415D-857A-3821770692EE}" type="presOf" srcId="{CD72DF00-0A20-4637-853B-00B996BC8986}" destId="{53BD2A7D-B74A-408E-AD5B-D33362ADFB38}" srcOrd="0" destOrd="0" presId="urn:microsoft.com/office/officeart/2005/8/layout/hierarchy5"/>
    <dgm:cxn modelId="{7C119A3B-1872-4E4E-92A2-0608A8F1970A}" srcId="{62CB0299-FA8F-435E-967A-26C3A4998B9B}" destId="{749FEDE9-9F5C-4D82-B4DC-BFACA93968C6}" srcOrd="0" destOrd="0" parTransId="{CB301D00-E911-4963-8F32-E2193A455EB7}" sibTransId="{47510427-64FA-4A83-890C-D61647237E85}"/>
    <dgm:cxn modelId="{04909A3F-C89F-4B58-8B1C-63327E97BD74}" type="presOf" srcId="{3C12CDCF-132E-471D-A0DC-DEAB48D46744}" destId="{598F28ED-3F46-44E6-A64E-5D029BDBA49E}" srcOrd="1" destOrd="0" presId="urn:microsoft.com/office/officeart/2005/8/layout/hierarchy5"/>
    <dgm:cxn modelId="{1872545B-9461-4C52-8E26-89BF833EE79C}" type="presOf" srcId="{7680E6FD-D5B7-4586-A3A6-072AF416A757}" destId="{5BA9D040-F0D2-4ED8-92E6-14A6DFF929AB}" srcOrd="0" destOrd="0" presId="urn:microsoft.com/office/officeart/2005/8/layout/hierarchy5"/>
    <dgm:cxn modelId="{5C9A8F5C-0DB8-476A-9638-DF326FD5A04C}" type="presOf" srcId="{69018E9B-0711-4490-82D1-A13EA3312497}" destId="{3DFD4B6E-B2FB-4DA1-A125-05D6E311FF95}" srcOrd="0" destOrd="0" presId="urn:microsoft.com/office/officeart/2005/8/layout/hierarchy5"/>
    <dgm:cxn modelId="{314A525D-3406-4080-A697-309D90EC659B}" type="presOf" srcId="{1C60B4C4-2647-431B-8909-79A871C2637E}" destId="{9FDF9AAA-86C9-46CE-B92D-C6B84F6AC528}" srcOrd="0" destOrd="0" presId="urn:microsoft.com/office/officeart/2005/8/layout/hierarchy5"/>
    <dgm:cxn modelId="{2E6B035E-DD48-4632-8498-DE3841B8DD33}" srcId="{600D2968-D6FB-4326-B18F-424DD3D0B3B1}" destId="{520F9013-CBAB-482C-800D-86BE5022AE35}" srcOrd="0" destOrd="0" parTransId="{6A68A341-8919-4D83-9725-7A99851E96B9}" sibTransId="{FF6C3078-5857-42CC-8B7A-519CDCE447DA}"/>
    <dgm:cxn modelId="{36935260-563A-445F-BE39-EB8AB665B371}" srcId="{F84EA937-808F-48AF-82A5-12785CB0056B}" destId="{13A09ECF-E93B-4D9B-B50B-22B1023BE5E4}" srcOrd="2" destOrd="0" parTransId="{F02DBA8B-CEA2-44E7-AFBC-00755BC30203}" sibTransId="{EB45E5FE-42CA-4A42-8294-A0B9419F2BF6}"/>
    <dgm:cxn modelId="{B7041341-F72D-4881-9318-FE81300682BF}" type="presOf" srcId="{DACB0943-B6B1-49C7-A917-FA1FAC79A416}" destId="{9F1FC5F3-CC62-4D66-A529-8BF2F0ACD2BD}" srcOrd="1" destOrd="0" presId="urn:microsoft.com/office/officeart/2005/8/layout/hierarchy5"/>
    <dgm:cxn modelId="{C10DAE62-CF68-4359-870E-1D253EBCD01C}" type="presOf" srcId="{84C205D0-7320-4E8F-B8C4-956EB0366531}" destId="{755E4BBC-8811-43C4-B0B0-B4DBEBBCCCC6}" srcOrd="0" destOrd="0" presId="urn:microsoft.com/office/officeart/2005/8/layout/hierarchy5"/>
    <dgm:cxn modelId="{8690F849-1D09-42DA-BC49-095E9BC019E2}" type="presOf" srcId="{271122E4-FE7A-4A5F-B769-CE7E745E10E2}" destId="{E2819DF9-69B2-478F-8937-747E8F7A3326}" srcOrd="1" destOrd="0" presId="urn:microsoft.com/office/officeart/2005/8/layout/hierarchy5"/>
    <dgm:cxn modelId="{E21BCE4B-5758-4861-BA16-3F32C6AF8750}" type="presOf" srcId="{6A68A341-8919-4D83-9725-7A99851E96B9}" destId="{42FCB09A-489F-4A05-A518-A902DC46467E}" srcOrd="1" destOrd="0" presId="urn:microsoft.com/office/officeart/2005/8/layout/hierarchy5"/>
    <dgm:cxn modelId="{FD39876D-F7FF-4C99-A591-4EB16C43E5E2}" srcId="{F0B0FE80-27CD-49B5-BA52-66DF1821FFD6}" destId="{C5F5EEC1-AE9D-43BC-BF90-4313C1809F86}" srcOrd="1" destOrd="0" parTransId="{AFD2EFBD-32E1-43E9-B55D-51462A73227B}" sibTransId="{93B22747-D87C-4F2C-92F9-F8FB3D4C76DB}"/>
    <dgm:cxn modelId="{2E8C936F-30AC-4D58-91F3-4F99D7EBE03E}" type="presOf" srcId="{F61C6E2B-9F0D-4146-B72A-82FB78EABA9F}" destId="{C8CC6705-0DD9-4ABB-8ED1-81CC23C2FF73}" srcOrd="0" destOrd="0" presId="urn:microsoft.com/office/officeart/2005/8/layout/hierarchy5"/>
    <dgm:cxn modelId="{368B0650-7D17-4F1A-B607-E20ACE7B6DB9}" type="presOf" srcId="{F02DBA8B-CEA2-44E7-AFBC-00755BC30203}" destId="{44BF754B-0F8E-4185-9C3F-9E5D6D150AC9}" srcOrd="1" destOrd="0" presId="urn:microsoft.com/office/officeart/2005/8/layout/hierarchy5"/>
    <dgm:cxn modelId="{404CB651-59C4-4387-9F98-E339943EFA48}" type="presOf" srcId="{CB301D00-E911-4963-8F32-E2193A455EB7}" destId="{2C33E622-CB67-457B-81B2-16ED703BF907}" srcOrd="0" destOrd="0" presId="urn:microsoft.com/office/officeart/2005/8/layout/hierarchy5"/>
    <dgm:cxn modelId="{A913AE52-85E0-4BC9-BF9F-AC067036D740}" srcId="{F84EA937-808F-48AF-82A5-12785CB0056B}" destId="{F0B0FE80-27CD-49B5-BA52-66DF1821FFD6}" srcOrd="0" destOrd="0" parTransId="{9A41DF8A-F11C-42ED-A26A-904FAF5A27B6}" sibTransId="{19711E76-A0B0-4C2B-95B0-8023E019EC28}"/>
    <dgm:cxn modelId="{3861BD75-EFE0-4C11-B403-EFD4B30BFF62}" type="presOf" srcId="{F84EA937-808F-48AF-82A5-12785CB0056B}" destId="{BA967890-C022-4281-A116-80413BF183E2}" srcOrd="0" destOrd="0" presId="urn:microsoft.com/office/officeart/2005/8/layout/hierarchy5"/>
    <dgm:cxn modelId="{9BA79679-983B-4FE1-9C79-03BC6CDB6027}" type="presOf" srcId="{7B715465-F159-459B-8967-6C24611DE04C}" destId="{B113B78B-10AC-45FD-AC08-2224C7D68037}" srcOrd="1" destOrd="0" presId="urn:microsoft.com/office/officeart/2005/8/layout/hierarchy5"/>
    <dgm:cxn modelId="{BF3FFA79-B910-4A85-A100-1B0460F57C1C}" srcId="{600D2968-D6FB-4326-B18F-424DD3D0B3B1}" destId="{CD72DF00-0A20-4637-853B-00B996BC8986}" srcOrd="1" destOrd="0" parTransId="{7B715465-F159-459B-8967-6C24611DE04C}" sibTransId="{CB3387D3-058C-4D3C-8FB9-B96086B6B05E}"/>
    <dgm:cxn modelId="{DB27607A-375A-4419-8336-16FCBBF2EFE0}" type="presOf" srcId="{520F9013-CBAB-482C-800D-86BE5022AE35}" destId="{95A1F94E-77CB-42B3-84AA-98B9CF9233B3}" srcOrd="0" destOrd="0" presId="urn:microsoft.com/office/officeart/2005/8/layout/hierarchy5"/>
    <dgm:cxn modelId="{D7D3E97A-794E-4B09-A1CC-0EE79360577F}" type="presOf" srcId="{C5F5EEC1-AE9D-43BC-BF90-4313C1809F86}" destId="{57C5EC12-1BCA-4719-9B22-4CE9DF260FEF}" srcOrd="0" destOrd="0" presId="urn:microsoft.com/office/officeart/2005/8/layout/hierarchy5"/>
    <dgm:cxn modelId="{6D3C127E-B2A8-4CDF-8F76-0EF3E5B09066}" srcId="{62CB0299-FA8F-435E-967A-26C3A4998B9B}" destId="{600D2968-D6FB-4326-B18F-424DD3D0B3B1}" srcOrd="1" destOrd="0" parTransId="{69018E9B-0711-4490-82D1-A13EA3312497}" sibTransId="{347933C8-E488-4646-9B89-7A751D7EB15E}"/>
    <dgm:cxn modelId="{FC9D267E-AD02-463C-92A2-6E87DB370D77}" type="presOf" srcId="{CB3C608B-A9BF-4C66-916C-37637B427B01}" destId="{F38FA514-634E-40BC-B7AF-AEB444D56F27}" srcOrd="0" destOrd="0" presId="urn:microsoft.com/office/officeart/2005/8/layout/hierarchy5"/>
    <dgm:cxn modelId="{E7A19E85-B384-4919-ADAB-004066880E3A}" type="presOf" srcId="{600D2968-D6FB-4326-B18F-424DD3D0B3B1}" destId="{E8A88CD4-0B35-4CA5-9196-E919E08B1BDC}" srcOrd="0" destOrd="0" presId="urn:microsoft.com/office/officeart/2005/8/layout/hierarchy5"/>
    <dgm:cxn modelId="{A36D1D96-1A99-4C29-8EF0-273C0EE11B2A}" type="presOf" srcId="{AFD2EFBD-32E1-43E9-B55D-51462A73227B}" destId="{BCA93AB5-01A5-4A69-8D99-08A8EC2E9E24}" srcOrd="0" destOrd="0" presId="urn:microsoft.com/office/officeart/2005/8/layout/hierarchy5"/>
    <dgm:cxn modelId="{3DCFAE98-7563-4671-9E30-CDF1862BDF11}" srcId="{13A09ECF-E93B-4D9B-B50B-22B1023BE5E4}" destId="{CB3C608B-A9BF-4C66-916C-37637B427B01}" srcOrd="0" destOrd="0" parTransId="{DACB0943-B6B1-49C7-A917-FA1FAC79A416}" sibTransId="{2C89E853-38E1-4E01-8534-032D2766686F}"/>
    <dgm:cxn modelId="{414123A0-4044-4E2B-857D-FE85D2ADB742}" type="presOf" srcId="{40F0C91B-27A4-4FB9-B4CF-F7104F33E276}" destId="{0ACBF47F-4832-4342-909B-063BD0CB139E}" srcOrd="0" destOrd="0" presId="urn:microsoft.com/office/officeart/2005/8/layout/hierarchy5"/>
    <dgm:cxn modelId="{8EBBAAA7-6B08-44FB-B39E-D57509EB1878}" type="presOf" srcId="{F02DBA8B-CEA2-44E7-AFBC-00755BC30203}" destId="{B812D93D-ED59-4864-9708-ACE1290ECD0C}" srcOrd="0" destOrd="0" presId="urn:microsoft.com/office/officeart/2005/8/layout/hierarchy5"/>
    <dgm:cxn modelId="{6E3E79A8-A776-4A51-94FD-493AFA1C6F65}" type="presOf" srcId="{40F0C91B-27A4-4FB9-B4CF-F7104F33E276}" destId="{E59B452B-CF94-44FE-8474-8189E2FCBD9E}" srcOrd="1" destOrd="0" presId="urn:microsoft.com/office/officeart/2005/8/layout/hierarchy5"/>
    <dgm:cxn modelId="{32379EA9-6561-407D-B91C-AAAB1A4EDB95}" type="presOf" srcId="{3C12CDCF-132E-471D-A0DC-DEAB48D46744}" destId="{CFDA684F-26AF-4AE1-8263-998E1F8C7060}" srcOrd="0" destOrd="0" presId="urn:microsoft.com/office/officeart/2005/8/layout/hierarchy5"/>
    <dgm:cxn modelId="{6F7532BD-EF03-4375-9E09-1EC7A4A7C5CF}" type="presOf" srcId="{06CC1D43-09E7-49C5-8914-C0CC94B2971E}" destId="{A8E84029-0321-4AF8-8903-EBE401A45164}" srcOrd="0" destOrd="0" presId="urn:microsoft.com/office/officeart/2005/8/layout/hierarchy5"/>
    <dgm:cxn modelId="{AE49F3BD-41EE-4C97-A3B1-0481A07FB7B6}" srcId="{F84EA937-808F-48AF-82A5-12785CB0056B}" destId="{62CB0299-FA8F-435E-967A-26C3A4998B9B}" srcOrd="1" destOrd="0" parTransId="{7680E6FD-D5B7-4586-A3A6-072AF416A757}" sibTransId="{37988B90-0082-40EF-AAD8-5A2B6E26D872}"/>
    <dgm:cxn modelId="{29BEAAC4-79B9-4B0D-8473-0B691E441974}" type="presOf" srcId="{7680E6FD-D5B7-4586-A3A6-072AF416A757}" destId="{BBF5F9CB-21B6-422A-8715-93B8069562CD}" srcOrd="1" destOrd="0" presId="urn:microsoft.com/office/officeart/2005/8/layout/hierarchy5"/>
    <dgm:cxn modelId="{5749B9C5-EC13-4EAA-A818-D7A0855BE11A}" type="presOf" srcId="{749FEDE9-9F5C-4D82-B4DC-BFACA93968C6}" destId="{A224F2EA-18C3-4783-B0A2-B27349756864}" srcOrd="0" destOrd="0" presId="urn:microsoft.com/office/officeart/2005/8/layout/hierarchy5"/>
    <dgm:cxn modelId="{874B34CE-E81F-46B6-9EC4-AF9DEDAF2683}" type="presOf" srcId="{13A09ECF-E93B-4D9B-B50B-22B1023BE5E4}" destId="{4A2292A4-AFF5-4CB2-9F4D-830F227245CA}" srcOrd="0" destOrd="0" presId="urn:microsoft.com/office/officeart/2005/8/layout/hierarchy5"/>
    <dgm:cxn modelId="{6D28BFCF-F451-4362-BB76-37F46E73323A}" type="presOf" srcId="{9A41DF8A-F11C-42ED-A26A-904FAF5A27B6}" destId="{2A86D9F5-7F23-4C3C-92BC-481070944E9A}" srcOrd="1" destOrd="0" presId="urn:microsoft.com/office/officeart/2005/8/layout/hierarchy5"/>
    <dgm:cxn modelId="{67454DD1-5ECF-4802-BA6E-AE1A5C9CD458}" srcId="{C5F5EEC1-AE9D-43BC-BF90-4313C1809F86}" destId="{F61C6E2B-9F0D-4146-B72A-82FB78EABA9F}" srcOrd="0" destOrd="0" parTransId="{3C12CDCF-132E-471D-A0DC-DEAB48D46744}" sibTransId="{A3A6F88A-FB49-48EC-BF86-5ECAC671BF67}"/>
    <dgm:cxn modelId="{19A07BE7-2AEA-47AF-9F89-741930F6A546}" type="presOf" srcId="{62CB0299-FA8F-435E-967A-26C3A4998B9B}" destId="{08F62CFE-2859-41AE-823E-8FD9DE80577A}" srcOrd="0" destOrd="0" presId="urn:microsoft.com/office/officeart/2005/8/layout/hierarchy5"/>
    <dgm:cxn modelId="{906054E9-0C84-4367-84BC-4D6BD99D932D}" type="presOf" srcId="{8ACE10E9-3064-49F1-903E-BB5384975969}" destId="{2EB4564B-3112-4F75-92BF-53FBA1543C5D}" srcOrd="0" destOrd="0" presId="urn:microsoft.com/office/officeart/2005/8/layout/hierarchy5"/>
    <dgm:cxn modelId="{3781A0EB-DFBF-45F5-8D79-B9120843A685}" type="presOf" srcId="{69018E9B-0711-4490-82D1-A13EA3312497}" destId="{D0AD73B1-D605-45FB-9C79-AC311140E95A}" srcOrd="1" destOrd="0" presId="urn:microsoft.com/office/officeart/2005/8/layout/hierarchy5"/>
    <dgm:cxn modelId="{0DDEEBEF-740C-4A9A-BEE4-12FE367E60EF}" srcId="{13A09ECF-E93B-4D9B-B50B-22B1023BE5E4}" destId="{8ACE10E9-3064-49F1-903E-BB5384975969}" srcOrd="1" destOrd="0" parTransId="{271122E4-FE7A-4A5F-B769-CE7E745E10E2}" sibTransId="{721044E2-DBD3-40CE-9450-27F0775E6B19}"/>
    <dgm:cxn modelId="{5F5547F3-21D7-410A-82BF-232344DE1D50}" type="presOf" srcId="{7B715465-F159-459B-8967-6C24611DE04C}" destId="{C62A8D03-BB4C-4F98-B2EE-C6D150827C6E}" srcOrd="0" destOrd="0" presId="urn:microsoft.com/office/officeart/2005/8/layout/hierarchy5"/>
    <dgm:cxn modelId="{92DBABF6-E1A1-42AA-AE8C-EA704FC00803}" srcId="{84C205D0-7320-4E8F-B8C4-956EB0366531}" destId="{DF392D9F-64A0-4364-98A6-1FF81D335971}" srcOrd="0" destOrd="0" parTransId="{40F0C91B-27A4-4FB9-B4CF-F7104F33E276}" sibTransId="{601E2497-E369-4C31-81D1-26FE650FAB6D}"/>
    <dgm:cxn modelId="{68FA16F9-D118-452A-B344-FCAB4EAC84BD}" type="presOf" srcId="{DACB0943-B6B1-49C7-A917-FA1FAC79A416}" destId="{59D60EBC-E243-4F47-A953-485481FC58F1}" srcOrd="0" destOrd="0" presId="urn:microsoft.com/office/officeart/2005/8/layout/hierarchy5"/>
    <dgm:cxn modelId="{39259EFA-BB3F-4B57-91A9-C40B5F29A62F}" type="presOf" srcId="{06CC1D43-09E7-49C5-8914-C0CC94B2971E}" destId="{D20AF88E-33E7-41A2-8EB1-D96570E01CB7}" srcOrd="1" destOrd="0" presId="urn:microsoft.com/office/officeart/2005/8/layout/hierarchy5"/>
    <dgm:cxn modelId="{B1A4DCFD-E61D-4489-A66F-D1E0A058DD71}" srcId="{8ACE10E9-3064-49F1-903E-BB5384975969}" destId="{5B988DF5-D7FD-404B-9C61-274DDBFE02BA}" srcOrd="0" destOrd="0" parTransId="{89D0EDF8-B70C-4C64-AE89-075A034525E5}" sibTransId="{42499DE4-D00D-4CD6-8356-25D2678A03D2}"/>
    <dgm:cxn modelId="{C978141D-D394-4491-A10C-DFC8C2DBEA52}" type="presParOf" srcId="{9FDF9AAA-86C9-46CE-B92D-C6B84F6AC528}" destId="{1C1507D6-BE1D-4EAC-B08A-42071F1E809E}" srcOrd="0" destOrd="0" presId="urn:microsoft.com/office/officeart/2005/8/layout/hierarchy5"/>
    <dgm:cxn modelId="{885D388D-769A-400C-ADDF-2A65C5616DA5}" type="presParOf" srcId="{1C1507D6-BE1D-4EAC-B08A-42071F1E809E}" destId="{B6AD8330-A660-40E2-B5A0-D61EFDD211EC}" srcOrd="0" destOrd="0" presId="urn:microsoft.com/office/officeart/2005/8/layout/hierarchy5"/>
    <dgm:cxn modelId="{E989FA92-5117-414D-A400-D6892818630E}" type="presParOf" srcId="{B6AD8330-A660-40E2-B5A0-D61EFDD211EC}" destId="{BA812704-2CC3-44D6-93B1-96F0CAEC6BED}" srcOrd="0" destOrd="0" presId="urn:microsoft.com/office/officeart/2005/8/layout/hierarchy5"/>
    <dgm:cxn modelId="{1787858A-3094-4ABB-97DE-5E9032E24AC7}" type="presParOf" srcId="{BA812704-2CC3-44D6-93B1-96F0CAEC6BED}" destId="{BA967890-C022-4281-A116-80413BF183E2}" srcOrd="0" destOrd="0" presId="urn:microsoft.com/office/officeart/2005/8/layout/hierarchy5"/>
    <dgm:cxn modelId="{3C2E64C8-BFF3-48DD-8D39-DA650C3F4745}" type="presParOf" srcId="{BA812704-2CC3-44D6-93B1-96F0CAEC6BED}" destId="{DCE3AD7C-59E2-4F5B-802C-AB97C0CC89A5}" srcOrd="1" destOrd="0" presId="urn:microsoft.com/office/officeart/2005/8/layout/hierarchy5"/>
    <dgm:cxn modelId="{A271B8BD-AF51-417C-A2D7-A6C5D95000B5}" type="presParOf" srcId="{DCE3AD7C-59E2-4F5B-802C-AB97C0CC89A5}" destId="{99DED3D7-2FAD-42A8-A539-16913390C9DE}" srcOrd="0" destOrd="0" presId="urn:microsoft.com/office/officeart/2005/8/layout/hierarchy5"/>
    <dgm:cxn modelId="{AF619C95-3D8E-459B-8C18-E56243EA4999}" type="presParOf" srcId="{99DED3D7-2FAD-42A8-A539-16913390C9DE}" destId="{2A86D9F5-7F23-4C3C-92BC-481070944E9A}" srcOrd="0" destOrd="0" presId="urn:microsoft.com/office/officeart/2005/8/layout/hierarchy5"/>
    <dgm:cxn modelId="{353932AF-EC58-4381-AC5D-01DD30C357C8}" type="presParOf" srcId="{DCE3AD7C-59E2-4F5B-802C-AB97C0CC89A5}" destId="{AE50FB1C-27FB-4D98-A24C-3D9058EE15D8}" srcOrd="1" destOrd="0" presId="urn:microsoft.com/office/officeart/2005/8/layout/hierarchy5"/>
    <dgm:cxn modelId="{CBFCF2B9-4AD0-4349-9925-37A85E7ACDA1}" type="presParOf" srcId="{AE50FB1C-27FB-4D98-A24C-3D9058EE15D8}" destId="{30FF08C2-E4E3-4A1E-83A4-BC4BD66715B2}" srcOrd="0" destOrd="0" presId="urn:microsoft.com/office/officeart/2005/8/layout/hierarchy5"/>
    <dgm:cxn modelId="{FDB7641A-741C-4AE7-9FE9-A471DF4AB2B0}" type="presParOf" srcId="{AE50FB1C-27FB-4D98-A24C-3D9058EE15D8}" destId="{F3E80CB3-00BE-47AE-BA69-F18EF4F2A070}" srcOrd="1" destOrd="0" presId="urn:microsoft.com/office/officeart/2005/8/layout/hierarchy5"/>
    <dgm:cxn modelId="{C48F5F48-BF0D-47DC-BB30-95752A42059D}" type="presParOf" srcId="{F3E80CB3-00BE-47AE-BA69-F18EF4F2A070}" destId="{A8E84029-0321-4AF8-8903-EBE401A45164}" srcOrd="0" destOrd="0" presId="urn:microsoft.com/office/officeart/2005/8/layout/hierarchy5"/>
    <dgm:cxn modelId="{01C388AE-2F01-4D11-BDE5-23CA145FC8B6}" type="presParOf" srcId="{A8E84029-0321-4AF8-8903-EBE401A45164}" destId="{D20AF88E-33E7-41A2-8EB1-D96570E01CB7}" srcOrd="0" destOrd="0" presId="urn:microsoft.com/office/officeart/2005/8/layout/hierarchy5"/>
    <dgm:cxn modelId="{DD89B354-5360-4DEB-A9E8-C66B35E5D4CA}" type="presParOf" srcId="{F3E80CB3-00BE-47AE-BA69-F18EF4F2A070}" destId="{CAD5B4BA-B69F-4A4D-9983-225AEA297D03}" srcOrd="1" destOrd="0" presId="urn:microsoft.com/office/officeart/2005/8/layout/hierarchy5"/>
    <dgm:cxn modelId="{3553002C-BCC1-4AD0-9715-6A5B82009CA7}" type="presParOf" srcId="{CAD5B4BA-B69F-4A4D-9983-225AEA297D03}" destId="{755E4BBC-8811-43C4-B0B0-B4DBEBBCCCC6}" srcOrd="0" destOrd="0" presId="urn:microsoft.com/office/officeart/2005/8/layout/hierarchy5"/>
    <dgm:cxn modelId="{DA0CD7A7-A5FB-4693-8988-270BA17E9610}" type="presParOf" srcId="{CAD5B4BA-B69F-4A4D-9983-225AEA297D03}" destId="{F8C54584-7E7C-409D-84BA-9865039DC7D9}" srcOrd="1" destOrd="0" presId="urn:microsoft.com/office/officeart/2005/8/layout/hierarchy5"/>
    <dgm:cxn modelId="{E4D9D82A-153A-4BFA-9E25-C5C2217170AC}" type="presParOf" srcId="{F8C54584-7E7C-409D-84BA-9865039DC7D9}" destId="{0ACBF47F-4832-4342-909B-063BD0CB139E}" srcOrd="0" destOrd="0" presId="urn:microsoft.com/office/officeart/2005/8/layout/hierarchy5"/>
    <dgm:cxn modelId="{B582A523-5595-4A64-BAE1-BAEF573B84A7}" type="presParOf" srcId="{0ACBF47F-4832-4342-909B-063BD0CB139E}" destId="{E59B452B-CF94-44FE-8474-8189E2FCBD9E}" srcOrd="0" destOrd="0" presId="urn:microsoft.com/office/officeart/2005/8/layout/hierarchy5"/>
    <dgm:cxn modelId="{B61C528B-2F0C-4EA9-AC87-0A0D9EF88512}" type="presParOf" srcId="{F8C54584-7E7C-409D-84BA-9865039DC7D9}" destId="{2BC10ED8-67F8-4200-87F1-2F22D24B7268}" srcOrd="1" destOrd="0" presId="urn:microsoft.com/office/officeart/2005/8/layout/hierarchy5"/>
    <dgm:cxn modelId="{2C6C5270-32CB-4C29-AAB9-5DF025B04DFE}" type="presParOf" srcId="{2BC10ED8-67F8-4200-87F1-2F22D24B7268}" destId="{77FD4E8C-6496-4180-A182-8CAC59E49C8E}" srcOrd="0" destOrd="0" presId="urn:microsoft.com/office/officeart/2005/8/layout/hierarchy5"/>
    <dgm:cxn modelId="{C0BAC3F4-7B5F-4453-91B8-DF4B15BD3ECF}" type="presParOf" srcId="{2BC10ED8-67F8-4200-87F1-2F22D24B7268}" destId="{8D31E443-AACD-4B2C-BB6D-9B13F02C4EBD}" srcOrd="1" destOrd="0" presId="urn:microsoft.com/office/officeart/2005/8/layout/hierarchy5"/>
    <dgm:cxn modelId="{6CA7C205-ED7E-44CE-9E3A-5FA593CD78A4}" type="presParOf" srcId="{F3E80CB3-00BE-47AE-BA69-F18EF4F2A070}" destId="{BCA93AB5-01A5-4A69-8D99-08A8EC2E9E24}" srcOrd="2" destOrd="0" presId="urn:microsoft.com/office/officeart/2005/8/layout/hierarchy5"/>
    <dgm:cxn modelId="{BE93137E-19DF-44EC-9052-27C771386ED5}" type="presParOf" srcId="{BCA93AB5-01A5-4A69-8D99-08A8EC2E9E24}" destId="{80BD36A8-32A8-4531-8F8F-E66E282BA05E}" srcOrd="0" destOrd="0" presId="urn:microsoft.com/office/officeart/2005/8/layout/hierarchy5"/>
    <dgm:cxn modelId="{4214A6CC-A21B-4210-AB1A-DB5B41A7E708}" type="presParOf" srcId="{F3E80CB3-00BE-47AE-BA69-F18EF4F2A070}" destId="{D3613D72-D400-4B63-A6F5-72B29575BCDB}" srcOrd="3" destOrd="0" presId="urn:microsoft.com/office/officeart/2005/8/layout/hierarchy5"/>
    <dgm:cxn modelId="{6198282A-B446-4A05-9FE3-BE89F9118533}" type="presParOf" srcId="{D3613D72-D400-4B63-A6F5-72B29575BCDB}" destId="{57C5EC12-1BCA-4719-9B22-4CE9DF260FEF}" srcOrd="0" destOrd="0" presId="urn:microsoft.com/office/officeart/2005/8/layout/hierarchy5"/>
    <dgm:cxn modelId="{9D3F8B3F-5BE3-4537-9D73-32E4F83F88CE}" type="presParOf" srcId="{D3613D72-D400-4B63-A6F5-72B29575BCDB}" destId="{B93A0406-09A9-426C-9CE7-BE70E4BE8A74}" srcOrd="1" destOrd="0" presId="urn:microsoft.com/office/officeart/2005/8/layout/hierarchy5"/>
    <dgm:cxn modelId="{E1ED9C68-8D1F-4847-A7EF-3AC7EA2259D0}" type="presParOf" srcId="{B93A0406-09A9-426C-9CE7-BE70E4BE8A74}" destId="{CFDA684F-26AF-4AE1-8263-998E1F8C7060}" srcOrd="0" destOrd="0" presId="urn:microsoft.com/office/officeart/2005/8/layout/hierarchy5"/>
    <dgm:cxn modelId="{D9F0FCFA-F1F0-4F9E-92E2-1278E36CFE90}" type="presParOf" srcId="{CFDA684F-26AF-4AE1-8263-998E1F8C7060}" destId="{598F28ED-3F46-44E6-A64E-5D029BDBA49E}" srcOrd="0" destOrd="0" presId="urn:microsoft.com/office/officeart/2005/8/layout/hierarchy5"/>
    <dgm:cxn modelId="{EA5B6996-C8F7-41CA-A0D7-C8D6FB682FF1}" type="presParOf" srcId="{B93A0406-09A9-426C-9CE7-BE70E4BE8A74}" destId="{F1B76A7E-7265-4873-A765-5DE40535DBF5}" srcOrd="1" destOrd="0" presId="urn:microsoft.com/office/officeart/2005/8/layout/hierarchy5"/>
    <dgm:cxn modelId="{EDD8DCB3-DDD3-48CD-A5F9-72EC8F1E3237}" type="presParOf" srcId="{F1B76A7E-7265-4873-A765-5DE40535DBF5}" destId="{C8CC6705-0DD9-4ABB-8ED1-81CC23C2FF73}" srcOrd="0" destOrd="0" presId="urn:microsoft.com/office/officeart/2005/8/layout/hierarchy5"/>
    <dgm:cxn modelId="{1BCB5719-6761-45D5-BD36-8BAFDDB2B074}" type="presParOf" srcId="{F1B76A7E-7265-4873-A765-5DE40535DBF5}" destId="{033464F7-AA8C-40F4-B39F-72B2888EF369}" srcOrd="1" destOrd="0" presId="urn:microsoft.com/office/officeart/2005/8/layout/hierarchy5"/>
    <dgm:cxn modelId="{7375C8B3-03ED-4EE2-85D5-588660E36B6A}" type="presParOf" srcId="{DCE3AD7C-59E2-4F5B-802C-AB97C0CC89A5}" destId="{5BA9D040-F0D2-4ED8-92E6-14A6DFF929AB}" srcOrd="2" destOrd="0" presId="urn:microsoft.com/office/officeart/2005/8/layout/hierarchy5"/>
    <dgm:cxn modelId="{A0B68007-64AF-40F2-8DAF-CEB5DDEC9682}" type="presParOf" srcId="{5BA9D040-F0D2-4ED8-92E6-14A6DFF929AB}" destId="{BBF5F9CB-21B6-422A-8715-93B8069562CD}" srcOrd="0" destOrd="0" presId="urn:microsoft.com/office/officeart/2005/8/layout/hierarchy5"/>
    <dgm:cxn modelId="{34F283C6-02D3-4597-AC90-5A01D6725CFC}" type="presParOf" srcId="{DCE3AD7C-59E2-4F5B-802C-AB97C0CC89A5}" destId="{468D9217-77FA-4C89-937C-4EC351E4C67B}" srcOrd="3" destOrd="0" presId="urn:microsoft.com/office/officeart/2005/8/layout/hierarchy5"/>
    <dgm:cxn modelId="{19C9C676-2AF4-4965-93F4-C3DA998CE31B}" type="presParOf" srcId="{468D9217-77FA-4C89-937C-4EC351E4C67B}" destId="{08F62CFE-2859-41AE-823E-8FD9DE80577A}" srcOrd="0" destOrd="0" presId="urn:microsoft.com/office/officeart/2005/8/layout/hierarchy5"/>
    <dgm:cxn modelId="{F9535841-511C-4B48-AEA6-7A7EC3570D78}" type="presParOf" srcId="{468D9217-77FA-4C89-937C-4EC351E4C67B}" destId="{6F1B0BDF-6391-48F0-A41D-106AC8345CA4}" srcOrd="1" destOrd="0" presId="urn:microsoft.com/office/officeart/2005/8/layout/hierarchy5"/>
    <dgm:cxn modelId="{7A5BC22E-BB57-46F8-BACA-CD447E87A46E}" type="presParOf" srcId="{6F1B0BDF-6391-48F0-A41D-106AC8345CA4}" destId="{2C33E622-CB67-457B-81B2-16ED703BF907}" srcOrd="0" destOrd="0" presId="urn:microsoft.com/office/officeart/2005/8/layout/hierarchy5"/>
    <dgm:cxn modelId="{DE67DB9D-F15B-44F2-B71D-D530C52F5966}" type="presParOf" srcId="{2C33E622-CB67-457B-81B2-16ED703BF907}" destId="{2A8A458A-9159-407B-A1A1-A33EF5038576}" srcOrd="0" destOrd="0" presId="urn:microsoft.com/office/officeart/2005/8/layout/hierarchy5"/>
    <dgm:cxn modelId="{152FF7EE-3567-42D2-95F4-FADF81D31253}" type="presParOf" srcId="{6F1B0BDF-6391-48F0-A41D-106AC8345CA4}" destId="{F134C8E1-83F5-47B0-B597-6B7D511B3F37}" srcOrd="1" destOrd="0" presId="urn:microsoft.com/office/officeart/2005/8/layout/hierarchy5"/>
    <dgm:cxn modelId="{795A6A75-296B-441A-A525-944310C98D2E}" type="presParOf" srcId="{F134C8E1-83F5-47B0-B597-6B7D511B3F37}" destId="{A224F2EA-18C3-4783-B0A2-B27349756864}" srcOrd="0" destOrd="0" presId="urn:microsoft.com/office/officeart/2005/8/layout/hierarchy5"/>
    <dgm:cxn modelId="{92329F60-761F-4E88-9914-D78D0A0C9448}" type="presParOf" srcId="{F134C8E1-83F5-47B0-B597-6B7D511B3F37}" destId="{0D8CE4F6-1484-4027-AD72-123D2022EE9E}" srcOrd="1" destOrd="0" presId="urn:microsoft.com/office/officeart/2005/8/layout/hierarchy5"/>
    <dgm:cxn modelId="{43D5EC62-BCA0-4F58-BF10-16AAD49F96F6}" type="presParOf" srcId="{6F1B0BDF-6391-48F0-A41D-106AC8345CA4}" destId="{3DFD4B6E-B2FB-4DA1-A125-05D6E311FF95}" srcOrd="2" destOrd="0" presId="urn:microsoft.com/office/officeart/2005/8/layout/hierarchy5"/>
    <dgm:cxn modelId="{741A0B4C-4D03-4BD1-BC89-87B0C21AD4D4}" type="presParOf" srcId="{3DFD4B6E-B2FB-4DA1-A125-05D6E311FF95}" destId="{D0AD73B1-D605-45FB-9C79-AC311140E95A}" srcOrd="0" destOrd="0" presId="urn:microsoft.com/office/officeart/2005/8/layout/hierarchy5"/>
    <dgm:cxn modelId="{EF76B35F-684D-48BC-A9E3-4E0409546917}" type="presParOf" srcId="{6F1B0BDF-6391-48F0-A41D-106AC8345CA4}" destId="{8620269D-5664-4A7C-87D0-15D107BBB0F9}" srcOrd="3" destOrd="0" presId="urn:microsoft.com/office/officeart/2005/8/layout/hierarchy5"/>
    <dgm:cxn modelId="{FDD97D13-784A-4647-AF1D-F4AF8835DB36}" type="presParOf" srcId="{8620269D-5664-4A7C-87D0-15D107BBB0F9}" destId="{E8A88CD4-0B35-4CA5-9196-E919E08B1BDC}" srcOrd="0" destOrd="0" presId="urn:microsoft.com/office/officeart/2005/8/layout/hierarchy5"/>
    <dgm:cxn modelId="{394E70B2-FF22-4BA2-84D9-D69F154175CF}" type="presParOf" srcId="{8620269D-5664-4A7C-87D0-15D107BBB0F9}" destId="{7AB33075-3873-492E-BE9A-605BF682825E}" srcOrd="1" destOrd="0" presId="urn:microsoft.com/office/officeart/2005/8/layout/hierarchy5"/>
    <dgm:cxn modelId="{A55456FB-2160-49D4-9E7C-AD6122BD9AB0}" type="presParOf" srcId="{7AB33075-3873-492E-BE9A-605BF682825E}" destId="{C2EBE32D-38EB-4AFD-9E0C-725233B6E866}" srcOrd="0" destOrd="0" presId="urn:microsoft.com/office/officeart/2005/8/layout/hierarchy5"/>
    <dgm:cxn modelId="{D00D1965-C057-4E6A-A942-30BF19BEA3BA}" type="presParOf" srcId="{C2EBE32D-38EB-4AFD-9E0C-725233B6E866}" destId="{42FCB09A-489F-4A05-A518-A902DC46467E}" srcOrd="0" destOrd="0" presId="urn:microsoft.com/office/officeart/2005/8/layout/hierarchy5"/>
    <dgm:cxn modelId="{B9CB9E3E-9A56-44D6-BF9A-8D2399C24338}" type="presParOf" srcId="{7AB33075-3873-492E-BE9A-605BF682825E}" destId="{CBE7976E-4280-4F51-AB16-FA3D5090AE1C}" srcOrd="1" destOrd="0" presId="urn:microsoft.com/office/officeart/2005/8/layout/hierarchy5"/>
    <dgm:cxn modelId="{5BBC6173-364D-4030-9FD9-B232C9861228}" type="presParOf" srcId="{CBE7976E-4280-4F51-AB16-FA3D5090AE1C}" destId="{95A1F94E-77CB-42B3-84AA-98B9CF9233B3}" srcOrd="0" destOrd="0" presId="urn:microsoft.com/office/officeart/2005/8/layout/hierarchy5"/>
    <dgm:cxn modelId="{809A7E4C-854E-422A-9FCE-D25F7D0F3FC0}" type="presParOf" srcId="{CBE7976E-4280-4F51-AB16-FA3D5090AE1C}" destId="{14AA93DC-1AB3-4931-9071-8BFA0871F1CC}" srcOrd="1" destOrd="0" presId="urn:microsoft.com/office/officeart/2005/8/layout/hierarchy5"/>
    <dgm:cxn modelId="{34EA3D69-0AC0-480A-A7C4-7A4067C81112}" type="presParOf" srcId="{7AB33075-3873-492E-BE9A-605BF682825E}" destId="{C62A8D03-BB4C-4F98-B2EE-C6D150827C6E}" srcOrd="2" destOrd="0" presId="urn:microsoft.com/office/officeart/2005/8/layout/hierarchy5"/>
    <dgm:cxn modelId="{E29F66AA-1D62-4003-90AE-28F427603D39}" type="presParOf" srcId="{C62A8D03-BB4C-4F98-B2EE-C6D150827C6E}" destId="{B113B78B-10AC-45FD-AC08-2224C7D68037}" srcOrd="0" destOrd="0" presId="urn:microsoft.com/office/officeart/2005/8/layout/hierarchy5"/>
    <dgm:cxn modelId="{33A1245B-85AA-47E1-AF17-F46D409CCD76}" type="presParOf" srcId="{7AB33075-3873-492E-BE9A-605BF682825E}" destId="{7041E5CA-4044-4C34-B4B5-6E3F324BDEBD}" srcOrd="3" destOrd="0" presId="urn:microsoft.com/office/officeart/2005/8/layout/hierarchy5"/>
    <dgm:cxn modelId="{2A18669A-CBAD-4F89-B122-ABBE3FA50C27}" type="presParOf" srcId="{7041E5CA-4044-4C34-B4B5-6E3F324BDEBD}" destId="{53BD2A7D-B74A-408E-AD5B-D33362ADFB38}" srcOrd="0" destOrd="0" presId="urn:microsoft.com/office/officeart/2005/8/layout/hierarchy5"/>
    <dgm:cxn modelId="{00175683-1885-44B3-A997-FA96F31E9D76}" type="presParOf" srcId="{7041E5CA-4044-4C34-B4B5-6E3F324BDEBD}" destId="{C3245E0E-1B4C-4ACE-AEF4-473349B35DEF}" srcOrd="1" destOrd="0" presId="urn:microsoft.com/office/officeart/2005/8/layout/hierarchy5"/>
    <dgm:cxn modelId="{049BE377-9B0A-45F6-9FD1-DE6BD2A3A76F}" type="presParOf" srcId="{DCE3AD7C-59E2-4F5B-802C-AB97C0CC89A5}" destId="{B812D93D-ED59-4864-9708-ACE1290ECD0C}" srcOrd="4" destOrd="0" presId="urn:microsoft.com/office/officeart/2005/8/layout/hierarchy5"/>
    <dgm:cxn modelId="{367E1717-607F-4097-8470-2FCD923C65AA}" type="presParOf" srcId="{B812D93D-ED59-4864-9708-ACE1290ECD0C}" destId="{44BF754B-0F8E-4185-9C3F-9E5D6D150AC9}" srcOrd="0" destOrd="0" presId="urn:microsoft.com/office/officeart/2005/8/layout/hierarchy5"/>
    <dgm:cxn modelId="{0D6566FD-0513-4650-8E62-D2A0F3F719F7}" type="presParOf" srcId="{DCE3AD7C-59E2-4F5B-802C-AB97C0CC89A5}" destId="{CBAF1E94-8AB1-4651-9FAA-E88A8E8A1713}" srcOrd="5" destOrd="0" presId="urn:microsoft.com/office/officeart/2005/8/layout/hierarchy5"/>
    <dgm:cxn modelId="{72547A42-6981-481E-BC63-AD2A24DA401C}" type="presParOf" srcId="{CBAF1E94-8AB1-4651-9FAA-E88A8E8A1713}" destId="{4A2292A4-AFF5-4CB2-9F4D-830F227245CA}" srcOrd="0" destOrd="0" presId="urn:microsoft.com/office/officeart/2005/8/layout/hierarchy5"/>
    <dgm:cxn modelId="{F03DCAAF-42BE-4477-B33F-69675A519F5B}" type="presParOf" srcId="{CBAF1E94-8AB1-4651-9FAA-E88A8E8A1713}" destId="{2F0D3298-9C74-473F-B53D-E5C98BD51EA2}" srcOrd="1" destOrd="0" presId="urn:microsoft.com/office/officeart/2005/8/layout/hierarchy5"/>
    <dgm:cxn modelId="{D4736693-46F6-429D-A9C0-56B60AE8A8F5}" type="presParOf" srcId="{2F0D3298-9C74-473F-B53D-E5C98BD51EA2}" destId="{59D60EBC-E243-4F47-A953-485481FC58F1}" srcOrd="0" destOrd="0" presId="urn:microsoft.com/office/officeart/2005/8/layout/hierarchy5"/>
    <dgm:cxn modelId="{BFC40E1C-9BEB-4E6B-8521-38B3826302A0}" type="presParOf" srcId="{59D60EBC-E243-4F47-A953-485481FC58F1}" destId="{9F1FC5F3-CC62-4D66-A529-8BF2F0ACD2BD}" srcOrd="0" destOrd="0" presId="urn:microsoft.com/office/officeart/2005/8/layout/hierarchy5"/>
    <dgm:cxn modelId="{C5CFF5FE-ADD7-4FBA-B40E-22D8770F2CE7}" type="presParOf" srcId="{2F0D3298-9C74-473F-B53D-E5C98BD51EA2}" destId="{4807766C-4F88-430C-AC0F-C368D7B78C08}" srcOrd="1" destOrd="0" presId="urn:microsoft.com/office/officeart/2005/8/layout/hierarchy5"/>
    <dgm:cxn modelId="{E56FF0B8-F8F9-42B1-BB6E-90E2934698C9}" type="presParOf" srcId="{4807766C-4F88-430C-AC0F-C368D7B78C08}" destId="{F38FA514-634E-40BC-B7AF-AEB444D56F27}" srcOrd="0" destOrd="0" presId="urn:microsoft.com/office/officeart/2005/8/layout/hierarchy5"/>
    <dgm:cxn modelId="{F2A730E5-DBB6-4951-964D-16FE71B5CD0A}" type="presParOf" srcId="{4807766C-4F88-430C-AC0F-C368D7B78C08}" destId="{5E8EF2BD-A10E-4866-A4FB-B16FF07C4E85}" srcOrd="1" destOrd="0" presId="urn:microsoft.com/office/officeart/2005/8/layout/hierarchy5"/>
    <dgm:cxn modelId="{99B82174-FB23-43DF-835C-F036B8C01288}" type="presParOf" srcId="{2F0D3298-9C74-473F-B53D-E5C98BD51EA2}" destId="{1EE2FFD2-0B76-4E78-B89C-C669BF43ABEF}" srcOrd="2" destOrd="0" presId="urn:microsoft.com/office/officeart/2005/8/layout/hierarchy5"/>
    <dgm:cxn modelId="{EFB7A130-82C1-42E5-9883-DA8D6D7CC0A0}" type="presParOf" srcId="{1EE2FFD2-0B76-4E78-B89C-C669BF43ABEF}" destId="{E2819DF9-69B2-478F-8937-747E8F7A3326}" srcOrd="0" destOrd="0" presId="urn:microsoft.com/office/officeart/2005/8/layout/hierarchy5"/>
    <dgm:cxn modelId="{98FB9C31-1B88-419F-9DC3-3D74E26FD673}" type="presParOf" srcId="{2F0D3298-9C74-473F-B53D-E5C98BD51EA2}" destId="{EC12C12C-3FF0-4529-983D-8795B6230F8F}" srcOrd="3" destOrd="0" presId="urn:microsoft.com/office/officeart/2005/8/layout/hierarchy5"/>
    <dgm:cxn modelId="{EC21F8F0-5AF1-48C8-842A-EF86D5BC5CAE}" type="presParOf" srcId="{EC12C12C-3FF0-4529-983D-8795B6230F8F}" destId="{2EB4564B-3112-4F75-92BF-53FBA1543C5D}" srcOrd="0" destOrd="0" presId="urn:microsoft.com/office/officeart/2005/8/layout/hierarchy5"/>
    <dgm:cxn modelId="{4C0247AB-9B80-4076-AE23-8160DBA58132}" type="presParOf" srcId="{EC12C12C-3FF0-4529-983D-8795B6230F8F}" destId="{93387E21-7D56-4DD1-9D23-D11B0BF50A29}" srcOrd="1" destOrd="0" presId="urn:microsoft.com/office/officeart/2005/8/layout/hierarchy5"/>
    <dgm:cxn modelId="{FA28C1C0-7D62-45E0-AF69-F0B8F37A6867}" type="presParOf" srcId="{93387E21-7D56-4DD1-9D23-D11B0BF50A29}" destId="{FC3FD1AC-C4C3-4EB8-93D8-4F0824A15D93}" srcOrd="0" destOrd="0" presId="urn:microsoft.com/office/officeart/2005/8/layout/hierarchy5"/>
    <dgm:cxn modelId="{90F72E8E-7128-4224-94A5-72A032C8BA6C}" type="presParOf" srcId="{FC3FD1AC-C4C3-4EB8-93D8-4F0824A15D93}" destId="{244444FD-CC7B-47D8-95C9-4D2F270BDAE5}" srcOrd="0" destOrd="0" presId="urn:microsoft.com/office/officeart/2005/8/layout/hierarchy5"/>
    <dgm:cxn modelId="{FBA48D02-5FF2-4F32-B7FB-CD1BFB7D076A}" type="presParOf" srcId="{93387E21-7D56-4DD1-9D23-D11B0BF50A29}" destId="{C1D5644F-3E15-4782-8239-9E5C88D43FF1}" srcOrd="1" destOrd="0" presId="urn:microsoft.com/office/officeart/2005/8/layout/hierarchy5"/>
    <dgm:cxn modelId="{0FAED923-7BC7-40CF-8A25-22C196CC4B4D}" type="presParOf" srcId="{C1D5644F-3E15-4782-8239-9E5C88D43FF1}" destId="{24D76AA5-0C88-4D93-872D-940B8808CFFE}" srcOrd="0" destOrd="0" presId="urn:microsoft.com/office/officeart/2005/8/layout/hierarchy5"/>
    <dgm:cxn modelId="{3E882867-D0AF-42AF-AA9A-6B33BD302117}" type="presParOf" srcId="{C1D5644F-3E15-4782-8239-9E5C88D43FF1}" destId="{411FBCFA-BE66-4CA2-8115-D5B8427E0BA9}" srcOrd="1" destOrd="0" presId="urn:microsoft.com/office/officeart/2005/8/layout/hierarchy5"/>
    <dgm:cxn modelId="{4FBE9DE2-D72E-4686-938C-F0B9149EA708}" type="presParOf" srcId="{9FDF9AAA-86C9-46CE-B92D-C6B84F6AC528}" destId="{3A72DAD7-F350-4109-8F35-4E47FA002D75}" srcOrd="1" destOrd="0" presId="urn:microsoft.com/office/officeart/2005/8/layout/hierarchy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545E929-A712-4933-8797-716EFDA73B67}">
      <dsp:nvSpPr>
        <dsp:cNvPr id="0" name=""/>
        <dsp:cNvSpPr/>
      </dsp:nvSpPr>
      <dsp:spPr>
        <a:xfrm rot="5400000">
          <a:off x="5160327" y="-2086455"/>
          <a:ext cx="871601" cy="5266944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8575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ru-RU" sz="1400" kern="1200" dirty="0"/>
            <a:t>Запрет на получение монастырями земель по вкладам и завещаниям без санкции верховной власти – Судебник 1550 г.</a:t>
          </a:r>
        </a:p>
      </dsp:txBody>
      <dsp:txXfrm rot="-5400000">
        <a:off x="2962656" y="153764"/>
        <a:ext cx="5224396" cy="786505"/>
      </dsp:txXfrm>
    </dsp:sp>
    <dsp:sp modelId="{F6F162C9-BF9B-4828-B523-D9BD755B2412}">
      <dsp:nvSpPr>
        <dsp:cNvPr id="0" name=""/>
        <dsp:cNvSpPr/>
      </dsp:nvSpPr>
      <dsp:spPr>
        <a:xfrm>
          <a:off x="0" y="2265"/>
          <a:ext cx="2962656" cy="1089501"/>
        </a:xfrm>
        <a:prstGeom prst="roundRect">
          <a:avLst/>
        </a:prstGeom>
        <a:gradFill rotWithShape="1">
          <a:gsLst>
            <a:gs pos="0">
              <a:schemeClr val="accent1">
                <a:tint val="50000"/>
                <a:satMod val="300000"/>
              </a:schemeClr>
            </a:gs>
            <a:gs pos="35000">
              <a:schemeClr val="accent1">
                <a:tint val="37000"/>
                <a:satMod val="300000"/>
              </a:schemeClr>
            </a:gs>
            <a:gs pos="100000">
              <a:schemeClr val="accent1">
                <a:tint val="15000"/>
                <a:satMod val="350000"/>
              </a:schemeClr>
            </a:gs>
          </a:gsLst>
          <a:lin ang="16200000" scaled="1"/>
        </a:gradFill>
        <a:ln w="9525" cap="flat" cmpd="sng" algn="ctr">
          <a:solidFill>
            <a:schemeClr val="accent1">
              <a:shade val="95000"/>
              <a:satMod val="10500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1">
          <a:schemeClr val="accent1"/>
        </a:lnRef>
        <a:fillRef idx="2">
          <a:schemeClr val="accent1"/>
        </a:fillRef>
        <a:effectRef idx="1">
          <a:schemeClr val="accent1"/>
        </a:effectRef>
        <a:fontRef idx="minor">
          <a:schemeClr val="dk1"/>
        </a:fontRef>
      </dsp:style>
      <dsp:txBody>
        <a:bodyPr spcFirstLastPara="0" vert="horz" wrap="square" lIns="53340" tIns="26670" rIns="53340" bIns="2667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400" kern="1200" dirty="0"/>
            <a:t>Между светскими и церковными землевладельцами</a:t>
          </a:r>
        </a:p>
      </dsp:txBody>
      <dsp:txXfrm>
        <a:off x="53185" y="55450"/>
        <a:ext cx="2856286" cy="983131"/>
      </dsp:txXfrm>
    </dsp:sp>
    <dsp:sp modelId="{F6F5B4D2-5546-4BAF-8323-5FBDBE3BF86A}">
      <dsp:nvSpPr>
        <dsp:cNvPr id="0" name=""/>
        <dsp:cNvSpPr/>
      </dsp:nvSpPr>
      <dsp:spPr>
        <a:xfrm rot="5400000">
          <a:off x="5098277" y="-942478"/>
          <a:ext cx="995700" cy="5266944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8575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ru-RU" sz="1200" kern="1200" dirty="0"/>
            <a:t>Введение «заповедных лет» – временного запрета на переходы от одного землевладельца к другому в «Юрьев день» (с 1581 г.) на 1-3 года.</a:t>
          </a: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ru-RU" sz="1200" kern="1200" dirty="0"/>
            <a:t>Составление «писцовых книг», фиксирующих проживание крестьян на землях феодалов.</a:t>
          </a:r>
        </a:p>
      </dsp:txBody>
      <dsp:txXfrm rot="-5400000">
        <a:off x="2962655" y="1241750"/>
        <a:ext cx="5218338" cy="898488"/>
      </dsp:txXfrm>
    </dsp:sp>
    <dsp:sp modelId="{294DDFDC-D4ED-4D76-9801-FEF2CDFFB914}">
      <dsp:nvSpPr>
        <dsp:cNvPr id="0" name=""/>
        <dsp:cNvSpPr/>
      </dsp:nvSpPr>
      <dsp:spPr>
        <a:xfrm>
          <a:off x="0" y="1146242"/>
          <a:ext cx="2962656" cy="1089501"/>
        </a:xfrm>
        <a:prstGeom prst="roundRect">
          <a:avLst/>
        </a:prstGeom>
        <a:gradFill rotWithShape="1">
          <a:gsLst>
            <a:gs pos="0">
              <a:schemeClr val="accent1">
                <a:tint val="50000"/>
                <a:satMod val="300000"/>
              </a:schemeClr>
            </a:gs>
            <a:gs pos="35000">
              <a:schemeClr val="accent1">
                <a:tint val="37000"/>
                <a:satMod val="300000"/>
              </a:schemeClr>
            </a:gs>
            <a:gs pos="100000">
              <a:schemeClr val="accent1">
                <a:tint val="15000"/>
                <a:satMod val="350000"/>
              </a:schemeClr>
            </a:gs>
          </a:gsLst>
          <a:lin ang="16200000" scaled="1"/>
        </a:gradFill>
        <a:ln w="9525" cap="flat" cmpd="sng" algn="ctr">
          <a:solidFill>
            <a:schemeClr val="accent1">
              <a:shade val="95000"/>
              <a:satMod val="10500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1">
          <a:schemeClr val="accent1"/>
        </a:lnRef>
        <a:fillRef idx="2">
          <a:schemeClr val="accent1"/>
        </a:fillRef>
        <a:effectRef idx="1">
          <a:schemeClr val="accent1"/>
        </a:effectRef>
        <a:fontRef idx="minor">
          <a:schemeClr val="dk1"/>
        </a:fontRef>
      </dsp:style>
      <dsp:txBody>
        <a:bodyPr spcFirstLastPara="0" vert="horz" wrap="square" lIns="53340" tIns="26670" rIns="53340" bIns="2667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400" kern="1200" dirty="0"/>
            <a:t>Между вотчинниками и помещиками из-за бегства крестьян от помещиков</a:t>
          </a:r>
        </a:p>
      </dsp:txBody>
      <dsp:txXfrm>
        <a:off x="53185" y="1199427"/>
        <a:ext cx="2856286" cy="983131"/>
      </dsp:txXfrm>
    </dsp:sp>
    <dsp:sp modelId="{56A9AC11-372A-45A4-8C18-16F7D8F8E9F9}">
      <dsp:nvSpPr>
        <dsp:cNvPr id="0" name=""/>
        <dsp:cNvSpPr/>
      </dsp:nvSpPr>
      <dsp:spPr>
        <a:xfrm rot="5400000">
          <a:off x="5160327" y="201497"/>
          <a:ext cx="871601" cy="5266944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8575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ru-RU" sz="1400" kern="1200" dirty="0"/>
            <a:t>Указ 1597 г.  Об «урочных летах», вводивший срок в 5 лет для «сыска беглых» и возвращения их к землевладельцу.</a:t>
          </a:r>
        </a:p>
      </dsp:txBody>
      <dsp:txXfrm rot="-5400000">
        <a:off x="2962656" y="2441716"/>
        <a:ext cx="5224396" cy="786505"/>
      </dsp:txXfrm>
    </dsp:sp>
    <dsp:sp modelId="{12048B7D-838B-48EE-B7C5-D35FC05E764D}">
      <dsp:nvSpPr>
        <dsp:cNvPr id="0" name=""/>
        <dsp:cNvSpPr/>
      </dsp:nvSpPr>
      <dsp:spPr>
        <a:xfrm>
          <a:off x="0" y="2290219"/>
          <a:ext cx="2962656" cy="1089501"/>
        </a:xfrm>
        <a:prstGeom prst="roundRect">
          <a:avLst/>
        </a:prstGeom>
        <a:gradFill rotWithShape="1">
          <a:gsLst>
            <a:gs pos="0">
              <a:schemeClr val="accent1">
                <a:tint val="50000"/>
                <a:satMod val="300000"/>
              </a:schemeClr>
            </a:gs>
            <a:gs pos="35000">
              <a:schemeClr val="accent1">
                <a:tint val="37000"/>
                <a:satMod val="300000"/>
              </a:schemeClr>
            </a:gs>
            <a:gs pos="100000">
              <a:schemeClr val="accent1">
                <a:tint val="15000"/>
                <a:satMod val="350000"/>
              </a:schemeClr>
            </a:gs>
          </a:gsLst>
          <a:lin ang="16200000" scaled="1"/>
        </a:gradFill>
        <a:ln w="9525" cap="flat" cmpd="sng" algn="ctr">
          <a:solidFill>
            <a:schemeClr val="accent1">
              <a:shade val="95000"/>
              <a:satMod val="10500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1">
          <a:schemeClr val="accent1"/>
        </a:lnRef>
        <a:fillRef idx="2">
          <a:schemeClr val="accent1"/>
        </a:fillRef>
        <a:effectRef idx="1">
          <a:schemeClr val="accent1"/>
        </a:effectRef>
        <a:fontRef idx="minor">
          <a:schemeClr val="dk1"/>
        </a:fontRef>
      </dsp:style>
      <dsp:txBody>
        <a:bodyPr spcFirstLastPara="0" vert="horz" wrap="square" lIns="53340" tIns="26670" rIns="53340" bIns="2667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400" kern="1200" dirty="0"/>
            <a:t>Между землевладельцами и крестьянами </a:t>
          </a:r>
        </a:p>
      </dsp:txBody>
      <dsp:txXfrm>
        <a:off x="53185" y="2343404"/>
        <a:ext cx="2856286" cy="983131"/>
      </dsp:txXfrm>
    </dsp:sp>
    <dsp:sp modelId="{DDDF8C0D-1750-4EFF-BDEF-2D5A039EF8F0}">
      <dsp:nvSpPr>
        <dsp:cNvPr id="0" name=""/>
        <dsp:cNvSpPr/>
      </dsp:nvSpPr>
      <dsp:spPr>
        <a:xfrm rot="5400000">
          <a:off x="5160327" y="1345474"/>
          <a:ext cx="871601" cy="5266944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8575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ru-RU" sz="1400" kern="1200" dirty="0"/>
            <a:t>Решение найдено не было.</a:t>
          </a:r>
        </a:p>
      </dsp:txBody>
      <dsp:txXfrm rot="-5400000">
        <a:off x="2962656" y="3585693"/>
        <a:ext cx="5224396" cy="786505"/>
      </dsp:txXfrm>
    </dsp:sp>
    <dsp:sp modelId="{F50D798D-2723-4E21-BA43-639ABDEAF53D}">
      <dsp:nvSpPr>
        <dsp:cNvPr id="0" name=""/>
        <dsp:cNvSpPr/>
      </dsp:nvSpPr>
      <dsp:spPr>
        <a:xfrm>
          <a:off x="0" y="3434195"/>
          <a:ext cx="2962656" cy="1089501"/>
        </a:xfrm>
        <a:prstGeom prst="roundRect">
          <a:avLst/>
        </a:prstGeom>
        <a:gradFill rotWithShape="1">
          <a:gsLst>
            <a:gs pos="0">
              <a:schemeClr val="accent1">
                <a:tint val="50000"/>
                <a:satMod val="300000"/>
              </a:schemeClr>
            </a:gs>
            <a:gs pos="35000">
              <a:schemeClr val="accent1">
                <a:tint val="37000"/>
                <a:satMod val="300000"/>
              </a:schemeClr>
            </a:gs>
            <a:gs pos="100000">
              <a:schemeClr val="accent1">
                <a:tint val="15000"/>
                <a:satMod val="350000"/>
              </a:schemeClr>
            </a:gs>
          </a:gsLst>
          <a:lin ang="16200000" scaled="1"/>
        </a:gradFill>
        <a:ln w="9525" cap="flat" cmpd="sng" algn="ctr">
          <a:solidFill>
            <a:schemeClr val="accent1">
              <a:shade val="95000"/>
              <a:satMod val="10500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1">
          <a:schemeClr val="accent1"/>
        </a:lnRef>
        <a:fillRef idx="2">
          <a:schemeClr val="accent1"/>
        </a:fillRef>
        <a:effectRef idx="1">
          <a:schemeClr val="accent1"/>
        </a:effectRef>
        <a:fontRef idx="minor">
          <a:schemeClr val="dk1"/>
        </a:fontRef>
      </dsp:style>
      <dsp:txBody>
        <a:bodyPr spcFirstLastPara="0" vert="horz" wrap="square" lIns="53340" tIns="26670" rIns="53340" bIns="2667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400" kern="1200" dirty="0"/>
            <a:t>Между «черным» (свободным) и «белым» (холопским) населением городов</a:t>
          </a:r>
        </a:p>
      </dsp:txBody>
      <dsp:txXfrm>
        <a:off x="53185" y="3487380"/>
        <a:ext cx="2856286" cy="983131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76CB43A-C738-4480-923F-10D66CF0CE7E}">
      <dsp:nvSpPr>
        <dsp:cNvPr id="0" name=""/>
        <dsp:cNvSpPr/>
      </dsp:nvSpPr>
      <dsp:spPr>
        <a:xfrm rot="5400000">
          <a:off x="-200903" y="205219"/>
          <a:ext cx="1339355" cy="937549"/>
        </a:xfrm>
        <a:prstGeom prst="chevron">
          <a:avLst/>
        </a:prstGeom>
        <a:gradFill rotWithShape="1">
          <a:gsLst>
            <a:gs pos="0">
              <a:schemeClr val="accent1">
                <a:tint val="50000"/>
                <a:satMod val="300000"/>
              </a:schemeClr>
            </a:gs>
            <a:gs pos="35000">
              <a:schemeClr val="accent1">
                <a:tint val="37000"/>
                <a:satMod val="300000"/>
              </a:schemeClr>
            </a:gs>
            <a:gs pos="100000">
              <a:schemeClr val="accent1">
                <a:tint val="15000"/>
                <a:satMod val="350000"/>
              </a:schemeClr>
            </a:gs>
          </a:gsLst>
          <a:lin ang="16200000" scaled="1"/>
        </a:gradFill>
        <a:ln w="9525" cap="flat" cmpd="sng" algn="ctr">
          <a:solidFill>
            <a:schemeClr val="accent1">
              <a:shade val="95000"/>
              <a:satMod val="10500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1">
          <a:schemeClr val="accent1"/>
        </a:lnRef>
        <a:fillRef idx="2">
          <a:schemeClr val="accent1"/>
        </a:fillRef>
        <a:effectRef idx="1">
          <a:schemeClr val="accent1"/>
        </a:effectRef>
        <a:fontRef idx="minor">
          <a:schemeClr val="dk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200" kern="1200" dirty="0"/>
            <a:t>Экономика</a:t>
          </a:r>
        </a:p>
      </dsp:txBody>
      <dsp:txXfrm rot="-5400000">
        <a:off x="1" y="473091"/>
        <a:ext cx="937549" cy="401806"/>
      </dsp:txXfrm>
    </dsp:sp>
    <dsp:sp modelId="{06DA7A71-D1C8-45BF-B175-BC7C98A77D86}">
      <dsp:nvSpPr>
        <dsp:cNvPr id="0" name=""/>
        <dsp:cNvSpPr/>
      </dsp:nvSpPr>
      <dsp:spPr>
        <a:xfrm rot="5400000">
          <a:off x="4148283" y="-3206418"/>
          <a:ext cx="870581" cy="7292050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85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8232" tIns="6985" rIns="6985" bIns="6985" numCol="1" spcCol="1270" anchor="ctr" anchorCtr="0">
          <a:noAutofit/>
        </a:bodyPr>
        <a:lstStyle/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ru-RU" sz="1100" kern="1200" dirty="0"/>
            <a:t>с/х производство на грани выживания из-за «запустения земель»;</a:t>
          </a:r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ru-RU" sz="1100" kern="1200" dirty="0"/>
            <a:t>внутренняя торговля обеспечивается производством в боярских и монастырских вотчинах, что не означает предпосылок к росту;</a:t>
          </a:r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ru-RU" sz="1100" kern="1200" dirty="0"/>
            <a:t>Роль России в международной торговле ограничивается поставками мехов, меда, воска и строевого леса через посредство Англии и Голландии</a:t>
          </a:r>
        </a:p>
      </dsp:txBody>
      <dsp:txXfrm rot="-5400000">
        <a:off x="937549" y="46814"/>
        <a:ext cx="7249552" cy="785585"/>
      </dsp:txXfrm>
    </dsp:sp>
    <dsp:sp modelId="{083E94F0-F0AC-499B-B4CE-94FA2F32EA34}">
      <dsp:nvSpPr>
        <dsp:cNvPr id="0" name=""/>
        <dsp:cNvSpPr/>
      </dsp:nvSpPr>
      <dsp:spPr>
        <a:xfrm rot="5400000">
          <a:off x="-200903" y="1399027"/>
          <a:ext cx="1339355" cy="937549"/>
        </a:xfrm>
        <a:prstGeom prst="chevron">
          <a:avLst/>
        </a:prstGeom>
        <a:gradFill rotWithShape="1">
          <a:gsLst>
            <a:gs pos="0">
              <a:schemeClr val="accent1">
                <a:tint val="50000"/>
                <a:satMod val="300000"/>
              </a:schemeClr>
            </a:gs>
            <a:gs pos="35000">
              <a:schemeClr val="accent1">
                <a:tint val="37000"/>
                <a:satMod val="300000"/>
              </a:schemeClr>
            </a:gs>
            <a:gs pos="100000">
              <a:schemeClr val="accent1">
                <a:tint val="15000"/>
                <a:satMod val="350000"/>
              </a:schemeClr>
            </a:gs>
          </a:gsLst>
          <a:lin ang="16200000" scaled="1"/>
        </a:gradFill>
        <a:ln w="9525" cap="flat" cmpd="sng" algn="ctr">
          <a:solidFill>
            <a:schemeClr val="accent1">
              <a:shade val="95000"/>
              <a:satMod val="10500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1">
          <a:schemeClr val="accent1"/>
        </a:lnRef>
        <a:fillRef idx="2">
          <a:schemeClr val="accent1"/>
        </a:fillRef>
        <a:effectRef idx="1">
          <a:schemeClr val="accent1"/>
        </a:effectRef>
        <a:fontRef idx="minor">
          <a:schemeClr val="dk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200" kern="1200" dirty="0"/>
            <a:t>Социальные отношения</a:t>
          </a:r>
        </a:p>
      </dsp:txBody>
      <dsp:txXfrm rot="-5400000">
        <a:off x="1" y="1666899"/>
        <a:ext cx="937549" cy="401806"/>
      </dsp:txXfrm>
    </dsp:sp>
    <dsp:sp modelId="{E6320ECE-6FFD-49D4-8A26-11E68A93786C}">
      <dsp:nvSpPr>
        <dsp:cNvPr id="0" name=""/>
        <dsp:cNvSpPr/>
      </dsp:nvSpPr>
      <dsp:spPr>
        <a:xfrm rot="5400000">
          <a:off x="4148283" y="-2012611"/>
          <a:ext cx="870581" cy="7292050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85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8232" tIns="6985" rIns="6985" bIns="6985" numCol="1" spcCol="1270" anchor="ctr" anchorCtr="0">
          <a:noAutofit/>
        </a:bodyPr>
        <a:lstStyle/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ru-RU" sz="1100" kern="1200" dirty="0"/>
            <a:t>резкий рост «белого» населения усиливает гос. давление на  податное население (черное); </a:t>
          </a:r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ru-RU" sz="1100" kern="1200" dirty="0"/>
            <a:t>из-за крестьянских переходов и бегства беднеет основа армии – помещики («дети боярские», дворяне);</a:t>
          </a:r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ru-RU" sz="1100" kern="1200" dirty="0"/>
            <a:t>растет южный «навес» беглого (казацкого) населения;</a:t>
          </a:r>
        </a:p>
      </dsp:txBody>
      <dsp:txXfrm rot="-5400000">
        <a:off x="937549" y="1240621"/>
        <a:ext cx="7249552" cy="785585"/>
      </dsp:txXfrm>
    </dsp:sp>
    <dsp:sp modelId="{0232387D-357A-41AD-811F-F27674D8379D}">
      <dsp:nvSpPr>
        <dsp:cNvPr id="0" name=""/>
        <dsp:cNvSpPr/>
      </dsp:nvSpPr>
      <dsp:spPr>
        <a:xfrm rot="5400000">
          <a:off x="-200903" y="2592834"/>
          <a:ext cx="1339355" cy="937549"/>
        </a:xfrm>
        <a:prstGeom prst="chevron">
          <a:avLst/>
        </a:prstGeom>
        <a:gradFill rotWithShape="1">
          <a:gsLst>
            <a:gs pos="0">
              <a:schemeClr val="accent1">
                <a:tint val="50000"/>
                <a:satMod val="300000"/>
              </a:schemeClr>
            </a:gs>
            <a:gs pos="35000">
              <a:schemeClr val="accent1">
                <a:tint val="37000"/>
                <a:satMod val="300000"/>
              </a:schemeClr>
            </a:gs>
            <a:gs pos="100000">
              <a:schemeClr val="accent1">
                <a:tint val="15000"/>
                <a:satMod val="350000"/>
              </a:schemeClr>
            </a:gs>
          </a:gsLst>
          <a:lin ang="16200000" scaled="1"/>
        </a:gradFill>
        <a:ln w="9525" cap="flat" cmpd="sng" algn="ctr">
          <a:solidFill>
            <a:schemeClr val="accent1">
              <a:shade val="95000"/>
              <a:satMod val="10500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1">
          <a:schemeClr val="accent1"/>
        </a:lnRef>
        <a:fillRef idx="2">
          <a:schemeClr val="accent1"/>
        </a:fillRef>
        <a:effectRef idx="1">
          <a:schemeClr val="accent1"/>
        </a:effectRef>
        <a:fontRef idx="minor">
          <a:schemeClr val="dk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200" kern="1200" dirty="0"/>
            <a:t>Внутренняя политика</a:t>
          </a:r>
        </a:p>
      </dsp:txBody>
      <dsp:txXfrm rot="-5400000">
        <a:off x="1" y="2860706"/>
        <a:ext cx="937549" cy="401806"/>
      </dsp:txXfrm>
    </dsp:sp>
    <dsp:sp modelId="{BA17FD56-8ECB-4174-A872-50A80144F9B8}">
      <dsp:nvSpPr>
        <dsp:cNvPr id="0" name=""/>
        <dsp:cNvSpPr/>
      </dsp:nvSpPr>
      <dsp:spPr>
        <a:xfrm rot="5400000">
          <a:off x="4148283" y="-818803"/>
          <a:ext cx="870581" cy="7292050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85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5344" tIns="7620" rIns="7620" bIns="7620" numCol="1" spcCol="1270" anchor="ctr" anchorCtr="0">
          <a:noAutofit/>
        </a:bodyPr>
        <a:lstStyle/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ru-RU" sz="1200" kern="1200" dirty="0"/>
            <a:t>инструменты согласования интересов элит разрушены «опричниной»;</a:t>
          </a: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ru-RU" sz="1200" kern="1200" dirty="0"/>
            <a:t>борьба кланов в боярской элите разрешается применением ссылок, пострижением в монахи, «опалами».</a:t>
          </a:r>
        </a:p>
      </dsp:txBody>
      <dsp:txXfrm rot="-5400000">
        <a:off x="937549" y="2434429"/>
        <a:ext cx="7249552" cy="785585"/>
      </dsp:txXfrm>
    </dsp:sp>
    <dsp:sp modelId="{58FDAEF2-28FE-4D8E-93DF-8A30EE123490}">
      <dsp:nvSpPr>
        <dsp:cNvPr id="0" name=""/>
        <dsp:cNvSpPr/>
      </dsp:nvSpPr>
      <dsp:spPr>
        <a:xfrm rot="5400000">
          <a:off x="-200903" y="3786642"/>
          <a:ext cx="1339355" cy="937549"/>
        </a:xfrm>
        <a:prstGeom prst="chevron">
          <a:avLst/>
        </a:prstGeom>
        <a:gradFill rotWithShape="1">
          <a:gsLst>
            <a:gs pos="0">
              <a:schemeClr val="accent1">
                <a:tint val="50000"/>
                <a:satMod val="300000"/>
              </a:schemeClr>
            </a:gs>
            <a:gs pos="35000">
              <a:schemeClr val="accent1">
                <a:tint val="37000"/>
                <a:satMod val="300000"/>
              </a:schemeClr>
            </a:gs>
            <a:gs pos="100000">
              <a:schemeClr val="accent1">
                <a:tint val="15000"/>
                <a:satMod val="350000"/>
              </a:schemeClr>
            </a:gs>
          </a:gsLst>
          <a:lin ang="16200000" scaled="1"/>
        </a:gradFill>
        <a:ln w="9525" cap="flat" cmpd="sng" algn="ctr">
          <a:solidFill>
            <a:schemeClr val="accent1">
              <a:shade val="95000"/>
              <a:satMod val="10500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1">
          <a:schemeClr val="accent1"/>
        </a:lnRef>
        <a:fillRef idx="2">
          <a:schemeClr val="accent1"/>
        </a:fillRef>
        <a:effectRef idx="1">
          <a:schemeClr val="accent1"/>
        </a:effectRef>
        <a:fontRef idx="minor">
          <a:schemeClr val="dk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200" kern="1200" dirty="0"/>
            <a:t>Внешняя политика</a:t>
          </a:r>
        </a:p>
      </dsp:txBody>
      <dsp:txXfrm rot="-5400000">
        <a:off x="1" y="4054514"/>
        <a:ext cx="937549" cy="401806"/>
      </dsp:txXfrm>
    </dsp:sp>
    <dsp:sp modelId="{66512039-1A00-464A-991D-DD8F026966EF}">
      <dsp:nvSpPr>
        <dsp:cNvPr id="0" name=""/>
        <dsp:cNvSpPr/>
      </dsp:nvSpPr>
      <dsp:spPr>
        <a:xfrm rot="5400000">
          <a:off x="4148283" y="375004"/>
          <a:ext cx="870581" cy="7292050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85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5344" tIns="7620" rIns="7620" bIns="7620" numCol="1" spcCol="1270" anchor="ctr" anchorCtr="0">
          <a:noAutofit/>
        </a:bodyPr>
        <a:lstStyle/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ru-RU" sz="1200" kern="1200" dirty="0"/>
            <a:t>страна находится в изоляции: нет выходов к морям, нет постоянных союзников;</a:t>
          </a: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ru-RU" sz="1200" kern="1200" dirty="0"/>
            <a:t>сохраняется угроза нападения кочевников с юга.</a:t>
          </a:r>
        </a:p>
      </dsp:txBody>
      <dsp:txXfrm rot="-5400000">
        <a:off x="937549" y="3628236"/>
        <a:ext cx="7249552" cy="785585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A967890-C022-4281-A116-80413BF183E2}">
      <dsp:nvSpPr>
        <dsp:cNvPr id="0" name=""/>
        <dsp:cNvSpPr/>
      </dsp:nvSpPr>
      <dsp:spPr>
        <a:xfrm>
          <a:off x="709757" y="1885567"/>
          <a:ext cx="1309631" cy="654815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1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100" kern="1200" dirty="0"/>
            <a:t>Кризис</a:t>
          </a:r>
        </a:p>
      </dsp:txBody>
      <dsp:txXfrm>
        <a:off x="728936" y="1904746"/>
        <a:ext cx="1271273" cy="616457"/>
      </dsp:txXfrm>
    </dsp:sp>
    <dsp:sp modelId="{99DED3D7-2FAD-42A8-A539-16913390C9DE}">
      <dsp:nvSpPr>
        <dsp:cNvPr id="0" name=""/>
        <dsp:cNvSpPr/>
      </dsp:nvSpPr>
      <dsp:spPr>
        <a:xfrm rot="17350740">
          <a:off x="1484025" y="1446621"/>
          <a:ext cx="1594580" cy="26630"/>
        </a:xfrm>
        <a:custGeom>
          <a:avLst/>
          <a:gdLst/>
          <a:ahLst/>
          <a:cxnLst/>
          <a:rect l="0" t="0" r="0" b="0"/>
          <a:pathLst>
            <a:path>
              <a:moveTo>
                <a:pt x="0" y="13315"/>
              </a:moveTo>
              <a:lnTo>
                <a:pt x="1594580" y="13315"/>
              </a:lnTo>
            </a:path>
          </a:pathLst>
        </a:custGeom>
        <a:noFill/>
        <a:ln w="28575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ru-RU" sz="500" kern="1200" dirty="0"/>
        </a:p>
      </dsp:txBody>
      <dsp:txXfrm>
        <a:off x="2241451" y="1420072"/>
        <a:ext cx="79729" cy="79729"/>
      </dsp:txXfrm>
    </dsp:sp>
    <dsp:sp modelId="{30FF08C2-E4E3-4A1E-83A4-BC4BD66715B2}">
      <dsp:nvSpPr>
        <dsp:cNvPr id="0" name=""/>
        <dsp:cNvSpPr/>
      </dsp:nvSpPr>
      <dsp:spPr>
        <a:xfrm>
          <a:off x="2543241" y="379490"/>
          <a:ext cx="1309631" cy="654815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1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100" kern="1200" dirty="0"/>
            <a:t>Реформы</a:t>
          </a:r>
        </a:p>
      </dsp:txBody>
      <dsp:txXfrm>
        <a:off x="2562420" y="398669"/>
        <a:ext cx="1271273" cy="616457"/>
      </dsp:txXfrm>
    </dsp:sp>
    <dsp:sp modelId="{A8E84029-0321-4AF8-8903-EBE401A45164}">
      <dsp:nvSpPr>
        <dsp:cNvPr id="0" name=""/>
        <dsp:cNvSpPr/>
      </dsp:nvSpPr>
      <dsp:spPr>
        <a:xfrm rot="19457599">
          <a:off x="3792236" y="505323"/>
          <a:ext cx="645126" cy="26630"/>
        </a:xfrm>
        <a:custGeom>
          <a:avLst/>
          <a:gdLst/>
          <a:ahLst/>
          <a:cxnLst/>
          <a:rect l="0" t="0" r="0" b="0"/>
          <a:pathLst>
            <a:path>
              <a:moveTo>
                <a:pt x="0" y="13315"/>
              </a:moveTo>
              <a:lnTo>
                <a:pt x="645126" y="13315"/>
              </a:lnTo>
            </a:path>
          </a:pathLst>
        </a:custGeom>
        <a:noFill/>
        <a:ln w="28575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ru-RU" sz="500" kern="1200" dirty="0"/>
        </a:p>
      </dsp:txBody>
      <dsp:txXfrm>
        <a:off x="4098671" y="502510"/>
        <a:ext cx="32256" cy="32256"/>
      </dsp:txXfrm>
    </dsp:sp>
    <dsp:sp modelId="{755E4BBC-8811-43C4-B0B0-B4DBEBBCCCC6}">
      <dsp:nvSpPr>
        <dsp:cNvPr id="0" name=""/>
        <dsp:cNvSpPr/>
      </dsp:nvSpPr>
      <dsp:spPr>
        <a:xfrm>
          <a:off x="4376726" y="2971"/>
          <a:ext cx="1309631" cy="654815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1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100" kern="1200" dirty="0"/>
            <a:t>Успех</a:t>
          </a:r>
        </a:p>
      </dsp:txBody>
      <dsp:txXfrm>
        <a:off x="4395905" y="22150"/>
        <a:ext cx="1271273" cy="616457"/>
      </dsp:txXfrm>
    </dsp:sp>
    <dsp:sp modelId="{0ACBF47F-4832-4342-909B-063BD0CB139E}">
      <dsp:nvSpPr>
        <dsp:cNvPr id="0" name=""/>
        <dsp:cNvSpPr/>
      </dsp:nvSpPr>
      <dsp:spPr>
        <a:xfrm>
          <a:off x="5686358" y="317064"/>
          <a:ext cx="523852" cy="26630"/>
        </a:xfrm>
        <a:custGeom>
          <a:avLst/>
          <a:gdLst/>
          <a:ahLst/>
          <a:cxnLst/>
          <a:rect l="0" t="0" r="0" b="0"/>
          <a:pathLst>
            <a:path>
              <a:moveTo>
                <a:pt x="0" y="13315"/>
              </a:moveTo>
              <a:lnTo>
                <a:pt x="523852" y="13315"/>
              </a:lnTo>
            </a:path>
          </a:pathLst>
        </a:custGeom>
        <a:noFill/>
        <a:ln w="28575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ru-RU" sz="500" kern="1200" dirty="0"/>
        </a:p>
      </dsp:txBody>
      <dsp:txXfrm>
        <a:off x="5935188" y="317283"/>
        <a:ext cx="26192" cy="26192"/>
      </dsp:txXfrm>
    </dsp:sp>
    <dsp:sp modelId="{77FD4E8C-6496-4180-A182-8CAC59E49C8E}">
      <dsp:nvSpPr>
        <dsp:cNvPr id="0" name=""/>
        <dsp:cNvSpPr/>
      </dsp:nvSpPr>
      <dsp:spPr>
        <a:xfrm>
          <a:off x="6210210" y="2971"/>
          <a:ext cx="1309631" cy="654815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1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100" kern="1200" dirty="0"/>
            <a:t>Новое качество общественных институтов</a:t>
          </a:r>
        </a:p>
      </dsp:txBody>
      <dsp:txXfrm>
        <a:off x="6229389" y="22150"/>
        <a:ext cx="1271273" cy="616457"/>
      </dsp:txXfrm>
    </dsp:sp>
    <dsp:sp modelId="{BCA93AB5-01A5-4A69-8D99-08A8EC2E9E24}">
      <dsp:nvSpPr>
        <dsp:cNvPr id="0" name=""/>
        <dsp:cNvSpPr/>
      </dsp:nvSpPr>
      <dsp:spPr>
        <a:xfrm rot="2142401">
          <a:off x="3792236" y="881842"/>
          <a:ext cx="645126" cy="26630"/>
        </a:xfrm>
        <a:custGeom>
          <a:avLst/>
          <a:gdLst/>
          <a:ahLst/>
          <a:cxnLst/>
          <a:rect l="0" t="0" r="0" b="0"/>
          <a:pathLst>
            <a:path>
              <a:moveTo>
                <a:pt x="0" y="13315"/>
              </a:moveTo>
              <a:lnTo>
                <a:pt x="645126" y="13315"/>
              </a:lnTo>
            </a:path>
          </a:pathLst>
        </a:custGeom>
        <a:noFill/>
        <a:ln w="28575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ru-RU" sz="500" kern="1200" dirty="0"/>
        </a:p>
      </dsp:txBody>
      <dsp:txXfrm>
        <a:off x="4098671" y="879029"/>
        <a:ext cx="32256" cy="32256"/>
      </dsp:txXfrm>
    </dsp:sp>
    <dsp:sp modelId="{57C5EC12-1BCA-4719-9B22-4CE9DF260FEF}">
      <dsp:nvSpPr>
        <dsp:cNvPr id="0" name=""/>
        <dsp:cNvSpPr/>
      </dsp:nvSpPr>
      <dsp:spPr>
        <a:xfrm>
          <a:off x="4376726" y="756009"/>
          <a:ext cx="1309631" cy="654815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1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100" kern="1200" dirty="0"/>
            <a:t>Неудача</a:t>
          </a:r>
        </a:p>
      </dsp:txBody>
      <dsp:txXfrm>
        <a:off x="4395905" y="775188"/>
        <a:ext cx="1271273" cy="616457"/>
      </dsp:txXfrm>
    </dsp:sp>
    <dsp:sp modelId="{CFDA684F-26AF-4AE1-8263-998E1F8C7060}">
      <dsp:nvSpPr>
        <dsp:cNvPr id="0" name=""/>
        <dsp:cNvSpPr/>
      </dsp:nvSpPr>
      <dsp:spPr>
        <a:xfrm>
          <a:off x="5686358" y="1070102"/>
          <a:ext cx="523852" cy="26630"/>
        </a:xfrm>
        <a:custGeom>
          <a:avLst/>
          <a:gdLst/>
          <a:ahLst/>
          <a:cxnLst/>
          <a:rect l="0" t="0" r="0" b="0"/>
          <a:pathLst>
            <a:path>
              <a:moveTo>
                <a:pt x="0" y="13315"/>
              </a:moveTo>
              <a:lnTo>
                <a:pt x="523852" y="13315"/>
              </a:lnTo>
            </a:path>
          </a:pathLst>
        </a:custGeom>
        <a:noFill/>
        <a:ln w="28575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ru-RU" sz="500" kern="1200" dirty="0"/>
        </a:p>
      </dsp:txBody>
      <dsp:txXfrm>
        <a:off x="5935188" y="1070321"/>
        <a:ext cx="26192" cy="26192"/>
      </dsp:txXfrm>
    </dsp:sp>
    <dsp:sp modelId="{C8CC6705-0DD9-4ABB-8ED1-81CC23C2FF73}">
      <dsp:nvSpPr>
        <dsp:cNvPr id="0" name=""/>
        <dsp:cNvSpPr/>
      </dsp:nvSpPr>
      <dsp:spPr>
        <a:xfrm>
          <a:off x="6210210" y="756009"/>
          <a:ext cx="1309631" cy="654815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1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100" kern="1200" dirty="0"/>
            <a:t>Гражданская война</a:t>
          </a:r>
        </a:p>
      </dsp:txBody>
      <dsp:txXfrm>
        <a:off x="6229389" y="775188"/>
        <a:ext cx="1271273" cy="616457"/>
      </dsp:txXfrm>
    </dsp:sp>
    <dsp:sp modelId="{5BA9D040-F0D2-4ED8-92E6-14A6DFF929AB}">
      <dsp:nvSpPr>
        <dsp:cNvPr id="0" name=""/>
        <dsp:cNvSpPr/>
      </dsp:nvSpPr>
      <dsp:spPr>
        <a:xfrm>
          <a:off x="2019389" y="2199659"/>
          <a:ext cx="523852" cy="26630"/>
        </a:xfrm>
        <a:custGeom>
          <a:avLst/>
          <a:gdLst/>
          <a:ahLst/>
          <a:cxnLst/>
          <a:rect l="0" t="0" r="0" b="0"/>
          <a:pathLst>
            <a:path>
              <a:moveTo>
                <a:pt x="0" y="13315"/>
              </a:moveTo>
              <a:lnTo>
                <a:pt x="523852" y="13315"/>
              </a:lnTo>
            </a:path>
          </a:pathLst>
        </a:custGeom>
        <a:noFill/>
        <a:ln w="28575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ru-RU" sz="500" kern="1200" dirty="0"/>
        </a:p>
      </dsp:txBody>
      <dsp:txXfrm>
        <a:off x="2268219" y="2199878"/>
        <a:ext cx="26192" cy="26192"/>
      </dsp:txXfrm>
    </dsp:sp>
    <dsp:sp modelId="{08F62CFE-2859-41AE-823E-8FD9DE80577A}">
      <dsp:nvSpPr>
        <dsp:cNvPr id="0" name=""/>
        <dsp:cNvSpPr/>
      </dsp:nvSpPr>
      <dsp:spPr>
        <a:xfrm>
          <a:off x="2543241" y="1885567"/>
          <a:ext cx="1309631" cy="654815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1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100" kern="1200" dirty="0"/>
            <a:t>Гражданская война</a:t>
          </a:r>
        </a:p>
      </dsp:txBody>
      <dsp:txXfrm>
        <a:off x="2562420" y="1904746"/>
        <a:ext cx="1271273" cy="616457"/>
      </dsp:txXfrm>
    </dsp:sp>
    <dsp:sp modelId="{2C33E622-CB67-457B-81B2-16ED703BF907}">
      <dsp:nvSpPr>
        <dsp:cNvPr id="0" name=""/>
        <dsp:cNvSpPr/>
      </dsp:nvSpPr>
      <dsp:spPr>
        <a:xfrm rot="19457599">
          <a:off x="3792236" y="2011400"/>
          <a:ext cx="645126" cy="26630"/>
        </a:xfrm>
        <a:custGeom>
          <a:avLst/>
          <a:gdLst/>
          <a:ahLst/>
          <a:cxnLst/>
          <a:rect l="0" t="0" r="0" b="0"/>
          <a:pathLst>
            <a:path>
              <a:moveTo>
                <a:pt x="0" y="13315"/>
              </a:moveTo>
              <a:lnTo>
                <a:pt x="645126" y="13315"/>
              </a:lnTo>
            </a:path>
          </a:pathLst>
        </a:custGeom>
        <a:noFill/>
        <a:ln w="28575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ru-RU" sz="500" kern="1200" dirty="0"/>
        </a:p>
      </dsp:txBody>
      <dsp:txXfrm>
        <a:off x="4098671" y="2008587"/>
        <a:ext cx="32256" cy="32256"/>
      </dsp:txXfrm>
    </dsp:sp>
    <dsp:sp modelId="{A224F2EA-18C3-4783-B0A2-B27349756864}">
      <dsp:nvSpPr>
        <dsp:cNvPr id="0" name=""/>
        <dsp:cNvSpPr/>
      </dsp:nvSpPr>
      <dsp:spPr>
        <a:xfrm>
          <a:off x="4376726" y="1509047"/>
          <a:ext cx="1309631" cy="654815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1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100" kern="1200" dirty="0"/>
            <a:t>Переход к реформам</a:t>
          </a:r>
        </a:p>
      </dsp:txBody>
      <dsp:txXfrm>
        <a:off x="4395905" y="1528226"/>
        <a:ext cx="1271273" cy="616457"/>
      </dsp:txXfrm>
    </dsp:sp>
    <dsp:sp modelId="{3DFD4B6E-B2FB-4DA1-A125-05D6E311FF95}">
      <dsp:nvSpPr>
        <dsp:cNvPr id="0" name=""/>
        <dsp:cNvSpPr/>
      </dsp:nvSpPr>
      <dsp:spPr>
        <a:xfrm rot="2142401">
          <a:off x="3792236" y="2387919"/>
          <a:ext cx="645126" cy="26630"/>
        </a:xfrm>
        <a:custGeom>
          <a:avLst/>
          <a:gdLst/>
          <a:ahLst/>
          <a:cxnLst/>
          <a:rect l="0" t="0" r="0" b="0"/>
          <a:pathLst>
            <a:path>
              <a:moveTo>
                <a:pt x="0" y="13315"/>
              </a:moveTo>
              <a:lnTo>
                <a:pt x="645126" y="13315"/>
              </a:lnTo>
            </a:path>
          </a:pathLst>
        </a:custGeom>
        <a:noFill/>
        <a:ln w="28575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ru-RU" sz="500" kern="1200" dirty="0"/>
        </a:p>
      </dsp:txBody>
      <dsp:txXfrm>
        <a:off x="4098671" y="2385106"/>
        <a:ext cx="32256" cy="32256"/>
      </dsp:txXfrm>
    </dsp:sp>
    <dsp:sp modelId="{E8A88CD4-0B35-4CA5-9196-E919E08B1BDC}">
      <dsp:nvSpPr>
        <dsp:cNvPr id="0" name=""/>
        <dsp:cNvSpPr/>
      </dsp:nvSpPr>
      <dsp:spPr>
        <a:xfrm>
          <a:off x="4376726" y="2262086"/>
          <a:ext cx="1309631" cy="654815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1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100" kern="1200" dirty="0"/>
            <a:t>Распад государственности</a:t>
          </a:r>
        </a:p>
      </dsp:txBody>
      <dsp:txXfrm>
        <a:off x="4395905" y="2281265"/>
        <a:ext cx="1271273" cy="616457"/>
      </dsp:txXfrm>
    </dsp:sp>
    <dsp:sp modelId="{C2EBE32D-38EB-4AFD-9E0C-725233B6E866}">
      <dsp:nvSpPr>
        <dsp:cNvPr id="0" name=""/>
        <dsp:cNvSpPr/>
      </dsp:nvSpPr>
      <dsp:spPr>
        <a:xfrm rot="19457599">
          <a:off x="5625721" y="2387919"/>
          <a:ext cx="645126" cy="26630"/>
        </a:xfrm>
        <a:custGeom>
          <a:avLst/>
          <a:gdLst/>
          <a:ahLst/>
          <a:cxnLst/>
          <a:rect l="0" t="0" r="0" b="0"/>
          <a:pathLst>
            <a:path>
              <a:moveTo>
                <a:pt x="0" y="13315"/>
              </a:moveTo>
              <a:lnTo>
                <a:pt x="645126" y="13315"/>
              </a:lnTo>
            </a:path>
          </a:pathLst>
        </a:custGeom>
        <a:noFill/>
        <a:ln w="28575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ru-RU" sz="500" kern="1200" dirty="0"/>
        </a:p>
      </dsp:txBody>
      <dsp:txXfrm>
        <a:off x="5932156" y="2385106"/>
        <a:ext cx="32256" cy="32256"/>
      </dsp:txXfrm>
    </dsp:sp>
    <dsp:sp modelId="{95A1F94E-77CB-42B3-84AA-98B9CF9233B3}">
      <dsp:nvSpPr>
        <dsp:cNvPr id="0" name=""/>
        <dsp:cNvSpPr/>
      </dsp:nvSpPr>
      <dsp:spPr>
        <a:xfrm>
          <a:off x="6210210" y="1885567"/>
          <a:ext cx="1309631" cy="654815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1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100" kern="1200" dirty="0"/>
            <a:t>Возрождение государственности</a:t>
          </a:r>
        </a:p>
      </dsp:txBody>
      <dsp:txXfrm>
        <a:off x="6229389" y="1904746"/>
        <a:ext cx="1271273" cy="616457"/>
      </dsp:txXfrm>
    </dsp:sp>
    <dsp:sp modelId="{C62A8D03-BB4C-4F98-B2EE-C6D150827C6E}">
      <dsp:nvSpPr>
        <dsp:cNvPr id="0" name=""/>
        <dsp:cNvSpPr/>
      </dsp:nvSpPr>
      <dsp:spPr>
        <a:xfrm rot="2142401">
          <a:off x="5625721" y="2764438"/>
          <a:ext cx="645126" cy="26630"/>
        </a:xfrm>
        <a:custGeom>
          <a:avLst/>
          <a:gdLst/>
          <a:ahLst/>
          <a:cxnLst/>
          <a:rect l="0" t="0" r="0" b="0"/>
          <a:pathLst>
            <a:path>
              <a:moveTo>
                <a:pt x="0" y="13315"/>
              </a:moveTo>
              <a:lnTo>
                <a:pt x="645126" y="13315"/>
              </a:lnTo>
            </a:path>
          </a:pathLst>
        </a:custGeom>
        <a:noFill/>
        <a:ln w="28575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ru-RU" sz="500" kern="1200" dirty="0"/>
        </a:p>
      </dsp:txBody>
      <dsp:txXfrm>
        <a:off x="5932156" y="2761625"/>
        <a:ext cx="32256" cy="32256"/>
      </dsp:txXfrm>
    </dsp:sp>
    <dsp:sp modelId="{53BD2A7D-B74A-408E-AD5B-D33362ADFB38}">
      <dsp:nvSpPr>
        <dsp:cNvPr id="0" name=""/>
        <dsp:cNvSpPr/>
      </dsp:nvSpPr>
      <dsp:spPr>
        <a:xfrm>
          <a:off x="6210210" y="2638605"/>
          <a:ext cx="1309631" cy="654815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1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100" kern="1200" dirty="0"/>
            <a:t>Деградация</a:t>
          </a:r>
        </a:p>
      </dsp:txBody>
      <dsp:txXfrm>
        <a:off x="6229389" y="2657784"/>
        <a:ext cx="1271273" cy="616457"/>
      </dsp:txXfrm>
    </dsp:sp>
    <dsp:sp modelId="{B812D93D-ED59-4864-9708-ACE1290ECD0C}">
      <dsp:nvSpPr>
        <dsp:cNvPr id="0" name=""/>
        <dsp:cNvSpPr/>
      </dsp:nvSpPr>
      <dsp:spPr>
        <a:xfrm rot="4249260">
          <a:off x="1484025" y="2952697"/>
          <a:ext cx="1594580" cy="26630"/>
        </a:xfrm>
        <a:custGeom>
          <a:avLst/>
          <a:gdLst/>
          <a:ahLst/>
          <a:cxnLst/>
          <a:rect l="0" t="0" r="0" b="0"/>
          <a:pathLst>
            <a:path>
              <a:moveTo>
                <a:pt x="0" y="13315"/>
              </a:moveTo>
              <a:lnTo>
                <a:pt x="1594580" y="13315"/>
              </a:lnTo>
            </a:path>
          </a:pathLst>
        </a:custGeom>
        <a:noFill/>
        <a:ln w="28575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ru-RU" sz="500" kern="1200" dirty="0"/>
        </a:p>
      </dsp:txBody>
      <dsp:txXfrm>
        <a:off x="2241451" y="2926148"/>
        <a:ext cx="79729" cy="79729"/>
      </dsp:txXfrm>
    </dsp:sp>
    <dsp:sp modelId="{4A2292A4-AFF5-4CB2-9F4D-830F227245CA}">
      <dsp:nvSpPr>
        <dsp:cNvPr id="0" name=""/>
        <dsp:cNvSpPr/>
      </dsp:nvSpPr>
      <dsp:spPr>
        <a:xfrm>
          <a:off x="2543241" y="3391643"/>
          <a:ext cx="1309631" cy="654815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1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100" kern="1200" dirty="0"/>
            <a:t>Деградация</a:t>
          </a:r>
        </a:p>
      </dsp:txBody>
      <dsp:txXfrm>
        <a:off x="2562420" y="3410822"/>
        <a:ext cx="1271273" cy="616457"/>
      </dsp:txXfrm>
    </dsp:sp>
    <dsp:sp modelId="{59D60EBC-E243-4F47-A953-485481FC58F1}">
      <dsp:nvSpPr>
        <dsp:cNvPr id="0" name=""/>
        <dsp:cNvSpPr/>
      </dsp:nvSpPr>
      <dsp:spPr>
        <a:xfrm rot="19457599">
          <a:off x="3792236" y="3517476"/>
          <a:ext cx="645126" cy="26630"/>
        </a:xfrm>
        <a:custGeom>
          <a:avLst/>
          <a:gdLst/>
          <a:ahLst/>
          <a:cxnLst/>
          <a:rect l="0" t="0" r="0" b="0"/>
          <a:pathLst>
            <a:path>
              <a:moveTo>
                <a:pt x="0" y="13315"/>
              </a:moveTo>
              <a:lnTo>
                <a:pt x="645126" y="13315"/>
              </a:lnTo>
            </a:path>
          </a:pathLst>
        </a:custGeom>
        <a:noFill/>
        <a:ln w="28575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ru-RU" sz="500" kern="1200" dirty="0"/>
        </a:p>
      </dsp:txBody>
      <dsp:txXfrm>
        <a:off x="4098671" y="3514663"/>
        <a:ext cx="32256" cy="32256"/>
      </dsp:txXfrm>
    </dsp:sp>
    <dsp:sp modelId="{F38FA514-634E-40BC-B7AF-AEB444D56F27}">
      <dsp:nvSpPr>
        <dsp:cNvPr id="0" name=""/>
        <dsp:cNvSpPr/>
      </dsp:nvSpPr>
      <dsp:spPr>
        <a:xfrm>
          <a:off x="4376726" y="3015124"/>
          <a:ext cx="1309631" cy="654815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1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100" kern="1200" dirty="0"/>
            <a:t>Длительная</a:t>
          </a:r>
        </a:p>
      </dsp:txBody>
      <dsp:txXfrm>
        <a:off x="4395905" y="3034303"/>
        <a:ext cx="1271273" cy="616457"/>
      </dsp:txXfrm>
    </dsp:sp>
    <dsp:sp modelId="{1EE2FFD2-0B76-4E78-B89C-C669BF43ABEF}">
      <dsp:nvSpPr>
        <dsp:cNvPr id="0" name=""/>
        <dsp:cNvSpPr/>
      </dsp:nvSpPr>
      <dsp:spPr>
        <a:xfrm rot="2142401">
          <a:off x="3792236" y="3893995"/>
          <a:ext cx="645126" cy="26630"/>
        </a:xfrm>
        <a:custGeom>
          <a:avLst/>
          <a:gdLst/>
          <a:ahLst/>
          <a:cxnLst/>
          <a:rect l="0" t="0" r="0" b="0"/>
          <a:pathLst>
            <a:path>
              <a:moveTo>
                <a:pt x="0" y="13315"/>
              </a:moveTo>
              <a:lnTo>
                <a:pt x="645126" y="13315"/>
              </a:lnTo>
            </a:path>
          </a:pathLst>
        </a:custGeom>
        <a:noFill/>
        <a:ln w="28575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ru-RU" sz="500" kern="1200" dirty="0"/>
        </a:p>
      </dsp:txBody>
      <dsp:txXfrm>
        <a:off x="4098671" y="3891182"/>
        <a:ext cx="32256" cy="32256"/>
      </dsp:txXfrm>
    </dsp:sp>
    <dsp:sp modelId="{2EB4564B-3112-4F75-92BF-53FBA1543C5D}">
      <dsp:nvSpPr>
        <dsp:cNvPr id="0" name=""/>
        <dsp:cNvSpPr/>
      </dsp:nvSpPr>
      <dsp:spPr>
        <a:xfrm>
          <a:off x="4376726" y="3768162"/>
          <a:ext cx="1309631" cy="654815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1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100" kern="1200" dirty="0"/>
            <a:t>Стремительная</a:t>
          </a:r>
        </a:p>
      </dsp:txBody>
      <dsp:txXfrm>
        <a:off x="4395905" y="3787341"/>
        <a:ext cx="1271273" cy="616457"/>
      </dsp:txXfrm>
    </dsp:sp>
    <dsp:sp modelId="{FC3FD1AC-C4C3-4EB8-93D8-4F0824A15D93}">
      <dsp:nvSpPr>
        <dsp:cNvPr id="0" name=""/>
        <dsp:cNvSpPr/>
      </dsp:nvSpPr>
      <dsp:spPr>
        <a:xfrm>
          <a:off x="5686358" y="4082255"/>
          <a:ext cx="523852" cy="26630"/>
        </a:xfrm>
        <a:custGeom>
          <a:avLst/>
          <a:gdLst/>
          <a:ahLst/>
          <a:cxnLst/>
          <a:rect l="0" t="0" r="0" b="0"/>
          <a:pathLst>
            <a:path>
              <a:moveTo>
                <a:pt x="0" y="13315"/>
              </a:moveTo>
              <a:lnTo>
                <a:pt x="523852" y="13315"/>
              </a:lnTo>
            </a:path>
          </a:pathLst>
        </a:custGeom>
        <a:noFill/>
        <a:ln w="28575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ru-RU" sz="500" kern="1200" dirty="0"/>
        </a:p>
      </dsp:txBody>
      <dsp:txXfrm>
        <a:off x="5935188" y="4082474"/>
        <a:ext cx="26192" cy="26192"/>
      </dsp:txXfrm>
    </dsp:sp>
    <dsp:sp modelId="{24D76AA5-0C88-4D93-872D-940B8808CFFE}">
      <dsp:nvSpPr>
        <dsp:cNvPr id="0" name=""/>
        <dsp:cNvSpPr/>
      </dsp:nvSpPr>
      <dsp:spPr>
        <a:xfrm>
          <a:off x="6210210" y="3768162"/>
          <a:ext cx="1309631" cy="654815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1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100" kern="1200" dirty="0"/>
            <a:t>Распад государственности</a:t>
          </a:r>
        </a:p>
      </dsp:txBody>
      <dsp:txXfrm>
        <a:off x="6229389" y="3787341"/>
        <a:ext cx="1271273" cy="61645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chevron2">
  <dgm:title val=""/>
  <dgm:desc val=""/>
  <dgm:catLst>
    <dgm:cat type="process" pri="12000"/>
    <dgm:cat type="list" pri="16000"/>
    <dgm:cat type="convert" pri="1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</dgm:ptLst>
      <dgm:cxnLst>
        <dgm:cxn modelId="4" srcId="0" destId="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linearFlow">
    <dgm:varLst>
      <dgm:dir/>
      <dgm:animLvl val="lvl"/>
      <dgm:resizeHandles val="exact"/>
    </dgm:varLst>
    <dgm:alg type="lin">
      <dgm:param type="linDir" val="fromT"/>
      <dgm:param type="nodeHorzAlign" val="l"/>
    </dgm:alg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h" for="des" forName="parentText" op="equ"/>
      <dgm:constr type="h" for="ch" forName="sp" val="-14.88"/>
      <dgm:constr type="h" for="ch" forName="sp" refType="w" refFor="des" refForName="parentText" op="gte" fact="-0.3"/>
      <dgm:constr type="primFontSz" for="des" forName="parentText" op="equ" val="65"/>
      <dgm:constr type="primFontSz" for="des" forName="descendantText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t" for="ch" forName="parentText"/>
              <dgm:constr type="l" for="ch" forName="parentText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 refType="w" refFor="ch" refForName="pare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if>
          <dgm:else name="Name3">
            <dgm:constrLst>
              <dgm:constr type="t" for="ch" forName="parentText"/>
              <dgm:constr type="r" for="ch" forName="parentText" refType="w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else>
        </dgm:choose>
        <dgm:ruleLst/>
        <dgm:layoutNode name="parentText" styleLbl="alignNode1">
          <dgm:varLst>
            <dgm:chMax val="1"/>
            <dgm:bulletEnabled val="1"/>
          </dgm:varLst>
          <dgm:alg type="tx"/>
          <dgm:shape xmlns:r="http://schemas.openxmlformats.org/officeDocument/2006/relationships" rot="90" type="chevron" r:blip="">
            <dgm:adjLst/>
          </dgm:shape>
          <dgm:presOf axis="self" ptType="node"/>
          <dgm:constrLst>
            <dgm:constr type="lMarg" refType="primFontSz" fact="0.05"/>
            <dgm:constr type="rMarg" refType="primFontSz" fact="0.05"/>
            <dgm:constr type="tMarg" refType="primFontSz" fact="0.05"/>
            <dgm:constr type="bMarg" refType="primFontSz" fact="0.05"/>
          </dgm:constrLst>
          <dgm:ruleLst>
            <dgm:rule type="h" val="100" fact="NaN" max="NaN"/>
            <dgm:rule type="primFontSz" val="24" fact="NaN" max="NaN"/>
            <dgm:rule type="h" val="110" fact="NaN" max="NaN"/>
            <dgm:rule type="primFontSz" val="18" fact="NaN" max="NaN"/>
            <dgm:rule type="h" val="INF" fact="NaN" max="NaN"/>
            <dgm:rule type="primFontSz" val="5" fact="NaN" max="NaN"/>
          </dgm:ruleLst>
        </dgm:layoutNode>
        <dgm:layoutNode name="descendantText" styleLbl="alignAcc1">
          <dgm:varLst>
            <dgm:bulletEnabled val="1"/>
          </dgm:varLst>
          <dgm:choose name="Name4">
            <dgm:if name="Name5" func="var" arg="dir" op="equ" val="norm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90" type="round2SameRect" r:blip="">
                <dgm:adjLst/>
              </dgm:shape>
            </dgm:if>
            <dgm:else name="Name6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-90" type="round2SameRect" r:blip="">
                <dgm:adjLst/>
              </dgm:shape>
            </dgm:else>
          </dgm:choose>
          <dgm:presOf axis="des" ptType="node"/>
          <dgm:choose name="Name7">
            <dgm:if name="Name8" func="var" arg="dir" op="equ" val="norm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rMarg" refType="primFontSz" fact="0.05"/>
              </dgm:constrLst>
            </dgm:if>
            <dgm:else name="Name9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lMarg" refType="primFontSz" fact="0.05"/>
              </dgm:constrLst>
            </dgm:else>
          </dgm:choose>
          <dgm:ruleLst>
            <dgm:rule type="primFontSz" val="5" fact="NaN" max="NaN"/>
          </dgm:ruleLst>
        </dgm:layoutNode>
      </dgm:layoutNode>
      <dgm:forEach name="Name10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>
            <dgm:constr type="w" val="1"/>
            <dgm:constr type="h" val="37.5"/>
          </dgm:constrLst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hierarchy5">
  <dgm:title val=""/>
  <dgm:desc val=""/>
  <dgm:catLst>
    <dgm:cat type="hierarchy" pri="6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4">
          <dgm:prSet phldr="1"/>
        </dgm:pt>
        <dgm:pt modelId="5">
          <dgm:prSet phldr="1"/>
        </dgm:pt>
        <dgm:pt modelId="6">
          <dgm:prSet phldr="1"/>
        </dgm:pt>
      </dgm:ptLst>
      <dgm:cxnLst>
        <dgm:cxn modelId="7" srcId="0" destId="1" srcOrd="0" destOrd="0"/>
        <dgm:cxn modelId="8" srcId="1" destId="2" srcOrd="0" destOrd="0"/>
        <dgm:cxn modelId="9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10" srcId="0" destId="4" srcOrd="1" destOrd="0"/>
        <dgm:cxn modelId="11" srcId="0" destId="5" srcOrd="2" destOrd="0"/>
        <dgm:cxn modelId="12" srcId="0" destId="6" srcOrd="3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2"/>
        <dgm:pt modelId="3"/>
      </dgm:ptLst>
      <dgm:cxnLst>
        <dgm:cxn modelId="4" srcId="0" destId="1" srcOrd="0" destOrd="0"/>
        <dgm:cxn modelId="13" srcId="1" destId="11" srcOrd="0" destOrd="0"/>
        <dgm:cxn modelId="14" srcId="1" destId="12" srcOrd="1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  <dgm:pt modelId="4"/>
        <dgm:pt modelId="5"/>
        <dgm:pt modelId="6"/>
        <dgm:pt modelId="7"/>
      </dgm:ptLst>
      <dgm:cxnLst>
        <dgm:cxn modelId="8" srcId="0" destId="1" srcOrd="0" destOrd="0"/>
        <dgm:cxn modelId="9" srcId="1" destId="2" srcOrd="0" destOrd="0"/>
        <dgm:cxn modelId="10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  <dgm:cxn modelId="11" srcId="0" destId="4" srcOrd="1" destOrd="0"/>
        <dgm:cxn modelId="12" srcId="0" destId="5" srcOrd="2" destOrd="0"/>
        <dgm:cxn modelId="13" srcId="0" destId="6" srcOrd="3" destOrd="0"/>
        <dgm:cxn modelId="14" srcId="0" destId="7" srcOrd="4" destOrd="0"/>
      </dgm:cxnLst>
      <dgm:bg/>
      <dgm:whole/>
    </dgm:dataModel>
  </dgm:clrData>
  <dgm:layoutNode name="mainComposite">
    <dgm:varLst>
      <dgm:chPref val="1"/>
      <dgm:dir/>
      <dgm:animOne val="branch"/>
      <dgm:animLvl val="lvl"/>
      <dgm:resizeHandles val="exact"/>
    </dgm:varLst>
    <dgm:alg type="composite"/>
    <dgm:presOf/>
    <dgm:shape xmlns:r="http://schemas.openxmlformats.org/officeDocument/2006/relationships" r:blip="">
      <dgm:adjLst/>
    </dgm:shape>
    <dgm:choose name="Name0">
      <dgm:if name="Name1" axis="ch" ptType="node" func="cnt" op="gte" val="2">
        <dgm:choose name="Name2">
          <dgm:if name="Name3" func="var" arg="dir" op="equ" val="norm">
            <dgm:constrLst>
              <dgm:constr type="l" for="ch" forName="hierFlow"/>
              <dgm:constr type="t" for="ch" forName="hierFlow" refType="h" fact="0.3"/>
              <dgm:constr type="r" for="ch" forName="hierFlow" refType="w" fact="0.98"/>
              <dgm:constr type="b" for="ch" forName="hierFlow" refType="h" fact="0.96"/>
              <dgm:constr type="l" for="ch" forName="bgShapesFlow"/>
              <dgm:constr type="t" for="ch" forName="bgShapesFlow"/>
              <dgm:constr type="r" for="ch" forName="bgShapesFlow" refType="w"/>
              <dgm:constr type="b" for="ch" forName="bgShapesFlow" refType="h"/>
              <dgm:constr type="h" for="des" forName="level1Shape" refType="h"/>
              <dgm:constr type="w" for="des" forName="level1Shape" refType="h" refFor="des" refForName="level1Shape" fact="2"/>
              <dgm:constr type="w" for="des" forName="level2Shape" refType="w" refFor="des" refForName="level1Shape" op="equ"/>
              <dgm:constr type="h" for="des" forName="level2Shape" refType="h" refFor="des" refForName="level1Shape" op="equ"/>
              <dgm:constr type="sp" for="des" refType="w" refFor="des" refForName="level1Shape" op="equ" fact="0.4"/>
              <dgm:constr type="sibSp" for="des" forName="hierChild1" refType="h" refFor="des" refForName="level1Shape" op="equ" fact="0.15"/>
              <dgm:constr type="sibSp" for="des" forName="hierChild2" refType="sibSp" refFor="des" refForName="hierChild1" op="equ"/>
              <dgm:constr type="sibSp" for="des" forName="hierChild3" refType="sibSp" refFor="des" refForName="hierChild1" op="equ"/>
              <dgm:constr type="userA" for="des" refType="w" refFor="des" refForName="level1Shape" op="equ"/>
              <dgm:constr type="userB" for="des" refType="sp" refFor="des" op="equ"/>
              <dgm:constr type="w" for="des" forName="firstBuf" refType="w" refFor="des" refForName="level1Shape" fact="0.1"/>
            </dgm:constrLst>
          </dgm:if>
          <dgm:else name="Name4">
            <dgm:constrLst>
              <dgm:constr type="l" for="ch" forName="hierFlow" refType="w" fact="0.02"/>
              <dgm:constr type="t" for="ch" forName="hierFlow" refType="h" fact="0.3"/>
              <dgm:constr type="r" for="ch" forName="hierFlow" refType="w"/>
              <dgm:constr type="b" for="ch" forName="hierFlow" refType="h" fact="0.96"/>
              <dgm:constr type="l" for="ch" forName="bgShapesFlow"/>
              <dgm:constr type="t" for="ch" forName="bgShapesFlow"/>
              <dgm:constr type="r" for="ch" forName="bgShapesFlow" refType="w"/>
              <dgm:constr type="b" for="ch" forName="bgShapesFlow" refType="h"/>
              <dgm:constr type="h" for="des" forName="level1Shape" refType="h"/>
              <dgm:constr type="w" for="des" forName="level1Shape" refType="h" refFor="des" refForName="level1Shape" fact="2"/>
              <dgm:constr type="w" for="des" forName="level2Shape" refType="w" refFor="des" refForName="level1Shape" op="equ"/>
              <dgm:constr type="h" for="des" forName="level2Shape" refType="h" refFor="des" refForName="level1Shape" op="equ"/>
              <dgm:constr type="sp" for="des" refType="w" refFor="des" refForName="level1Shape" op="equ" fact="0.4"/>
              <dgm:constr type="sibSp" for="des" forName="hierChild1" refType="h" refFor="des" refForName="level1Shape" op="equ" fact="0.15"/>
              <dgm:constr type="sibSp" for="des" forName="hierChild2" refType="sibSp" refFor="des" refForName="hierChild1" op="equ"/>
              <dgm:constr type="sibSp" for="des" forName="hierChild3" refType="sibSp" refFor="des" refForName="hierChild1" op="equ"/>
              <dgm:constr type="userA" for="des" refType="w" refFor="des" refForName="level1Shape" op="equ"/>
              <dgm:constr type="userB" for="des" refType="sp" refFor="des" op="equ"/>
              <dgm:constr type="w" for="des" forName="firstBuf" refType="w" refFor="des" refForName="level1Shape" fact="0.1"/>
            </dgm:constrLst>
          </dgm:else>
        </dgm:choose>
      </dgm:if>
      <dgm:else name="Name5">
        <dgm:constrLst>
          <dgm:constr type="l" for="ch" forName="hierFlow"/>
          <dgm:constr type="t" for="ch" forName="hierFlow"/>
          <dgm:constr type="r" for="ch" forName="hierFlow" refType="w"/>
          <dgm:constr type="b" for="ch" forName="hierFlow" refType="h"/>
          <dgm:constr type="l" for="ch" forName="bgShapesFlow"/>
          <dgm:constr type="t" for="ch" forName="bgShapesFlow"/>
          <dgm:constr type="r" for="ch" forName="bgShapesFlow" refType="w"/>
          <dgm:constr type="b" for="ch" forName="bgShapesFlow" refType="h"/>
          <dgm:constr type="h" for="des" forName="level1Shape" refType="h"/>
          <dgm:constr type="w" for="des" forName="level1Shape" refType="h" refFor="des" refForName="level1Shape" fact="2"/>
          <dgm:constr type="w" for="des" forName="level2Shape" refType="w" refFor="des" refForName="level1Shape" op="equ"/>
          <dgm:constr type="h" for="des" forName="level2Shape" refType="h" refFor="des" refForName="level1Shape" op="equ"/>
          <dgm:constr type="sp" for="des" refType="w" refFor="des" refForName="level1Shape" op="equ" fact="0.4"/>
          <dgm:constr type="sibSp" for="des" forName="hierChild1" refType="h" refFor="des" refForName="level1Shape" op="equ" fact="0.15"/>
          <dgm:constr type="sibSp" for="des" forName="hierChild2" refType="sibSp" refFor="des" refForName="hierChild1" op="equ"/>
          <dgm:constr type="sibSp" for="des" forName="hierChild3" refType="sibSp" refFor="des" refForName="hierChild1" op="equ"/>
          <dgm:constr type="userA" for="des" refType="w" refFor="des" refForName="level1Shape" op="equ"/>
          <dgm:constr type="userB" for="des" refType="sp" refFor="des" op="equ"/>
          <dgm:constr type="w" for="des" forName="firstBuf" refType="w" refFor="des" refForName="level1Shape" fact="0.1"/>
        </dgm:constrLst>
      </dgm:else>
    </dgm:choose>
    <dgm:ruleLst/>
    <dgm:layoutNode name="hierFlow">
      <dgm:choose name="Name6">
        <dgm:if name="Name7" func="var" arg="dir" op="equ" val="norm">
          <dgm:alg type="lin">
            <dgm:param type="linDir" val="fromL"/>
            <dgm:param type="nodeVertAlign" val="mid"/>
            <dgm:param type="vertAlign" val="mid"/>
            <dgm:param type="nodeHorzAlign" val="l"/>
            <dgm:param type="horzAlign" val="l"/>
            <dgm:param type="fallback" val="2D"/>
          </dgm:alg>
        </dgm:if>
        <dgm:else name="Name8">
          <dgm:alg type="lin">
            <dgm:param type="linDir" val="fromR"/>
            <dgm:param type="nodeVertAlign" val="mid"/>
            <dgm:param type="vertAlign" val="mid"/>
            <dgm:param type="nodeHorzAlign" val="r"/>
            <dgm:param type="horzAlign" val="r"/>
            <dgm:param type="fallback" val="2D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primFontSz" for="des" ptType="node" op="equ" val="65"/>
        <dgm:constr type="primFontSz" for="des" forName="connTx" op="equ" val="55"/>
        <dgm:constr type="primFontSz" for="des" forName="connTx" refType="primFontSz" refFor="des" refPtType="node" op="lte" fact="0.8"/>
      </dgm:constrLst>
      <dgm:ruleLst/>
      <dgm:choose name="Name9">
        <dgm:if name="Name10" axis="ch" ptType="node" func="cnt" op="gte" val="2">
          <dgm:layoutNode name="firstBuf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if>
        <dgm:else name="Name11"/>
      </dgm:choose>
      <dgm:layoutNode name="hierChild1">
        <dgm:varLst>
          <dgm:chPref val="1"/>
          <dgm:animOne val="branch"/>
          <dgm:animLvl val="lvl"/>
        </dgm:varLst>
        <dgm:choose name="Name12">
          <dgm:if name="Name13" func="var" arg="dir" op="equ" val="norm">
            <dgm:alg type="hierChild">
              <dgm:param type="linDir" val="fromT"/>
              <dgm:param type="chAlign" val="l"/>
            </dgm:alg>
          </dgm:if>
          <dgm:else name="Name14">
            <dgm:alg type="hierChild">
              <dgm:param type="linDir" val="fromT"/>
              <dgm:param type="ch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forEach name="Name15" axis="ch" cnt="3">
          <dgm:forEach name="Name16" axis="self" ptType="node">
            <dgm:layoutNode name="Name17">
              <dgm:choose name="Name18">
                <dgm:if name="Name19" func="var" arg="dir" op="equ" val="norm">
                  <dgm:alg type="hierRoot">
                    <dgm:param type="hierAlign" val="lCtrCh"/>
                  </dgm:alg>
                </dgm:if>
                <dgm:else name="Name20">
                  <dgm:alg type="hierRoot">
                    <dgm:param type="hierAlign" val="rCtrCh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constrLst/>
              <dgm:ruleLst/>
              <dgm:layoutNode name="level1Shape" styleLbl="node0">
                <dgm:varLst>
                  <dgm:chPref val="3"/>
                </dgm:varLst>
                <dgm:alg type="tx"/>
                <dgm:shape xmlns:r="http://schemas.openxmlformats.org/officeDocument/2006/relationships" type="roundRect" r:blip="">
                  <dgm:adjLst>
                    <dgm:adj idx="1" val="0.1"/>
                  </dgm:adjLst>
                </dgm:shape>
                <dgm:presOf axis="self"/>
                <dgm:constrLst>
                  <dgm:constr type="tMarg" refType="primFontSz" fact="0.05"/>
                  <dgm:constr type="bMarg" refType="primFontSz" fact="0.05"/>
                  <dgm:constr type="lMarg" refType="primFontSz" fact="0.05"/>
                  <dgm:constr type="rMarg" refType="primFontSz" fact="0.05"/>
                </dgm:constrLst>
                <dgm:ruleLst>
                  <dgm:rule type="primFontSz" val="5" fact="NaN" max="NaN"/>
                </dgm:ruleLst>
              </dgm:layoutNode>
              <dgm:layoutNode name="hierChild2">
                <dgm:choose name="Name21">
                  <dgm:if name="Name22" func="var" arg="dir" op="equ" val="norm">
                    <dgm:alg type="hierChild">
                      <dgm:param type="linDir" val="fromT"/>
                      <dgm:param type="chAlign" val="l"/>
                    </dgm:alg>
                  </dgm:if>
                  <dgm:else name="Name23">
                    <dgm:alg type="hierChild">
                      <dgm:param type="linDir" val="fromT"/>
                      <dgm:param type="ch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  <dgm:forEach name="repeat" axis="ch">
                  <dgm:forEach name="Name24" axis="self" ptType="parTrans" cnt="1">
                    <dgm:layoutNode name="Name25">
                      <dgm:choose name="Name26">
                        <dgm:if name="Name27" func="var" arg="dir" op="equ" val="norm">
                          <dgm:alg type="conn">
                            <dgm:param type="dim" val="1D"/>
                            <dgm:param type="begPts" val="midR"/>
                            <dgm:param type="endPts" val="midL"/>
                            <dgm:param type="endSty" val="noArr"/>
                          </dgm:alg>
                        </dgm:if>
                        <dgm:else name="Name28">
                          <dgm:alg type="conn">
                            <dgm:param type="dim" val="1D"/>
                            <dgm:param type="begPts" val="midL"/>
                            <dgm:param type="endPts" val="midR"/>
                            <dgm:param type="endSty" val="noArr"/>
                          </dgm:alg>
                        </dgm:else>
                      </dgm:choose>
                      <dgm:shape xmlns:r="http://schemas.openxmlformats.org/officeDocument/2006/relationships" type="conn" r:blip="">
                        <dgm:adjLst/>
                      </dgm:shape>
                      <dgm:presOf axis="self"/>
                      <dgm:constrLst>
                        <dgm:constr type="w" val="1"/>
                        <dgm:constr type="h" val="5"/>
                        <dgm:constr type="connDist"/>
                        <dgm:constr type="begPad"/>
                        <dgm:constr type="endPad"/>
                        <dgm:constr type="userA" for="ch" refType="connDist"/>
                      </dgm:constrLst>
                      <dgm:ruleLst/>
                      <dgm:layoutNode name="connTx">
                        <dgm:alg type="tx">
                          <dgm:param type="autoTxRot" val="grav"/>
                        </dgm:alg>
                        <dgm:shape xmlns:r="http://schemas.openxmlformats.org/officeDocument/2006/relationships" type="rect" r:blip="" hideGeom="1">
                          <dgm:adjLst/>
                        </dgm:shape>
                        <dgm:presOf axis="self"/>
                        <dgm:constrLst>
                          <dgm:constr type="userA"/>
                          <dgm:constr type="w" refType="userA" fact="0.05"/>
                          <dgm:constr type="h" refType="userA" fact="0.05"/>
                          <dgm:constr type="lMarg" val="1"/>
                          <dgm:constr type="rMarg" val="1"/>
                          <dgm:constr type="tMarg"/>
                          <dgm:constr type="bMarg"/>
                        </dgm:constrLst>
                        <dgm:ruleLst>
                          <dgm:rule type="h" val="NaN" fact="0.25" max="NaN"/>
                          <dgm:rule type="w" val="NaN" fact="0.8" max="NaN"/>
                          <dgm:rule type="primFontSz" val="5" fact="NaN" max="NaN"/>
                        </dgm:ruleLst>
                      </dgm:layoutNode>
                    </dgm:layoutNode>
                  </dgm:forEach>
                  <dgm:forEach name="Name29" axis="self" ptType="node">
                    <dgm:layoutNode name="Name30">
                      <dgm:choose name="Name31">
                        <dgm:if name="Name32" func="var" arg="dir" op="equ" val="norm">
                          <dgm:alg type="hierRoot">
                            <dgm:param type="hierAlign" val="lCtrCh"/>
                          </dgm:alg>
                        </dgm:if>
                        <dgm:else name="Name33">
                          <dgm:alg type="hierRoot">
                            <dgm:param type="hierAlign" val="rCtrCh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constrLst/>
                      <dgm:ruleLst/>
                      <dgm:layoutNode name="level2Shape">
                        <dgm:alg type="tx"/>
                        <dgm:shape xmlns:r="http://schemas.openxmlformats.org/officeDocument/2006/relationships" type="roundRect" r:blip="">
                          <dgm:adjLst>
                            <dgm:adj idx="1" val="0.1"/>
                          </dgm:adjLst>
                        </dgm:shape>
                        <dgm:presOf axis="self"/>
                        <dgm:constrLst>
                          <dgm:constr type="tMarg" refType="primFontSz" fact="0.05"/>
                          <dgm:constr type="bMarg" refType="primFontSz" fact="0.05"/>
                          <dgm:constr type="lMarg" refType="primFontSz" fact="0.05"/>
                          <dgm:constr type="rMarg" refType="primFontSz" fact="0.05"/>
                        </dgm:constrLst>
                        <dgm:ruleLst>
                          <dgm:rule type="primFontSz" val="5" fact="NaN" max="NaN"/>
                        </dgm:ruleLst>
                      </dgm:layoutNode>
                      <dgm:layoutNode name="hierChild3">
                        <dgm:choose name="Name34">
                          <dgm:if name="Name35" func="var" arg="dir" op="equ" val="norm">
                            <dgm:alg type="hierChild">
                              <dgm:param type="linDir" val="fromT"/>
                              <dgm:param type="chAlign" val="l"/>
                            </dgm:alg>
                          </dgm:if>
                          <dgm:else name="Name36">
                            <dgm:alg type="hierChild">
                              <dgm:param type="linDir" val="fromT"/>
                              <dgm:param type="chAlign" val="r"/>
                            </dgm:alg>
                          </dgm:else>
                        </dgm:choose>
                        <dgm:shape xmlns:r="http://schemas.openxmlformats.org/officeDocument/2006/relationships" r:blip="">
                          <dgm:adjLst/>
                        </dgm:shape>
                        <dgm:presOf/>
                        <dgm:constrLst/>
                        <dgm:ruleLst/>
                        <dgm:forEach name="Name37" ref="repeat"/>
                      </dgm:layoutNode>
                    </dgm:layoutNode>
                  </dgm:forEach>
                </dgm:forEach>
              </dgm:layoutNode>
            </dgm:layoutNode>
          </dgm:forEach>
        </dgm:forEach>
      </dgm:layoutNode>
    </dgm:layoutNode>
    <dgm:layoutNode name="bgShapesFlow">
      <dgm:choose name="Name38">
        <dgm:if name="Name39" func="var" arg="dir" op="equ" val="norm">
          <dgm:alg type="lin">
            <dgm:param type="linDir" val="fromL"/>
            <dgm:param type="nodeVertAlign" val="mid"/>
            <dgm:param type="vertAlign" val="mid"/>
            <dgm:param type="nodeHorzAlign" val="l"/>
            <dgm:param type="horzAlign" val="l"/>
          </dgm:alg>
        </dgm:if>
        <dgm:else name="Name40">
          <dgm:alg type="lin">
            <dgm:param type="linDir" val="fromR"/>
            <dgm:param type="nodeVertAlign" val="mid"/>
            <dgm:param type="vertAlign" val="mid"/>
            <dgm:param type="nodeHorzAlign" val="r"/>
            <dgm:param type="horzAlign" val="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rectComp" refType="w"/>
        <dgm:constr type="h" for="ch" forName="rectComp" refType="h"/>
        <dgm:constr type="h" for="des" forName="bgRect" refType="h"/>
        <dgm:constr type="primFontSz" for="des" forName="bgRectTx" op="equ" val="65"/>
      </dgm:constrLst>
      <dgm:ruleLst/>
      <dgm:forEach name="Name41" axis="ch" ptType="node" st="2">
        <dgm:layoutNode name="rectComp">
          <dgm:alg type="composite"/>
          <dgm:shape xmlns:r="http://schemas.openxmlformats.org/officeDocument/2006/relationships" r:blip="">
            <dgm:adjLst/>
          </dgm:shape>
          <dgm:presOf/>
          <dgm:constrLst>
            <dgm:constr type="userA"/>
            <dgm:constr type="l" for="ch" forName="bgRect"/>
            <dgm:constr type="t" for="ch" forName="bgRect"/>
            <dgm:constr type="w" for="ch" forName="bgRect" refType="userA" fact="1.2"/>
            <dgm:constr type="l" for="ch" forName="bgRectTx"/>
            <dgm:constr type="t" for="ch" forName="bgRectTx"/>
            <dgm:constr type="h" for="ch" forName="bgRectTx" refType="h" refFor="ch" refForName="bgRect" fact="0.3"/>
            <dgm:constr type="w" for="ch" forName="bgRectTx" refType="w" refFor="ch" refForName="bgRect" op="equ"/>
          </dgm:constrLst>
          <dgm:ruleLst/>
          <dgm:layoutNode name="bgRect" styleLbl="bgShp">
            <dgm:alg type="sp"/>
            <dgm:shape xmlns:r="http://schemas.openxmlformats.org/officeDocument/2006/relationships" type="roundRect" r:blip="" zOrderOff="-999">
              <dgm:adjLst>
                <dgm:adj idx="1" val="0.1"/>
              </dgm:adjLst>
            </dgm:shape>
            <dgm:presOf axis="desOrSelf" ptType="node"/>
            <dgm:constrLst/>
            <dgm:ruleLst/>
          </dgm:layoutNode>
          <dgm:layoutNode name="bgRectTx" styleLbl="bgShp">
            <dgm:varLst>
              <dgm:bulletEnabled val="1"/>
            </dgm:varLst>
            <dgm:alg type="tx"/>
            <dgm:shape xmlns:r="http://schemas.openxmlformats.org/officeDocument/2006/relationships" type="rect" r:blip="" zOrderOff="-999" hideGeom="1">
              <dgm:adjLst/>
            </dgm:shape>
            <dgm:presOf axis="desOrSelf" ptType="node"/>
            <dgm:constrLst/>
            <dgm:ruleLst>
              <dgm:rule type="primFontSz" val="5" fact="NaN" max="NaN"/>
            </dgm:ruleLst>
          </dgm:layoutNode>
        </dgm:layoutNode>
        <dgm:choose name="Name42">
          <dgm:if name="Name43" axis="self" ptType="node" func="revPos" op="gte" val="2">
            <dgm:layoutNode name="spComp">
              <dgm:alg type="composite"/>
              <dgm:shape xmlns:r="http://schemas.openxmlformats.org/officeDocument/2006/relationships" r:blip="">
                <dgm:adjLst/>
              </dgm:shape>
              <dgm:presOf/>
              <dgm:constrLst>
                <dgm:constr type="userA"/>
                <dgm:constr type="userB"/>
                <dgm:constr type="l" for="ch" forName="hSp"/>
                <dgm:constr type="t" for="ch" forName="hSp"/>
                <dgm:constr type="w" for="ch" forName="hSp" refType="userB"/>
                <dgm:constr type="wOff" for="ch" forName="hSp" refType="userA" fact="-0.2"/>
              </dgm:constrLst>
              <dgm:ruleLst/>
              <dgm:layoutNode name="hSp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</dgm:layoutNode>
            </dgm:layoutNode>
          </dgm:if>
          <dgm:else name="Name44"/>
        </dgm:choose>
      </dgm:forEach>
    </dgm:layoutNod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609601"/>
            <a:ext cx="7772400" cy="4267200"/>
          </a:xfrm>
        </p:spPr>
        <p:txBody>
          <a:bodyPr anchor="b">
            <a:noAutofit/>
          </a:bodyPr>
          <a:lstStyle>
            <a:lvl1pPr>
              <a:lnSpc>
                <a:spcPct val="100000"/>
              </a:lnSpc>
              <a:defRPr sz="80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4953000"/>
            <a:ext cx="6400800" cy="1219200"/>
          </a:xfrm>
        </p:spPr>
        <p:txBody>
          <a:bodyPr>
            <a:normAutofit/>
          </a:bodyPr>
          <a:lstStyle>
            <a:lvl1pPr marL="0" indent="0" algn="ctr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AECF3A-9E48-48F4-A80F-DD7C15F6BB99}" type="datetimeFigureOut">
              <a:rPr lang="ru-RU" smtClean="0"/>
              <a:t>24.08.2023</a:t>
            </a:fld>
            <a:endParaRPr lang="ru-RU" dirty="0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92D4DF92-D42D-4868-BD8C-98740D27E6C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ru-RU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buFont typeface="Arial" pitchFamily="34" charset="0"/>
              <a:buChar char="•"/>
              <a:defRPr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AECF3A-9E48-48F4-A80F-DD7C15F6BB99}" type="datetimeFigureOut">
              <a:rPr lang="ru-RU" smtClean="0"/>
              <a:t>24.08.2023</a:t>
            </a:fld>
            <a:endParaRPr lang="ru-R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D4DF92-D42D-4868-BD8C-98740D27E6CE}" type="slidenum">
              <a:rPr lang="ru-RU" smtClean="0"/>
              <a:t>‹#›</a:t>
            </a:fld>
            <a:endParaRPr lang="ru-RU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1371600"/>
            <a:ext cx="7772400" cy="2505075"/>
          </a:xfrm>
        </p:spPr>
        <p:txBody>
          <a:bodyPr anchor="b"/>
          <a:lstStyle>
            <a:lvl1pPr algn="ctr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4800" kern="1200" dirty="0" smtClean="0">
                <a:solidFill>
                  <a:schemeClr val="tx2"/>
                </a:solidFill>
                <a:effectLst>
                  <a:outerShdw blurRad="63500" dist="38100" dir="5400000" algn="t" rotWithShape="0">
                    <a:prstClr val="black">
                      <a:alpha val="25000"/>
                    </a:prstClr>
                  </a:outerShdw>
                </a:effectLst>
                <a:latin typeface="+mn-lt"/>
                <a:ea typeface="+mj-ea"/>
                <a:cs typeface="+mj-cs"/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4068763"/>
            <a:ext cx="7772400" cy="1131887"/>
          </a:xfrm>
        </p:spPr>
        <p:txBody>
          <a:bodyPr anchor="t"/>
          <a:lstStyle>
            <a:lvl1pPr marL="0" indent="0" algn="ct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AECF3A-9E48-48F4-A80F-DD7C15F6BB99}" type="datetimeFigureOut">
              <a:rPr lang="ru-RU" smtClean="0"/>
              <a:t>24.08.2023</a:t>
            </a:fld>
            <a:endParaRPr lang="ru-R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D4DF92-D42D-4868-BD8C-98740D27E6C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7" name="Oval 6"/>
          <p:cNvSpPr/>
          <p:nvPr/>
        </p:nvSpPr>
        <p:spPr>
          <a:xfrm>
            <a:off x="4495800" y="3924300"/>
            <a:ext cx="84772" cy="84772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Oval 7"/>
          <p:cNvSpPr/>
          <p:nvPr/>
        </p:nvSpPr>
        <p:spPr>
          <a:xfrm>
            <a:off x="4695825" y="3924300"/>
            <a:ext cx="84772" cy="84772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Oval 8"/>
          <p:cNvSpPr/>
          <p:nvPr/>
        </p:nvSpPr>
        <p:spPr>
          <a:xfrm>
            <a:off x="4296728" y="3924300"/>
            <a:ext cx="84772" cy="84772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4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AECF3A-9E48-48F4-A80F-DD7C15F6BB99}" type="datetimeFigureOut">
              <a:rPr lang="ru-RU" smtClean="0"/>
              <a:t>24.08.2023</a:t>
            </a:fld>
            <a:endParaRPr lang="ru-R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D4DF92-D42D-4868-BD8C-98740D27E6C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365760" y="1600200"/>
            <a:ext cx="4041648" cy="452628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4040188" cy="609600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8200" y="1600200"/>
            <a:ext cx="4041775" cy="609600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AECF3A-9E48-48F4-A80F-DD7C15F6BB99}" type="datetimeFigureOut">
              <a:rPr lang="ru-RU" smtClean="0"/>
              <a:t>24.08.2023</a:t>
            </a:fld>
            <a:endParaRPr lang="ru-RU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D4DF92-D42D-4868-BD8C-98740D27E6C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3"/>
          </p:nvPr>
        </p:nvSpPr>
        <p:spPr>
          <a:xfrm>
            <a:off x="457200" y="2212848"/>
            <a:ext cx="4041648" cy="3913632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14"/>
          </p:nvPr>
        </p:nvSpPr>
        <p:spPr>
          <a:xfrm>
            <a:off x="4672584" y="2212848"/>
            <a:ext cx="4041648" cy="3913187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AECF3A-9E48-48F4-A80F-DD7C15F6BB99}" type="datetimeFigureOut">
              <a:rPr lang="ru-RU" smtClean="0"/>
              <a:t>24.08.2023</a:t>
            </a:fld>
            <a:endParaRPr lang="ru-RU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D4DF92-D42D-4868-BD8C-98740D27E6CE}" type="slidenum">
              <a:rPr lang="ru-RU" smtClean="0"/>
              <a:t>‹#›</a:t>
            </a:fld>
            <a:endParaRPr lang="ru-RU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AECF3A-9E48-48F4-A80F-DD7C15F6BB99}" type="datetimeFigureOut">
              <a:rPr lang="ru-RU" smtClean="0"/>
              <a:t>24.08.2023</a:t>
            </a:fld>
            <a:endParaRPr lang="ru-RU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D4DF92-D42D-4868-BD8C-98740D27E6CE}" type="slidenum">
              <a:rPr lang="ru-RU" smtClean="0"/>
              <a:t>‹#›</a:t>
            </a:fld>
            <a:endParaRPr lang="ru-RU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07087" y="266700"/>
            <a:ext cx="3008313" cy="2095500"/>
          </a:xfrm>
        </p:spPr>
        <p:txBody>
          <a:bodyPr anchor="b"/>
          <a:lstStyle>
            <a:lvl1pPr algn="ctr">
              <a:lnSpc>
                <a:spcPct val="100000"/>
              </a:lnSpc>
              <a:defRPr sz="2800" b="0">
                <a:effectLst>
                  <a:outerShdw blurRad="50800" dist="25400" dir="5400000" algn="t" rotWithShape="0">
                    <a:prstClr val="black">
                      <a:alpha val="25000"/>
                    </a:prstClr>
                  </a:outerShdw>
                </a:effectLst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19137" y="273050"/>
            <a:ext cx="4995863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907087" y="2438400"/>
            <a:ext cx="3008313" cy="3687763"/>
          </a:xfrm>
        </p:spPr>
        <p:txBody>
          <a:bodyPr>
            <a:normAutofit/>
          </a:bodyPr>
          <a:lstStyle>
            <a:lvl1pPr marL="0" indent="0" algn="ctr">
              <a:lnSpc>
                <a:spcPct val="125000"/>
              </a:lnSpc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AECF3A-9E48-48F4-A80F-DD7C15F6BB99}" type="datetimeFigureOut">
              <a:rPr lang="ru-RU" smtClean="0"/>
              <a:t>24.08.2023</a:t>
            </a:fld>
            <a:endParaRPr lang="ru-R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D4DF92-D42D-4868-BD8C-98740D27E6CE}" type="slidenum">
              <a:rPr lang="ru-RU" smtClean="0"/>
              <a:t>‹#›</a:t>
            </a:fld>
            <a:endParaRPr lang="ru-RU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79576" y="228600"/>
            <a:ext cx="5711824" cy="895350"/>
          </a:xfrm>
        </p:spPr>
        <p:txBody>
          <a:bodyPr anchor="b"/>
          <a:lstStyle>
            <a:lvl1pPr algn="ctr">
              <a:lnSpc>
                <a:spcPct val="100000"/>
              </a:lnSpc>
              <a:defRPr sz="28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508126" y="1143000"/>
            <a:ext cx="6054724" cy="4541044"/>
          </a:xfrm>
          <a:ln w="76200">
            <a:solidFill>
              <a:schemeClr val="bg1"/>
            </a:solidFill>
          </a:ln>
          <a:effectLst>
            <a:outerShdw blurRad="88900" dist="50800" dir="5400000" algn="ctr" rotWithShape="0">
              <a:srgbClr val="000000">
                <a:alpha val="25000"/>
              </a:srgbClr>
            </a:outerShdw>
          </a:effectLst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 dirty="0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679576" y="5810250"/>
            <a:ext cx="5711824" cy="5334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AECF3A-9E48-48F4-A80F-DD7C15F6BB99}" type="datetimeFigureOut">
              <a:rPr lang="ru-RU" smtClean="0"/>
              <a:t>24.08.2023</a:t>
            </a:fld>
            <a:endParaRPr lang="ru-R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D4DF92-D42D-4868-BD8C-98740D27E6CE}" type="slidenum">
              <a:rPr lang="ru-RU" smtClean="0"/>
              <a:t>‹#›</a:t>
            </a:fld>
            <a:endParaRPr lang="ru-RU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AECF3A-9E48-48F4-A80F-DD7C15F6BB99}" type="datetimeFigureOut">
              <a:rPr lang="ru-RU" smtClean="0"/>
              <a:t>24.08.2023</a:t>
            </a:fld>
            <a:endParaRPr lang="ru-R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D4DF92-D42D-4868-BD8C-98740D27E6CE}" type="slidenum">
              <a:rPr lang="ru-RU" smtClean="0"/>
              <a:t>‹#›</a:t>
            </a:fld>
            <a:endParaRPr lang="ru-RU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AECF3A-9E48-48F4-A80F-DD7C15F6BB99}" type="datetimeFigureOut">
              <a:rPr lang="ru-RU" smtClean="0"/>
              <a:t>24.08.2023</a:t>
            </a:fld>
            <a:endParaRPr lang="ru-R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D4DF92-D42D-4868-BD8C-98740D27E6CE}" type="slidenum">
              <a:rPr lang="ru-RU" smtClean="0"/>
              <a:t>‹#›</a:t>
            </a:fld>
            <a:endParaRPr lang="ru-RU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60020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363347" y="6356350"/>
            <a:ext cx="2085975" cy="365125"/>
          </a:xfrm>
          <a:prstGeom prst="rect">
            <a:avLst/>
          </a:prstGeom>
        </p:spPr>
        <p:txBody>
          <a:bodyPr vert="horz" lIns="91440" tIns="45720" rIns="45720" bIns="45720" rtlCol="0" anchor="ctr"/>
          <a:lstStyle>
            <a:lvl1pPr algn="r">
              <a:defRPr sz="1200">
                <a:solidFill>
                  <a:schemeClr val="tx1">
                    <a:lumMod val="65000"/>
                    <a:lumOff val="35000"/>
                  </a:schemeClr>
                </a:solidFill>
                <a:latin typeface="Century Gothic" pitchFamily="34" charset="0"/>
              </a:defRPr>
            </a:lvl1pPr>
          </a:lstStyle>
          <a:p>
            <a:fld id="{6EAECF3A-9E48-48F4-A80F-DD7C15F6BB99}" type="datetimeFigureOut">
              <a:rPr lang="ru-RU" smtClean="0"/>
              <a:t>24.08.2023</a:t>
            </a:fld>
            <a:endParaRPr lang="ru-R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59165" y="6356350"/>
            <a:ext cx="2847975" cy="365125"/>
          </a:xfrm>
          <a:prstGeom prst="rect">
            <a:avLst/>
          </a:prstGeom>
        </p:spPr>
        <p:txBody>
          <a:bodyPr vert="horz" lIns="45720" tIns="45720" rIns="91440" bIns="45720" rtlCol="0" anchor="ctr"/>
          <a:lstStyle>
            <a:lvl1pPr algn="l">
              <a:defRPr sz="1200">
                <a:solidFill>
                  <a:schemeClr val="tx1">
                    <a:lumMod val="65000"/>
                    <a:lumOff val="35000"/>
                  </a:schemeClr>
                </a:solidFill>
                <a:latin typeface="Century Gothic" pitchFamily="34" charset="0"/>
              </a:defRPr>
            </a:lvl1pPr>
          </a:lstStyle>
          <a:p>
            <a:endParaRPr lang="ru-R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43278" y="6356350"/>
            <a:ext cx="561975" cy="365125"/>
          </a:xfrm>
          <a:prstGeom prst="rect">
            <a:avLst/>
          </a:prstGeom>
        </p:spPr>
        <p:txBody>
          <a:bodyPr vert="horz" lIns="27432" tIns="45720" rIns="45720" bIns="45720" rtlCol="0" anchor="ctr"/>
          <a:lstStyle>
            <a:lvl1pPr algn="l">
              <a:defRPr sz="1200">
                <a:solidFill>
                  <a:schemeClr val="tx1">
                    <a:lumMod val="65000"/>
                    <a:lumOff val="35000"/>
                  </a:schemeClr>
                </a:solidFill>
                <a:latin typeface="Century Gothic" pitchFamily="34" charset="0"/>
              </a:defRPr>
            </a:lvl1pPr>
          </a:lstStyle>
          <a:p>
            <a:fld id="{92D4DF92-D42D-4868-BD8C-98740D27E6C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7" name="Oval 6"/>
          <p:cNvSpPr/>
          <p:nvPr/>
        </p:nvSpPr>
        <p:spPr>
          <a:xfrm>
            <a:off x="8457760" y="6499384"/>
            <a:ext cx="84772" cy="84772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914400" rtl="0" eaLnBrk="1" latinLnBrk="0" hangingPunct="1"/>
            <a:endParaRPr lang="en-US" sz="1800" kern="1200" dirty="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8" name="Oval 7"/>
          <p:cNvSpPr/>
          <p:nvPr/>
        </p:nvSpPr>
        <p:spPr>
          <a:xfrm>
            <a:off x="569119" y="6499384"/>
            <a:ext cx="84772" cy="84772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914400" rtl="0" eaLnBrk="1" latinLnBrk="0" hangingPunct="1">
        <a:lnSpc>
          <a:spcPts val="5800"/>
        </a:lnSpc>
        <a:spcBef>
          <a:spcPct val="0"/>
        </a:spcBef>
        <a:buNone/>
        <a:defRPr sz="5400" kern="1200">
          <a:solidFill>
            <a:schemeClr val="tx2"/>
          </a:solidFill>
          <a:effectLst>
            <a:outerShdw blurRad="63500" dist="38100" dir="5400000" algn="t" rotWithShape="0">
              <a:prstClr val="black">
                <a:alpha val="25000"/>
              </a:prstClr>
            </a:outerShdw>
          </a:effectLst>
          <a:latin typeface="+mn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Courier New" pitchFamily="49" charset="0"/>
        <a:buChar char="o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Courier New" pitchFamily="49" charset="0"/>
        <a:buChar char="o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Courier New" pitchFamily="49" charset="0"/>
        <a:buChar char="o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Courier New" pitchFamily="49" charset="0"/>
        <a:buChar char="o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1.mp3"/><Relationship Id="rId1" Type="http://schemas.microsoft.com/office/2007/relationships/media" Target="../media/media1.mp3"/><Relationship Id="rId4" Type="http://schemas.openxmlformats.org/officeDocument/2006/relationships/image" Target="../media/image6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1988839"/>
            <a:ext cx="7772400" cy="1008113"/>
          </a:xfrm>
        </p:spPr>
        <p:txBody>
          <a:bodyPr/>
          <a:lstStyle/>
          <a:p>
            <a:r>
              <a:rPr lang="ru-RU" sz="5400" dirty="0"/>
              <a:t>История России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47664" y="3573016"/>
            <a:ext cx="6400800" cy="1440160"/>
          </a:xfrm>
        </p:spPr>
        <p:txBody>
          <a:bodyPr>
            <a:normAutofit lnSpcReduction="10000"/>
          </a:bodyPr>
          <a:lstStyle/>
          <a:p>
            <a:pPr lvl="0"/>
            <a:r>
              <a:rPr lang="ru-RU" sz="2800">
                <a:solidFill>
                  <a:schemeClr val="tx1"/>
                </a:solidFill>
                <a:latin typeface="Calibri"/>
              </a:rPr>
              <a:t>Лекция 8</a:t>
            </a:r>
          </a:p>
          <a:p>
            <a:pPr lvl="0"/>
            <a:br>
              <a:rPr lang="ru-RU" sz="2800" dirty="0">
                <a:solidFill>
                  <a:schemeClr val="tx1"/>
                </a:solidFill>
                <a:latin typeface="Calibri"/>
              </a:rPr>
            </a:br>
            <a:r>
              <a:rPr lang="ru-RU" sz="2800" dirty="0">
                <a:solidFill>
                  <a:schemeClr val="tx1"/>
                </a:solidFill>
                <a:latin typeface="Calibri"/>
              </a:rPr>
              <a:t>Смутное время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08876972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404664"/>
            <a:ext cx="8229600" cy="1008112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ru-RU" sz="3600" dirty="0"/>
              <a:t>Факторы, воздействующие на европейскую историю в </a:t>
            </a:r>
            <a:r>
              <a:rPr lang="en-US" sz="3600" dirty="0"/>
              <a:t>XVI </a:t>
            </a:r>
            <a:r>
              <a:rPr lang="ru-RU" sz="3600" dirty="0"/>
              <a:t>веке: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ru-RU" dirty="0"/>
              <a:t>Резкое изменение погодных условий – начало «малого ледникового периода».</a:t>
            </a:r>
          </a:p>
          <a:p>
            <a:r>
              <a:rPr lang="ru-RU" dirty="0"/>
              <a:t>Отсутствие возможностей для экстенсивного развития с/х.</a:t>
            </a:r>
          </a:p>
          <a:p>
            <a:r>
              <a:rPr lang="ru-RU" dirty="0"/>
              <a:t>Рост населения городов.</a:t>
            </a:r>
          </a:p>
          <a:p>
            <a:r>
              <a:rPr lang="ru-RU" dirty="0"/>
              <a:t> Начало перехода от натурального хозяйства к рыночному.</a:t>
            </a:r>
          </a:p>
          <a:p>
            <a:r>
              <a:rPr lang="ru-RU" dirty="0"/>
              <a:t>Освоение мирового океана и резкое увеличение объемов морской торговли.</a:t>
            </a:r>
          </a:p>
          <a:p>
            <a:r>
              <a:rPr lang="ru-RU" dirty="0"/>
              <a:t>Начало освоения европейцами «заморских территорий».</a:t>
            </a:r>
          </a:p>
          <a:p>
            <a:r>
              <a:rPr lang="ru-RU" dirty="0"/>
              <a:t>Распространение идеологии «гуманизма» и эстетики «Возрождения» на Северную и Западную Европу.</a:t>
            </a:r>
          </a:p>
        </p:txBody>
      </p:sp>
    </p:spTree>
    <p:extLst>
      <p:ext uri="{BB962C8B-B14F-4D97-AF65-F5344CB8AC3E}">
        <p14:creationId xmlns:p14="http://schemas.microsoft.com/office/powerpoint/2010/main" val="11190823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467544" y="188640"/>
            <a:ext cx="8229600" cy="108012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ru-RU" sz="3200" dirty="0"/>
              <a:t>Малый ледниковый период</a:t>
            </a:r>
            <a:br>
              <a:rPr lang="ru-RU" sz="3200" dirty="0"/>
            </a:br>
            <a:r>
              <a:rPr lang="en-US" sz="3200" dirty="0"/>
              <a:t>XVI – XVII </a:t>
            </a:r>
            <a:r>
              <a:rPr lang="ru-RU" sz="3200" dirty="0"/>
              <a:t>века: 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4040188" cy="388640"/>
          </a:xfrm>
        </p:spPr>
        <p:txBody>
          <a:bodyPr/>
          <a:lstStyle/>
          <a:p>
            <a:r>
              <a:rPr lang="ru-RU" dirty="0"/>
              <a:t>Голландия </a:t>
            </a:r>
            <a:r>
              <a:rPr lang="en-US" dirty="0"/>
              <a:t>XVII </a:t>
            </a:r>
            <a:r>
              <a:rPr lang="ru-RU" dirty="0"/>
              <a:t>век </a:t>
            </a:r>
          </a:p>
        </p:txBody>
      </p:sp>
      <p:sp>
        <p:nvSpPr>
          <p:cNvPr id="6" name="Текст 5"/>
          <p:cNvSpPr>
            <a:spLocks noGrp="1"/>
          </p:cNvSpPr>
          <p:nvPr>
            <p:ph type="body" sz="quarter" idx="3"/>
          </p:nvPr>
        </p:nvSpPr>
        <p:spPr>
          <a:xfrm>
            <a:off x="4648200" y="1600200"/>
            <a:ext cx="4041775" cy="388640"/>
          </a:xfrm>
        </p:spPr>
        <p:txBody>
          <a:bodyPr/>
          <a:lstStyle/>
          <a:p>
            <a:r>
              <a:rPr lang="ru-RU" dirty="0"/>
              <a:t>Нач. </a:t>
            </a:r>
            <a:r>
              <a:rPr lang="en-US" dirty="0"/>
              <a:t>XXI </a:t>
            </a:r>
            <a:r>
              <a:rPr lang="ru-RU" dirty="0"/>
              <a:t>века :</a:t>
            </a:r>
          </a:p>
        </p:txBody>
      </p:sp>
      <p:pic>
        <p:nvPicPr>
          <p:cNvPr id="1026" name="Picture 2" descr="D:\Pictures\Культурология\P1080056.JP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57185" y="2276872"/>
            <a:ext cx="4146046" cy="30243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7" name="Picture 3" descr="D:\Pictures\Картины\IMG_20170707_083150.jp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528" y="2276872"/>
            <a:ext cx="4256473" cy="30243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593095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404664"/>
            <a:ext cx="8229600" cy="1008112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ru-RU" sz="3200" dirty="0"/>
              <a:t>Следствия совокупного действия факторов: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3773016"/>
          </a:xfrm>
        </p:spPr>
        <p:txBody>
          <a:bodyPr/>
          <a:lstStyle/>
          <a:p>
            <a:r>
              <a:rPr lang="ru-RU" dirty="0"/>
              <a:t>«Ментальный сдвиг»  в странах Центральной и Северной Европы («Реформация») и смена рациональности в поведении: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ru-RU" dirty="0"/>
              <a:t>от стратегии «ожидания» к стратегии «действия»;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ru-RU" dirty="0"/>
              <a:t>от коллективности к индивидуализму.</a:t>
            </a:r>
          </a:p>
          <a:p>
            <a:r>
              <a:rPr lang="ru-RU" dirty="0"/>
              <a:t>Начало формирования сознания «хозяйственного человека».</a:t>
            </a:r>
          </a:p>
          <a:p>
            <a:r>
              <a:rPr lang="ru-RU" dirty="0"/>
              <a:t>Первые признаки начала «научной революции» (Коперник, Джордано Бруно).</a:t>
            </a:r>
          </a:p>
        </p:txBody>
      </p:sp>
      <p:sp>
        <p:nvSpPr>
          <p:cNvPr id="4" name="Скругленный прямоугольник 3"/>
          <p:cNvSpPr/>
          <p:nvPr/>
        </p:nvSpPr>
        <p:spPr>
          <a:xfrm>
            <a:off x="1115616" y="5589240"/>
            <a:ext cx="7200800" cy="792088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dirty="0"/>
              <a:t>Общий тренд – завершение «большого средневековья».</a:t>
            </a:r>
          </a:p>
        </p:txBody>
      </p:sp>
    </p:spTree>
    <p:extLst>
      <p:ext uri="{BB962C8B-B14F-4D97-AF65-F5344CB8AC3E}">
        <p14:creationId xmlns:p14="http://schemas.microsoft.com/office/powerpoint/2010/main" val="10984128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395536" y="332656"/>
            <a:ext cx="8229600" cy="1008112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ru-RU" sz="3200" dirty="0"/>
              <a:t>Факторы, действующие в России</a:t>
            </a:r>
            <a:br>
              <a:rPr lang="ru-RU" sz="3200" dirty="0"/>
            </a:br>
            <a:r>
              <a:rPr lang="ru-RU" sz="3200" dirty="0"/>
              <a:t>в </a:t>
            </a:r>
            <a:r>
              <a:rPr lang="en-US" sz="3200" dirty="0"/>
              <a:t>XVI </a:t>
            </a:r>
            <a:r>
              <a:rPr lang="ru-RU" sz="3200" dirty="0"/>
              <a:t>веке 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57200" y="1556792"/>
            <a:ext cx="8229600" cy="4569371"/>
          </a:xfrm>
        </p:spPr>
        <p:txBody>
          <a:bodyPr>
            <a:normAutofit fontScale="85000" lnSpcReduction="10000"/>
          </a:bodyPr>
          <a:lstStyle/>
          <a:p>
            <a:r>
              <a:rPr lang="ru-RU" dirty="0"/>
              <a:t>Резкое изменение погодных условий – начало «малого ледникового периода».</a:t>
            </a:r>
          </a:p>
          <a:p>
            <a:r>
              <a:rPr lang="ru-RU" dirty="0"/>
              <a:t>Освоение Поволжья и Черноземья «засечной черты» после ликвидации Казанского и Астраханского ханства, ликвидации Ногайской орды и прекращения активности Крымской орды (после 1572 г.). Начало освоения Сибири.</a:t>
            </a:r>
          </a:p>
          <a:p>
            <a:r>
              <a:rPr lang="ru-RU" dirty="0"/>
              <a:t>Ликвидация «торговых республик»: Новгорода и Пскова.</a:t>
            </a:r>
          </a:p>
          <a:p>
            <a:r>
              <a:rPr lang="ru-RU" dirty="0"/>
              <a:t>Появление большого количества  «острогов»: военно-торгово-сельских поселений.</a:t>
            </a:r>
          </a:p>
          <a:p>
            <a:r>
              <a:rPr lang="ru-RU" dirty="0"/>
              <a:t>Увеличение в городах «белых слобод», населенных холопами, не платящими государственных податей.</a:t>
            </a:r>
          </a:p>
          <a:p>
            <a:r>
              <a:rPr lang="ru-RU" dirty="0"/>
              <a:t>Значительный рост монастырского землевладения.</a:t>
            </a:r>
          </a:p>
          <a:p>
            <a:r>
              <a:rPr lang="ru-RU" dirty="0"/>
              <a:t>Маргинализация России в системе внешней торговли Европы.</a:t>
            </a:r>
          </a:p>
        </p:txBody>
      </p:sp>
    </p:spTree>
    <p:extLst>
      <p:ext uri="{BB962C8B-B14F-4D97-AF65-F5344CB8AC3E}">
        <p14:creationId xmlns:p14="http://schemas.microsoft.com/office/powerpoint/2010/main" val="308315403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404664"/>
            <a:ext cx="8229600" cy="1195536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ru-RU" sz="3200" dirty="0">
                <a:solidFill>
                  <a:srgbClr val="2F5897"/>
                </a:solidFill>
              </a:rPr>
              <a:t>Следствия совокупного действия факторов: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4061048"/>
          </a:xfrm>
        </p:spPr>
        <p:txBody>
          <a:bodyPr/>
          <a:lstStyle/>
          <a:p>
            <a:r>
              <a:rPr lang="ru-RU" b="1" dirty="0"/>
              <a:t>Архаизация сознания </a:t>
            </a:r>
            <a:r>
              <a:rPr lang="ru-RU" dirty="0"/>
              <a:t>населения Великороссии в системе «обособленного» существования на основе православного варианта христианства.</a:t>
            </a:r>
          </a:p>
          <a:p>
            <a:r>
              <a:rPr lang="ru-RU" dirty="0"/>
              <a:t>Усиление тенденций к </a:t>
            </a:r>
            <a:r>
              <a:rPr lang="ru-RU" b="1" dirty="0"/>
              <a:t>натурализации хозяйства </a:t>
            </a:r>
            <a:r>
              <a:rPr lang="ru-RU" dirty="0"/>
              <a:t>и закреплению крестьян за собственником земли (формирование системы «крепостного права»).</a:t>
            </a:r>
          </a:p>
          <a:p>
            <a:r>
              <a:rPr lang="ru-RU" b="1" dirty="0"/>
              <a:t>Разделение населения </a:t>
            </a:r>
            <a:r>
              <a:rPr lang="ru-RU" dirty="0"/>
              <a:t>на «традиционное» и «пассионарное» (активное, инновационное).</a:t>
            </a:r>
          </a:p>
        </p:txBody>
      </p:sp>
      <p:sp>
        <p:nvSpPr>
          <p:cNvPr id="4" name="Скругленный прямоугольник 3"/>
          <p:cNvSpPr/>
          <p:nvPr/>
        </p:nvSpPr>
        <p:spPr>
          <a:xfrm>
            <a:off x="971600" y="5445224"/>
            <a:ext cx="7344816" cy="936104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dirty="0"/>
              <a:t>Общий тренд: продолжение «большого средневековья», в то время, как в Западной Европе – оно подходит к завершению</a:t>
            </a:r>
          </a:p>
        </p:txBody>
      </p:sp>
    </p:spTree>
    <p:extLst>
      <p:ext uri="{BB962C8B-B14F-4D97-AF65-F5344CB8AC3E}">
        <p14:creationId xmlns:p14="http://schemas.microsoft.com/office/powerpoint/2010/main" val="145579009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188640"/>
            <a:ext cx="8229600" cy="648072"/>
          </a:xfrm>
        </p:spPr>
        <p:txBody>
          <a:bodyPr/>
          <a:lstStyle/>
          <a:p>
            <a:r>
              <a:rPr lang="ru-RU" sz="2800" dirty="0"/>
              <a:t>Фактор расширения территории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932040" y="988118"/>
            <a:ext cx="3312368" cy="2656906"/>
          </a:xfrm>
        </p:spPr>
        <p:txBody>
          <a:bodyPr>
            <a:normAutofit fontScale="92500"/>
          </a:bodyPr>
          <a:lstStyle/>
          <a:p>
            <a:r>
              <a:rPr lang="ru-RU" dirty="0"/>
              <a:t>2 – «засечная черта» середины </a:t>
            </a:r>
            <a:r>
              <a:rPr lang="en-US" dirty="0"/>
              <a:t>XVI </a:t>
            </a:r>
            <a:r>
              <a:rPr lang="ru-RU" dirty="0"/>
              <a:t>в.</a:t>
            </a:r>
          </a:p>
          <a:p>
            <a:r>
              <a:rPr lang="ru-RU" dirty="0"/>
              <a:t>3 – 4 </a:t>
            </a:r>
            <a:r>
              <a:rPr lang="ru-RU" dirty="0" err="1"/>
              <a:t>Белгородско</a:t>
            </a:r>
            <a:r>
              <a:rPr lang="ru-RU" dirty="0"/>
              <a:t>-Симбирская «засечная черта» сер. </a:t>
            </a:r>
            <a:r>
              <a:rPr lang="en-US" dirty="0"/>
              <a:t>XVII </a:t>
            </a:r>
            <a:r>
              <a:rPr lang="ru-RU" dirty="0"/>
              <a:t>в.</a:t>
            </a:r>
          </a:p>
        </p:txBody>
      </p:sp>
      <p:pic>
        <p:nvPicPr>
          <p:cNvPr id="2050" name="Picture 2" descr="D:\Pictures\Культурология\зачсечная черта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7864" y="980728"/>
            <a:ext cx="4248472" cy="48200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Скругленный прямоугольник 3"/>
          <p:cNvSpPr/>
          <p:nvPr/>
        </p:nvSpPr>
        <p:spPr>
          <a:xfrm>
            <a:off x="4858173" y="3933055"/>
            <a:ext cx="3528392" cy="1867757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dirty="0"/>
              <a:t>За чертой вольное («казацкое») население, сочетающее сельские занятия с грабительскими походами.</a:t>
            </a:r>
          </a:p>
        </p:txBody>
      </p:sp>
    </p:spTree>
    <p:extLst>
      <p:ext uri="{BB962C8B-B14F-4D97-AF65-F5344CB8AC3E}">
        <p14:creationId xmlns:p14="http://schemas.microsoft.com/office/powerpoint/2010/main" val="399404874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60648"/>
            <a:ext cx="8229600" cy="108012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ru-RU" sz="2800" dirty="0"/>
              <a:t>Социальные противоречия </a:t>
            </a:r>
            <a:r>
              <a:rPr lang="en-US" sz="2800" dirty="0"/>
              <a:t>XVI </a:t>
            </a:r>
            <a:r>
              <a:rPr lang="ru-RU" sz="2800" dirty="0"/>
              <a:t>века и попытки их регулирования </a:t>
            </a:r>
          </a:p>
        </p:txBody>
      </p:sp>
      <p:graphicFrame>
        <p:nvGraphicFramePr>
          <p:cNvPr id="4" name="Объект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2115893"/>
              </p:ext>
            </p:extLst>
          </p:nvPr>
        </p:nvGraphicFramePr>
        <p:xfrm>
          <a:off x="457200" y="1600200"/>
          <a:ext cx="8229600" cy="45259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31344850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332656"/>
            <a:ext cx="8229600" cy="936104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ru-RU" sz="2000" dirty="0"/>
              <a:t>Социальные факторы, способствующие превращению социальных противоречий в системный кризис 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ru-RU" dirty="0"/>
              <a:t>Климатические изменения спровоцировали «</a:t>
            </a:r>
            <a:r>
              <a:rPr lang="ru-RU" b="1" dirty="0"/>
              <a:t>аграрный кризис</a:t>
            </a:r>
            <a:r>
              <a:rPr lang="ru-RU" dirty="0"/>
              <a:t>» - снижение урожайности, при использовании традиционных технологий. Один из выходов – переселение на юг, на «ничейные» земли.</a:t>
            </a:r>
          </a:p>
          <a:p>
            <a:r>
              <a:rPr lang="ru-RU" dirty="0"/>
              <a:t>Аграрное «</a:t>
            </a:r>
            <a:r>
              <a:rPr lang="ru-RU" b="1" dirty="0"/>
              <a:t>запустение</a:t>
            </a:r>
            <a:r>
              <a:rPr lang="ru-RU" dirty="0"/>
              <a:t>» центра России (результат террора,  бегства на окраины и переселения в города) привело к усилению тенденций закрепощения крестьян, что мотивировало крестьян к бегству («замкнутый круг» аграрного кризиса).</a:t>
            </a:r>
          </a:p>
          <a:p>
            <a:r>
              <a:rPr lang="ru-RU" b="1" dirty="0"/>
              <a:t>Рост городского населения </a:t>
            </a:r>
            <a:r>
              <a:rPr lang="ru-RU" dirty="0"/>
              <a:t>(за счет «белых слобод») увеличивало риски нехватки продовольствия в случае неурожайных лет.</a:t>
            </a:r>
          </a:p>
        </p:txBody>
      </p:sp>
    </p:spTree>
    <p:extLst>
      <p:ext uri="{BB962C8B-B14F-4D97-AF65-F5344CB8AC3E}">
        <p14:creationId xmlns:p14="http://schemas.microsoft.com/office/powerpoint/2010/main" val="290371013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60648"/>
            <a:ext cx="8229600" cy="936104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ru-RU" sz="2000" dirty="0">
                <a:solidFill>
                  <a:srgbClr val="2F5897"/>
                </a:solidFill>
              </a:rPr>
              <a:t>Политические и культурные факторы, способствующие превращению социальных противоречий в системный кризис </a:t>
            </a:r>
            <a:endParaRPr lang="ru-RU" sz="2000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b="1" dirty="0"/>
              <a:t>Властное</a:t>
            </a:r>
            <a:r>
              <a:rPr lang="ru-RU" dirty="0"/>
              <a:t> и бытовое </a:t>
            </a:r>
            <a:r>
              <a:rPr lang="ru-RU" b="1" dirty="0"/>
              <a:t>поведение</a:t>
            </a:r>
            <a:r>
              <a:rPr lang="ru-RU" dirty="0"/>
              <a:t> Ивана IV посеяло сомнения в традиционных ценностях.</a:t>
            </a:r>
          </a:p>
          <a:p>
            <a:r>
              <a:rPr lang="ru-RU" b="1" dirty="0"/>
              <a:t>Государственный террор </a:t>
            </a:r>
            <a:r>
              <a:rPr lang="ru-RU" dirty="0"/>
              <a:t>«опричнины» нарушил баланс интересов во всех слоях населения центральной части России.</a:t>
            </a:r>
          </a:p>
          <a:p>
            <a:r>
              <a:rPr lang="ru-RU" b="1" dirty="0"/>
              <a:t>Ливонская война </a:t>
            </a:r>
            <a:r>
              <a:rPr lang="ru-RU" dirty="0"/>
              <a:t>истощила государственные ресурсы.</a:t>
            </a:r>
          </a:p>
          <a:p>
            <a:r>
              <a:rPr lang="ru-RU" b="1" dirty="0"/>
              <a:t>Династический кризис </a:t>
            </a:r>
            <a:r>
              <a:rPr lang="ru-RU" dirty="0"/>
              <a:t>(прекращение линии  потомков Александра Невского) и воцарение Бориса Годунова («неприродного»  царя) привели к кризису легитимности.</a:t>
            </a:r>
          </a:p>
          <a:p>
            <a:endParaRPr lang="ru-RU" dirty="0"/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77015368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404664"/>
            <a:ext cx="8229600" cy="576064"/>
          </a:xfrm>
        </p:spPr>
        <p:txBody>
          <a:bodyPr/>
          <a:lstStyle/>
          <a:p>
            <a:r>
              <a:rPr lang="ru-RU" sz="3200" dirty="0"/>
              <a:t>Проявления системного кризиса</a:t>
            </a:r>
          </a:p>
        </p:txBody>
      </p:sp>
      <p:graphicFrame>
        <p:nvGraphicFramePr>
          <p:cNvPr id="4" name="Объект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21958253"/>
              </p:ext>
            </p:extLst>
          </p:nvPr>
        </p:nvGraphicFramePr>
        <p:xfrm>
          <a:off x="457200" y="1196752"/>
          <a:ext cx="8229600" cy="492941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29873269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404664"/>
            <a:ext cx="8229600" cy="792088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ru-RU" sz="3200" dirty="0"/>
              <a:t>Варианты выхода из системного кризиса</a:t>
            </a:r>
          </a:p>
        </p:txBody>
      </p:sp>
      <p:graphicFrame>
        <p:nvGraphicFramePr>
          <p:cNvPr id="4" name="Объект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19009839"/>
              </p:ext>
            </p:extLst>
          </p:nvPr>
        </p:nvGraphicFramePr>
        <p:xfrm>
          <a:off x="457200" y="1700213"/>
          <a:ext cx="8229600" cy="44259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18518917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332656"/>
            <a:ext cx="8229600" cy="576064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ru-RU" sz="3200" dirty="0"/>
              <a:t>Европейский опыт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57200" y="1268760"/>
            <a:ext cx="8229600" cy="4857403"/>
          </a:xfrm>
        </p:spPr>
        <p:txBody>
          <a:bodyPr>
            <a:normAutofit/>
          </a:bodyPr>
          <a:lstStyle/>
          <a:p>
            <a:r>
              <a:rPr lang="ru-RU" dirty="0"/>
              <a:t>Германские государства: </a:t>
            </a:r>
            <a:r>
              <a:rPr lang="ru-RU" b="1" dirty="0"/>
              <a:t>Реформация </a:t>
            </a:r>
            <a:r>
              <a:rPr lang="ru-RU" dirty="0"/>
              <a:t>(попытка мирной реформы, перерастающая в полномасштабную гражданскую войну).</a:t>
            </a:r>
          </a:p>
          <a:p>
            <a:r>
              <a:rPr lang="ru-RU" dirty="0"/>
              <a:t>Голландия: </a:t>
            </a:r>
            <a:r>
              <a:rPr lang="ru-RU" b="1" dirty="0"/>
              <a:t>война «гезов» </a:t>
            </a:r>
            <a:r>
              <a:rPr lang="ru-RU" dirty="0"/>
              <a:t>против испанской монархии (первый опыт гражданской войны с переходом к успешным реформам).</a:t>
            </a:r>
          </a:p>
          <a:p>
            <a:r>
              <a:rPr lang="ru-RU" dirty="0"/>
              <a:t>Англия: </a:t>
            </a:r>
            <a:r>
              <a:rPr lang="ru-RU" b="1" dirty="0"/>
              <a:t>реформы Генриха </a:t>
            </a:r>
            <a:r>
              <a:rPr lang="en-US" b="1" dirty="0"/>
              <a:t>VIII </a:t>
            </a:r>
            <a:r>
              <a:rPr lang="ru-RU" dirty="0"/>
              <a:t>с последующим «блестящим» правлением Елизаветы </a:t>
            </a:r>
            <a:r>
              <a:rPr lang="en-US" dirty="0"/>
              <a:t>I</a:t>
            </a:r>
            <a:r>
              <a:rPr lang="ru-RU" dirty="0"/>
              <a:t>.</a:t>
            </a:r>
          </a:p>
          <a:p>
            <a:r>
              <a:rPr lang="ru-RU" dirty="0"/>
              <a:t>Испания – начало длительной </a:t>
            </a:r>
            <a:r>
              <a:rPr lang="ru-RU" b="1" dirty="0"/>
              <a:t>деградации </a:t>
            </a:r>
            <a:r>
              <a:rPr lang="ru-RU" dirty="0"/>
              <a:t>всех общественных институтов.</a:t>
            </a:r>
          </a:p>
          <a:p>
            <a:r>
              <a:rPr lang="ru-RU" dirty="0"/>
              <a:t>Франция: </a:t>
            </a:r>
            <a:r>
              <a:rPr lang="ru-RU" b="1" dirty="0"/>
              <a:t>8 войн </a:t>
            </a:r>
            <a:r>
              <a:rPr lang="ru-RU" dirty="0"/>
              <a:t>католиков с гугенотами </a:t>
            </a:r>
            <a:r>
              <a:rPr lang="en-US" dirty="0"/>
              <a:t>XVI – I </a:t>
            </a:r>
            <a:r>
              <a:rPr lang="ru-RU" dirty="0"/>
              <a:t>пол. </a:t>
            </a:r>
            <a:r>
              <a:rPr lang="en-US" dirty="0"/>
              <a:t>XVII </a:t>
            </a:r>
            <a:r>
              <a:rPr lang="ru-RU" dirty="0"/>
              <a:t>веков. </a:t>
            </a:r>
          </a:p>
        </p:txBody>
      </p:sp>
    </p:spTree>
    <p:extLst>
      <p:ext uri="{BB962C8B-B14F-4D97-AF65-F5344CB8AC3E}">
        <p14:creationId xmlns:p14="http://schemas.microsoft.com/office/powerpoint/2010/main" val="338641414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476672"/>
            <a:ext cx="5915000" cy="792088"/>
          </a:xfrm>
        </p:spPr>
        <p:txBody>
          <a:bodyPr/>
          <a:lstStyle/>
          <a:p>
            <a:r>
              <a:rPr lang="ru-RU" sz="2800" dirty="0">
                <a:solidFill>
                  <a:srgbClr val="2F5897"/>
                </a:solidFill>
              </a:rPr>
              <a:t>Борис Годунов – царь (1598-1605) </a:t>
            </a:r>
            <a:endParaRPr lang="ru-RU" sz="2800" dirty="0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2000" dirty="0"/>
              <a:t>Первые попытки модернизации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quarter" idx="3"/>
          </p:nvPr>
        </p:nvSpPr>
        <p:spPr>
          <a:xfrm>
            <a:off x="5076057" y="1484784"/>
            <a:ext cx="2016223" cy="720080"/>
          </a:xfrm>
        </p:spPr>
        <p:txBody>
          <a:bodyPr/>
          <a:lstStyle/>
          <a:p>
            <a:r>
              <a:rPr lang="ru-RU" sz="2000" dirty="0"/>
              <a:t>Тенденция</a:t>
            </a:r>
          </a:p>
          <a:p>
            <a:r>
              <a:rPr lang="ru-RU" sz="2000" dirty="0"/>
              <a:t>к архаизации</a:t>
            </a:r>
          </a:p>
        </p:txBody>
      </p:sp>
      <p:sp>
        <p:nvSpPr>
          <p:cNvPr id="5" name="Объект 4"/>
          <p:cNvSpPr>
            <a:spLocks noGrp="1"/>
          </p:cNvSpPr>
          <p:nvPr>
            <p:ph sz="quarter" idx="13"/>
          </p:nvPr>
        </p:nvSpPr>
        <p:spPr/>
        <p:txBody>
          <a:bodyPr>
            <a:normAutofit fontScale="92500" lnSpcReduction="10000"/>
          </a:bodyPr>
          <a:lstStyle/>
          <a:p>
            <a:r>
              <a:rPr lang="ru-RU" dirty="0"/>
              <a:t>избрание Б.Г. царем на Земском соборе;</a:t>
            </a:r>
          </a:p>
          <a:p>
            <a:r>
              <a:rPr lang="ru-RU" dirty="0"/>
              <a:t>приглашение в страну специалистов из Европы;</a:t>
            </a:r>
          </a:p>
          <a:p>
            <a:r>
              <a:rPr lang="ru-RU" dirty="0"/>
              <a:t>направление молодых людей на учебу в Европу;</a:t>
            </a:r>
          </a:p>
          <a:p>
            <a:r>
              <a:rPr lang="ru-RU" dirty="0"/>
              <a:t>строительство каменных крепостей на западе и юго-востоке;</a:t>
            </a:r>
          </a:p>
          <a:p>
            <a:endParaRPr lang="ru-RU" dirty="0"/>
          </a:p>
        </p:txBody>
      </p:sp>
      <p:sp>
        <p:nvSpPr>
          <p:cNvPr id="6" name="Объект 5"/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r>
              <a:rPr lang="ru-RU" dirty="0"/>
              <a:t>введение поста патриарха;</a:t>
            </a:r>
          </a:p>
          <a:p>
            <a:r>
              <a:rPr lang="ru-RU" dirty="0"/>
              <a:t>фактический (формальный указ – не известен) запрет Юрьева дня;</a:t>
            </a:r>
          </a:p>
          <a:p>
            <a:r>
              <a:rPr lang="ru-RU" dirty="0"/>
              <a:t>введение 5-летнего сыска беглых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08304" y="404664"/>
            <a:ext cx="1390570" cy="172010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84958720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60648"/>
            <a:ext cx="5987008" cy="864096"/>
          </a:xfrm>
        </p:spPr>
        <p:txBody>
          <a:bodyPr/>
          <a:lstStyle/>
          <a:p>
            <a:r>
              <a:rPr lang="ru-RU" sz="3200" dirty="0"/>
              <a:t>Концепция «черных лебедей»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57200" y="1268760"/>
            <a:ext cx="8229600" cy="3744417"/>
          </a:xfrm>
        </p:spPr>
        <p:txBody>
          <a:bodyPr>
            <a:normAutofit fontScale="77500" lnSpcReduction="20000"/>
          </a:bodyPr>
          <a:lstStyle/>
          <a:p>
            <a:r>
              <a:rPr lang="ru-RU" dirty="0"/>
              <a:t>Автор: </a:t>
            </a:r>
            <a:r>
              <a:rPr lang="ru-RU" dirty="0" err="1"/>
              <a:t>Насим</a:t>
            </a:r>
            <a:r>
              <a:rPr lang="ru-RU" dirty="0"/>
              <a:t> Николас Талеб (с опорой на философскую традицию Фрэнсиса Бэкона,  Дэвида Юма и Джона Милля).</a:t>
            </a:r>
          </a:p>
          <a:p>
            <a:r>
              <a:rPr lang="ru-RU" dirty="0"/>
              <a:t>Текст: «Одураченные случайностью» (2001) , «Черный лебедь» (2007).</a:t>
            </a:r>
          </a:p>
          <a:p>
            <a:r>
              <a:rPr lang="ru-RU" dirty="0"/>
              <a:t>Главное: «черный лебедь» - это событие (или его отсутствие), обладающее тремя признаками: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ru-RU" dirty="0"/>
              <a:t>«Во-первых, оно аномально, потому что ничто в прошлом его не предвещало.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ru-RU" dirty="0"/>
              <a:t>Во-вторых, оно обладает огромной силой воздействия. 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ru-RU" dirty="0"/>
              <a:t>В-третьих, человеческая природа заставляет нас придумывать объяснения случившемуся после того, как оно случилось, делая событие, сначала воспринятое как сюрприз, объяснимым и предсказуемым».</a:t>
            </a:r>
          </a:p>
        </p:txBody>
      </p:sp>
      <p:sp>
        <p:nvSpPr>
          <p:cNvPr id="4" name="Скругленный прямоугольник 3"/>
          <p:cNvSpPr/>
          <p:nvPr/>
        </p:nvSpPr>
        <p:spPr>
          <a:xfrm>
            <a:off x="755576" y="5301208"/>
            <a:ext cx="7632848" cy="864096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dirty="0"/>
              <a:t>В науке о прошлом «черный лебедь» – событие, обрывающее ожидаемый ход событий и меняющее ход истории</a:t>
            </a:r>
          </a:p>
        </p:txBody>
      </p:sp>
      <p:pic>
        <p:nvPicPr>
          <p:cNvPr id="5" name="Petr_Ilich_CHajkovskij_-_CHernyj_lebed_Lebedinoe_ozero.mp3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7524328" y="548680"/>
            <a:ext cx="487363" cy="487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19020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56352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332656"/>
            <a:ext cx="8229600" cy="864096"/>
          </a:xfrm>
        </p:spPr>
        <p:txBody>
          <a:bodyPr/>
          <a:lstStyle/>
          <a:p>
            <a:r>
              <a:rPr lang="ru-RU" sz="3200" dirty="0"/>
              <a:t>«Черный лебедь» № 1 «объективный»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57200" y="1412776"/>
            <a:ext cx="8229600" cy="3816425"/>
          </a:xfrm>
        </p:spPr>
        <p:txBody>
          <a:bodyPr>
            <a:normAutofit fontScale="85000" lnSpcReduction="20000"/>
          </a:bodyPr>
          <a:lstStyle/>
          <a:p>
            <a:pPr marL="0" indent="0" algn="ctr">
              <a:buNone/>
            </a:pPr>
            <a:r>
              <a:rPr lang="ru-RU" b="1" dirty="0"/>
              <a:t>1601 год.</a:t>
            </a:r>
          </a:p>
          <a:p>
            <a:r>
              <a:rPr lang="ru-RU" dirty="0"/>
              <a:t>Необычайной яркости комета, в небе России стояли три солнца.</a:t>
            </a:r>
          </a:p>
          <a:p>
            <a:r>
              <a:rPr lang="ru-RU" dirty="0"/>
              <a:t>Извержение вулкана Уйнапутина.</a:t>
            </a:r>
          </a:p>
          <a:p>
            <a:r>
              <a:rPr lang="ru-RU" dirty="0"/>
              <a:t>«Весною небо омрачилось густою тьмою, и весь год, а также следующий год до 27 июля из за высотного дыма солнце и луна были красноватые, бледные и без блеска».</a:t>
            </a:r>
          </a:p>
          <a:p>
            <a:r>
              <a:rPr lang="ru-RU" dirty="0"/>
              <a:t>Мороз ударил 28 июля в Москве, а 31 августа во Пскове. 15августа  Москва-река замерзла, по Чёрному морю в Константинополь ездили на санях. 1 сентября лег снег. 10 октября замерз Днепр, как зимой.</a:t>
            </a:r>
          </a:p>
          <a:p>
            <a:r>
              <a:rPr lang="ru-RU" dirty="0"/>
              <a:t>Цена хлеба увеличилась в 100 раз. В следующие два года вымерла «треть царства Московского».</a:t>
            </a:r>
          </a:p>
        </p:txBody>
      </p:sp>
      <p:sp>
        <p:nvSpPr>
          <p:cNvPr id="4" name="Скругленный прямоугольник 3"/>
          <p:cNvSpPr/>
          <p:nvPr/>
        </p:nvSpPr>
        <p:spPr>
          <a:xfrm>
            <a:off x="971600" y="5373216"/>
            <a:ext cx="7344816" cy="720080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dirty="0"/>
              <a:t>Современные представления: не было бы «запустения земель» после правления Ивана грозного – не было бы такой катастрофы.</a:t>
            </a:r>
          </a:p>
        </p:txBody>
      </p:sp>
    </p:spTree>
    <p:extLst>
      <p:ext uri="{BB962C8B-B14F-4D97-AF65-F5344CB8AC3E}">
        <p14:creationId xmlns:p14="http://schemas.microsoft.com/office/powerpoint/2010/main" val="202755374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60648"/>
            <a:ext cx="8229600" cy="936104"/>
          </a:xfrm>
        </p:spPr>
        <p:txBody>
          <a:bodyPr/>
          <a:lstStyle/>
          <a:p>
            <a:r>
              <a:rPr lang="ru-RU" sz="3200" dirty="0"/>
              <a:t>«Черный лебедь» № 2 «субъективный»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1591 г. – смерть последнего сына Ивана </a:t>
            </a:r>
            <a:r>
              <a:rPr lang="en-US" dirty="0"/>
              <a:t>IV </a:t>
            </a:r>
            <a:r>
              <a:rPr lang="ru-RU" dirty="0"/>
              <a:t> - Дмитрия. Следствие комиссии Василия Шуйского приходит к выводу – случайно заколол сам себя. Свидетели быстро гибнут.</a:t>
            </a:r>
          </a:p>
          <a:p>
            <a:r>
              <a:rPr lang="ru-RU" dirty="0"/>
              <a:t>1603 г. русский слуга кн. Адама Вишневецкого сильно заболел и на предсмертной исповеди признался, что он чудесно спасшийся сын Ивана </a:t>
            </a:r>
            <a:r>
              <a:rPr lang="en-US" dirty="0"/>
              <a:t>IV </a:t>
            </a:r>
            <a:r>
              <a:rPr lang="ru-RU" dirty="0"/>
              <a:t>Дмитрий.</a:t>
            </a:r>
          </a:p>
          <a:p>
            <a:r>
              <a:rPr lang="ru-RU" b="1" dirty="0"/>
              <a:t>Август 1604 г. </a:t>
            </a:r>
            <a:r>
              <a:rPr lang="ru-RU" dirty="0"/>
              <a:t>Войско Лжедмитрия начинает поход на Москву</a:t>
            </a:r>
          </a:p>
        </p:txBody>
      </p:sp>
    </p:spTree>
    <p:extLst>
      <p:ext uri="{BB962C8B-B14F-4D97-AF65-F5344CB8AC3E}">
        <p14:creationId xmlns:p14="http://schemas.microsoft.com/office/powerpoint/2010/main" val="158192512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http://onlinekniga.net/images/books/7099/page/i_115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9592" y="116632"/>
            <a:ext cx="7030988" cy="63895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468109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188640"/>
            <a:ext cx="8229600" cy="720080"/>
          </a:xfrm>
        </p:spPr>
        <p:txBody>
          <a:bodyPr/>
          <a:lstStyle/>
          <a:p>
            <a:r>
              <a:rPr lang="ru-RU" sz="3200" dirty="0"/>
              <a:t>«Черный лебедь» № 3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57200" y="1600200"/>
            <a:ext cx="4474840" cy="4525963"/>
          </a:xfrm>
        </p:spPr>
        <p:txBody>
          <a:bodyPr/>
          <a:lstStyle/>
          <a:p>
            <a:r>
              <a:rPr lang="ru-RU" dirty="0"/>
              <a:t>13 апреля 1605 г. – смерть Бориса Годунова. Царем становится его 16-летний сын Федор.</a:t>
            </a:r>
          </a:p>
          <a:p>
            <a:r>
              <a:rPr lang="ru-RU" dirty="0"/>
              <a:t>1 июня 1605 г. – Федор свергнут сторонниками Лжедмитрия и затем убит.</a:t>
            </a: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64088" y="1313147"/>
            <a:ext cx="3182076" cy="42827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Скругленный прямоугольник 3"/>
          <p:cNvSpPr/>
          <p:nvPr/>
        </p:nvSpPr>
        <p:spPr>
          <a:xfrm>
            <a:off x="5652120" y="5805264"/>
            <a:ext cx="2894044" cy="648072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1200" dirty="0"/>
              <a:t>Константин Маковский. Агенты Дмитрия Самозванца убивают сына Бориса Годунова. 1862.</a:t>
            </a:r>
          </a:p>
        </p:txBody>
      </p:sp>
    </p:spTree>
    <p:extLst>
      <p:ext uri="{BB962C8B-B14F-4D97-AF65-F5344CB8AC3E}">
        <p14:creationId xmlns:p14="http://schemas.microsoft.com/office/powerpoint/2010/main" val="412914455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60648"/>
            <a:ext cx="8229600" cy="864096"/>
          </a:xfrm>
        </p:spPr>
        <p:txBody>
          <a:bodyPr/>
          <a:lstStyle/>
          <a:p>
            <a:r>
              <a:rPr lang="ru-RU" sz="2800" dirty="0"/>
              <a:t>Лжедмитрий </a:t>
            </a:r>
            <a:r>
              <a:rPr lang="en-US" sz="2800" dirty="0"/>
              <a:t>I</a:t>
            </a:r>
            <a:r>
              <a:rPr lang="ru-RU" sz="2800" dirty="0"/>
              <a:t>. Модернизационная демагогия: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57200" y="1362410"/>
            <a:ext cx="8229600" cy="3722775"/>
          </a:xfrm>
        </p:spPr>
        <p:txBody>
          <a:bodyPr>
            <a:normAutofit/>
          </a:bodyPr>
          <a:lstStyle/>
          <a:p>
            <a:r>
              <a:rPr lang="ru-RU" dirty="0"/>
              <a:t>Переименование Думы в Сенат.</a:t>
            </a:r>
          </a:p>
          <a:p>
            <a:r>
              <a:rPr lang="ru-RU" dirty="0"/>
              <a:t>Объявление запрета на взятки.</a:t>
            </a:r>
          </a:p>
          <a:p>
            <a:r>
              <a:rPr lang="ru-RU" dirty="0"/>
              <a:t>Удвоение жалования служилым людям.</a:t>
            </a:r>
          </a:p>
          <a:p>
            <a:r>
              <a:rPr lang="ru-RU" dirty="0"/>
              <a:t>Освобождение от налогов украинских (северских) земель, поддержавших Лжедмитрия.</a:t>
            </a:r>
          </a:p>
          <a:p>
            <a:r>
              <a:rPr lang="ru-RU" dirty="0"/>
              <a:t>Объявление о создании университета.</a:t>
            </a:r>
          </a:p>
          <a:p>
            <a:r>
              <a:rPr lang="ru-RU" dirty="0"/>
              <a:t>Попытка внедрить европейские правила и обычаи в Москве.</a:t>
            </a:r>
          </a:p>
        </p:txBody>
      </p:sp>
      <p:sp>
        <p:nvSpPr>
          <p:cNvPr id="4" name="Прямоугольник 3"/>
          <p:cNvSpPr/>
          <p:nvPr/>
        </p:nvSpPr>
        <p:spPr>
          <a:xfrm>
            <a:off x="1096850" y="5229200"/>
            <a:ext cx="7200800" cy="864096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dirty="0"/>
              <a:t>Итог: формирование заговора во главе с Василием Шуйским и переворот 17 мая 1606 г.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64288" y="1196752"/>
            <a:ext cx="1802457" cy="17714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4764333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188640"/>
            <a:ext cx="8229600" cy="720080"/>
          </a:xfrm>
        </p:spPr>
        <p:txBody>
          <a:bodyPr/>
          <a:lstStyle/>
          <a:p>
            <a:r>
              <a:rPr lang="ru-RU" sz="2800" dirty="0"/>
              <a:t>Василий Шуйский:  популизм архаики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57200" y="1268761"/>
            <a:ext cx="6275040" cy="2736304"/>
          </a:xfrm>
        </p:spPr>
        <p:txBody>
          <a:bodyPr>
            <a:normAutofit lnSpcReduction="10000"/>
          </a:bodyPr>
          <a:lstStyle/>
          <a:p>
            <a:r>
              <a:rPr lang="ru-RU" dirty="0"/>
              <a:t>Не избран, а «выкрикнут» собранием народа на Красной площади.</a:t>
            </a:r>
          </a:p>
          <a:p>
            <a:r>
              <a:rPr lang="ru-RU" dirty="0"/>
              <a:t>Дал «крестоцеловальную запись».</a:t>
            </a:r>
          </a:p>
          <a:p>
            <a:r>
              <a:rPr lang="ru-RU" dirty="0"/>
              <a:t>Ввел 15-летний срок сыска беглых.</a:t>
            </a:r>
          </a:p>
          <a:p>
            <a:r>
              <a:rPr lang="ru-RU" dirty="0"/>
              <a:t>Запретил обращать в холопов «вольных слуг».</a:t>
            </a:r>
          </a:p>
        </p:txBody>
      </p:sp>
      <p:sp>
        <p:nvSpPr>
          <p:cNvPr id="4" name="Скругленный прямоугольник 3"/>
          <p:cNvSpPr/>
          <p:nvPr/>
        </p:nvSpPr>
        <p:spPr>
          <a:xfrm>
            <a:off x="611560" y="4293096"/>
            <a:ext cx="8136904" cy="1800200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dirty="0"/>
              <a:t>ПОПУЛИ́ЗМ - [от лат. populus - народ] Способ ведения политической борьбы, основанный на крайнем упрощении своей политической программы, сведении её к требованиям немедленной, очевидной для всех выгоды; действия политика, рассчитанные на популярность у простых людей.</a:t>
            </a:r>
          </a:p>
          <a:p>
            <a:pPr algn="r"/>
            <a:r>
              <a:rPr lang="ru-RU" dirty="0"/>
              <a:t>Большой толковый словарь русского языка.</a:t>
            </a: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88224" y="1484784"/>
            <a:ext cx="1746325" cy="22934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7184019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60648"/>
            <a:ext cx="8229600" cy="648072"/>
          </a:xfrm>
        </p:spPr>
        <p:txBody>
          <a:bodyPr/>
          <a:lstStyle/>
          <a:p>
            <a:r>
              <a:rPr lang="ru-RU" sz="3200" dirty="0"/>
              <a:t>Крестоцеловальная запись: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57200" y="1340768"/>
            <a:ext cx="8229600" cy="4785395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ru-RU" dirty="0"/>
              <a:t>«И позволил есми яз, царь и великий князь Василий Иванович всея Русии, целовати крест на том, что мне, великому государю, всякого человека, </a:t>
            </a:r>
            <a:r>
              <a:rPr lang="ru-RU" b="1" dirty="0"/>
              <a:t>не осудя истинным судом з бояры своими, смерти не предати</a:t>
            </a:r>
            <a:r>
              <a:rPr lang="ru-RU" dirty="0"/>
              <a:t>, и вотчин, и дворов, и животов у братии их, и у жен и у детей </a:t>
            </a:r>
            <a:r>
              <a:rPr lang="ru-RU" b="1" dirty="0"/>
              <a:t>не отъимати</a:t>
            </a:r>
            <a:r>
              <a:rPr lang="ru-RU" dirty="0"/>
              <a:t>, будет которые с ними в мысли не были, также и у гостей, и у торговых, и у черных людей, хотя которой по суду и по сыску доидет и до смертные вина, </a:t>
            </a:r>
            <a:r>
              <a:rPr lang="ru-RU" b="1" dirty="0"/>
              <a:t>и после их у жен и у детей дворов и лавок, и животов не отъимати</a:t>
            </a:r>
            <a:r>
              <a:rPr lang="ru-RU" dirty="0"/>
              <a:t>, будут они с ними в той вине неповинны; да и </a:t>
            </a:r>
            <a:r>
              <a:rPr lang="ru-RU" b="1" dirty="0"/>
              <a:t>доводов ложных мне, великому государю не слушати</a:t>
            </a:r>
            <a:r>
              <a:rPr lang="ru-RU" dirty="0"/>
              <a:t>, а сыскивати всякими сыски накрепко и ставити с очей на очи, чтоб в том православное христианство без вины не гибли; </a:t>
            </a:r>
            <a:r>
              <a:rPr lang="ru-RU" b="1" dirty="0"/>
              <a:t>а кто на кого солжет,и, сыскав, того казнити</a:t>
            </a:r>
            <a:r>
              <a:rPr lang="ru-RU" dirty="0"/>
              <a:t>, смотря по вине того: что был взвел неподелно, тем сам осудится. </a:t>
            </a:r>
          </a:p>
        </p:txBody>
      </p:sp>
    </p:spTree>
    <p:extLst>
      <p:ext uri="{BB962C8B-B14F-4D97-AF65-F5344CB8AC3E}">
        <p14:creationId xmlns:p14="http://schemas.microsoft.com/office/powerpoint/2010/main" val="262103290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60648"/>
            <a:ext cx="8229600" cy="864096"/>
          </a:xfrm>
        </p:spPr>
        <p:txBody>
          <a:bodyPr/>
          <a:lstStyle/>
          <a:p>
            <a:r>
              <a:rPr lang="ru-RU" sz="2400" dirty="0"/>
              <a:t>Для сравнения: «Великая хартия вольностей» (1215 г.):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57200" y="1412776"/>
            <a:ext cx="8229600" cy="4713387"/>
          </a:xfrm>
        </p:spPr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ru-RU" dirty="0"/>
              <a:t>13. И город Лондон должен иметь все древние вольности и свободные свои обычаи как на суше, так и на воде. Кроме того мы желаем и соизволяем, чтобы все другие города и бурги, и местечки, и порты имели все вольности и свободные свои обычаи.</a:t>
            </a:r>
          </a:p>
          <a:p>
            <a:endParaRPr lang="ru-RU" dirty="0"/>
          </a:p>
          <a:p>
            <a:pPr marL="0" indent="0">
              <a:buNone/>
            </a:pPr>
            <a:r>
              <a:rPr lang="ru-RU" dirty="0"/>
              <a:t>14. А для того чтобы иметь общий совет королевства при обложении пособием в других случаях, кроме трех вышеназванных, или для обложения щитовыми деньгами, мы повелим позвать архиепископов, епископов, аббатов, графов и старших баронов (majores barones) нашими письмами за нашими печатями…</a:t>
            </a:r>
          </a:p>
        </p:txBody>
      </p:sp>
    </p:spTree>
    <p:extLst>
      <p:ext uri="{BB962C8B-B14F-4D97-AF65-F5344CB8AC3E}">
        <p14:creationId xmlns:p14="http://schemas.microsoft.com/office/powerpoint/2010/main" val="381903087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60648"/>
            <a:ext cx="8229600" cy="936104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ru-RU" sz="2800" dirty="0"/>
              <a:t>Поход</a:t>
            </a:r>
            <a:r>
              <a:rPr lang="en-US" sz="2800" dirty="0"/>
              <a:t> </a:t>
            </a:r>
            <a:r>
              <a:rPr lang="ru-RU" sz="2800" dirty="0"/>
              <a:t>Болотникова и начало гражданской войны (1606—1607 )</a:t>
            </a: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560" y="1560955"/>
            <a:ext cx="7993798" cy="442647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04308306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323528" y="404664"/>
            <a:ext cx="8352928" cy="792088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ru-RU" sz="2400" dirty="0"/>
              <a:t>Двоевластие популистов:  Шуйский </a:t>
            </a:r>
            <a:r>
              <a:rPr lang="en-US" sz="2400" dirty="0"/>
              <a:t>vs</a:t>
            </a:r>
            <a:r>
              <a:rPr lang="ru-RU" sz="2400" dirty="0"/>
              <a:t> Лжедмитрий </a:t>
            </a:r>
            <a:r>
              <a:rPr lang="en-US" sz="2400" dirty="0"/>
              <a:t>II</a:t>
            </a:r>
            <a:br>
              <a:rPr lang="ru-RU" sz="2400" dirty="0"/>
            </a:br>
            <a:r>
              <a:rPr lang="ru-RU" sz="2400" dirty="0"/>
              <a:t>(с лета 1608 г.)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23528" y="1268760"/>
            <a:ext cx="8496944" cy="3456384"/>
          </a:xfrm>
        </p:spPr>
        <p:txBody>
          <a:bodyPr>
            <a:normAutofit fontScale="85000" lnSpcReduction="20000"/>
          </a:bodyPr>
          <a:lstStyle/>
          <a:p>
            <a:r>
              <a:rPr lang="ru-RU" b="1" dirty="0"/>
              <a:t>Два царских двора</a:t>
            </a:r>
            <a:r>
              <a:rPr lang="ru-RU" dirty="0"/>
              <a:t>: в Москве (Шуйский) и в Тушине (Лжедмитрий), причем в Тушине – Мария Нагая и Марина Мнишек.</a:t>
            </a:r>
          </a:p>
          <a:p>
            <a:r>
              <a:rPr lang="ru-RU" b="1" dirty="0"/>
              <a:t>Два патриарха </a:t>
            </a:r>
            <a:r>
              <a:rPr lang="ru-RU" dirty="0"/>
              <a:t>(Москва – Исидор, затем Геронтий;  Тушино – Филарет Романов).</a:t>
            </a:r>
          </a:p>
          <a:p>
            <a:r>
              <a:rPr lang="ru-RU" b="1" dirty="0"/>
              <a:t>Две Думы </a:t>
            </a:r>
            <a:r>
              <a:rPr lang="ru-RU" dirty="0"/>
              <a:t>(бояре-перелеты) и две системы приказов, возглавляемых дьяками.</a:t>
            </a:r>
          </a:p>
          <a:p>
            <a:r>
              <a:rPr lang="ru-RU" b="1" dirty="0"/>
              <a:t>Контроль территории: </a:t>
            </a:r>
            <a:r>
              <a:rPr lang="ru-RU" dirty="0"/>
              <a:t>Шуйский – Москва и все территории к востоку от нее. Лжедмитрий – все территории к юго-западу от Москвы + северное Поволжье (Ярославль, Кострома, Углич). Борьба ведется за Троицко-Сергиевский монастырь как рубеж для продвижения войск Самозванца на восток.</a:t>
            </a:r>
          </a:p>
        </p:txBody>
      </p:sp>
      <p:sp>
        <p:nvSpPr>
          <p:cNvPr id="4" name="Скругленный прямоугольник 3"/>
          <p:cNvSpPr/>
          <p:nvPr/>
        </p:nvSpPr>
        <p:spPr>
          <a:xfrm>
            <a:off x="683568" y="4653136"/>
            <a:ext cx="7704856" cy="1800200"/>
          </a:xfrm>
          <a:prstGeom prst="roundRect">
            <a:avLst/>
          </a:prstGeom>
          <a:scene3d>
            <a:camera prst="orthographicFront"/>
            <a:lightRig rig="threePt" dir="t"/>
          </a:scene3d>
          <a:sp3d>
            <a:bevelT prst="slope"/>
          </a:sp3d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prstClr val="black"/>
                </a:solidFill>
              </a:rPr>
              <a:t>Территории, над которыми потерян контроль: Новгород (шведы), Псков, Смоленск (осаждает польский король).</a:t>
            </a:r>
          </a:p>
          <a:p>
            <a:pPr algn="ctr"/>
            <a:r>
              <a:rPr lang="ru-RU" dirty="0">
                <a:solidFill>
                  <a:prstClr val="black"/>
                </a:solidFill>
              </a:rPr>
              <a:t>Все территории к югу от Коломны под контролем местных воевод и дворянства, либо – казачества.</a:t>
            </a:r>
          </a:p>
          <a:p>
            <a:pPr algn="ctr"/>
            <a:r>
              <a:rPr lang="ru-RU" b="1" dirty="0">
                <a:solidFill>
                  <a:prstClr val="black"/>
                </a:solidFill>
              </a:rPr>
              <a:t>Гражданская война – повод для иностранной интервенции! </a:t>
            </a:r>
          </a:p>
        </p:txBody>
      </p:sp>
    </p:spTree>
    <p:extLst>
      <p:ext uri="{BB962C8B-B14F-4D97-AF65-F5344CB8AC3E}">
        <p14:creationId xmlns:p14="http://schemas.microsoft.com/office/powerpoint/2010/main" val="89264242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332656"/>
            <a:ext cx="8229600" cy="936104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ru-RU" sz="3200" dirty="0"/>
              <a:t>Попытка опереться на иностранную военную силу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67544" y="1412776"/>
            <a:ext cx="8229600" cy="4176464"/>
          </a:xfrm>
        </p:spPr>
        <p:txBody>
          <a:bodyPr>
            <a:normAutofit fontScale="92500"/>
          </a:bodyPr>
          <a:lstStyle/>
          <a:p>
            <a:r>
              <a:rPr lang="ru-RU" dirty="0"/>
              <a:t>1608 г. князь Скопин-Шуйский возглавляет народное движение против Самозванца и поляков, Василий Шуйский заключает со Швецией Выборгский договор, по которому в обмен на военную помощь шведской короне передавался Корельский уезд.</a:t>
            </a:r>
          </a:p>
          <a:p>
            <a:r>
              <a:rPr lang="ru-RU" dirty="0"/>
              <a:t>1609 г. распад Тушинского лагеря, обращение Филарета и части тушинских бояр к польскому королю (и шведскому принцу) Сигизмунду:  дать на престол сына (Владислава).</a:t>
            </a:r>
          </a:p>
          <a:p>
            <a:r>
              <a:rPr lang="ru-RU" dirty="0"/>
              <a:t>1619 г. Переворот в Москве, арест Шуйского, «Семибоярщина» и обращение к Сигизмунду.</a:t>
            </a:r>
          </a:p>
        </p:txBody>
      </p:sp>
    </p:spTree>
    <p:extLst>
      <p:ext uri="{BB962C8B-B14F-4D97-AF65-F5344CB8AC3E}">
        <p14:creationId xmlns:p14="http://schemas.microsoft.com/office/powerpoint/2010/main" val="290316348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548680"/>
            <a:ext cx="8229600" cy="720080"/>
          </a:xfrm>
        </p:spPr>
        <p:txBody>
          <a:bodyPr>
            <a:normAutofit fontScale="90000"/>
          </a:bodyPr>
          <a:lstStyle/>
          <a:p>
            <a:r>
              <a:rPr lang="ru-RU" sz="2800" dirty="0"/>
              <a:t>Провал Владислава. Причины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ru-RU" dirty="0"/>
              <a:t>Отец Владислава Сигизмунд </a:t>
            </a:r>
            <a:r>
              <a:rPr lang="en-US" dirty="0"/>
              <a:t>III</a:t>
            </a:r>
            <a:r>
              <a:rPr lang="ru-RU" dirty="0"/>
              <a:t> после того, как дал согласие послать сына в Москву, не снял осаду со Смоленска.</a:t>
            </a:r>
          </a:p>
          <a:p>
            <a:r>
              <a:rPr lang="ru-RU" dirty="0"/>
              <a:t>Дав «крестоцеловальную запись», Владислав не поехал в Москву (не пустил отец).</a:t>
            </a:r>
          </a:p>
          <a:p>
            <a:r>
              <a:rPr lang="ru-RU" dirty="0"/>
              <a:t>Капитан </a:t>
            </a:r>
            <a:r>
              <a:rPr lang="ru-RU" dirty="0" err="1"/>
              <a:t>Гонсевский</a:t>
            </a:r>
            <a:r>
              <a:rPr lang="ru-RU" dirty="0"/>
              <a:t> (представитель Владислава) повел себя в Москве как завоеватель.</a:t>
            </a:r>
          </a:p>
          <a:p>
            <a:r>
              <a:rPr lang="ru-RU" dirty="0"/>
              <a:t>Церковь не поддержала Владислава (митрополит Геронтий и старцы Троицко-Сергиевского монастыря направили антипольские воззвания).</a:t>
            </a:r>
          </a:p>
          <a:p>
            <a:r>
              <a:rPr lang="ru-RU" dirty="0"/>
              <a:t>Владислав не наладил отношения с воеводами крупных городов.</a:t>
            </a:r>
          </a:p>
        </p:txBody>
      </p:sp>
    </p:spTree>
    <p:extLst>
      <p:ext uri="{BB962C8B-B14F-4D97-AF65-F5344CB8AC3E}">
        <p14:creationId xmlns:p14="http://schemas.microsoft.com/office/powerpoint/2010/main" val="193400723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67544" y="260648"/>
            <a:ext cx="8229600" cy="720080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ru-RU" sz="3200" dirty="0"/>
              <a:t>Освободительная борьба. Фальшстарт.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67544" y="1268761"/>
            <a:ext cx="8219256" cy="3312368"/>
          </a:xfrm>
        </p:spPr>
        <p:txBody>
          <a:bodyPr/>
          <a:lstStyle/>
          <a:p>
            <a:pPr marL="0" indent="0">
              <a:buNone/>
            </a:pPr>
            <a:r>
              <a:rPr lang="ru-RU" dirty="0"/>
              <a:t>1611 г. Осада Москвы силами </a:t>
            </a:r>
            <a:r>
              <a:rPr lang="en-US" dirty="0"/>
              <a:t>I </a:t>
            </a:r>
            <a:r>
              <a:rPr lang="ru-RU" dirty="0"/>
              <a:t>ополчения.</a:t>
            </a:r>
          </a:p>
          <a:p>
            <a:pPr marL="0" indent="0">
              <a:buNone/>
            </a:pPr>
            <a:r>
              <a:rPr lang="ru-RU" dirty="0"/>
              <a:t>Совет всея земли возглавили:</a:t>
            </a:r>
          </a:p>
          <a:p>
            <a:r>
              <a:rPr lang="ru-RU" dirty="0"/>
              <a:t>кн. Дмитрий Трубецкой – командир тушинских дворян.</a:t>
            </a:r>
          </a:p>
          <a:p>
            <a:r>
              <a:rPr lang="ru-RU" dirty="0"/>
              <a:t>Прокопий Ляпунов – выборный воевода рязанского дворянского ополчения.</a:t>
            </a:r>
          </a:p>
          <a:p>
            <a:r>
              <a:rPr lang="ru-RU" dirty="0"/>
              <a:t>Заруцкий – атаман казаков «тушинского лагеря».</a:t>
            </a:r>
          </a:p>
        </p:txBody>
      </p:sp>
      <p:sp>
        <p:nvSpPr>
          <p:cNvPr id="4" name="Скругленный прямоугольник 3"/>
          <p:cNvSpPr/>
          <p:nvPr/>
        </p:nvSpPr>
        <p:spPr>
          <a:xfrm>
            <a:off x="991747" y="4725144"/>
            <a:ext cx="7056784" cy="1656184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prstClr val="black"/>
                </a:solidFill>
              </a:rPr>
              <a:t>Неразрешимые противоречия между казаками и дворянами южных земель привели к убийству Ляпунова и бегству Заруцкого (с Мариной Мнишек и «Воренком») в Астрахань, где тот пытался создать свое «царство».</a:t>
            </a:r>
          </a:p>
        </p:txBody>
      </p:sp>
    </p:spTree>
    <p:extLst>
      <p:ext uri="{BB962C8B-B14F-4D97-AF65-F5344CB8AC3E}">
        <p14:creationId xmlns:p14="http://schemas.microsoft.com/office/powerpoint/2010/main" val="246262725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533400"/>
            <a:ext cx="8229600" cy="591344"/>
          </a:xfrm>
        </p:spPr>
        <p:txBody>
          <a:bodyPr>
            <a:noAutofit/>
          </a:bodyPr>
          <a:lstStyle/>
          <a:p>
            <a:r>
              <a:rPr lang="ru-RU" sz="3200" dirty="0"/>
              <a:t>Освободительная борьба: сценарий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57200" y="1412776"/>
            <a:ext cx="8291264" cy="5064224"/>
          </a:xfrm>
        </p:spPr>
        <p:txBody>
          <a:bodyPr>
            <a:normAutofit lnSpcReduction="10000"/>
          </a:bodyPr>
          <a:lstStyle/>
          <a:p>
            <a:r>
              <a:rPr lang="ru-RU" b="1" dirty="0"/>
              <a:t>Первый акт: </a:t>
            </a:r>
            <a:r>
              <a:rPr lang="ru-RU" dirty="0"/>
              <a:t>нач. 1612 г. в Нижнем Новгороде создается общественный «фонд» пожертвований на создание национальной армии. Возглавляет его «выборный человек» Кузьма Минич Сухоруков. На деньги фонда содержатся отряды добровольцев</a:t>
            </a:r>
            <a:r>
              <a:rPr lang="ru-RU"/>
              <a:t>, возглавляет </a:t>
            </a:r>
            <a:r>
              <a:rPr lang="ru-RU" dirty="0"/>
              <a:t>которые воевода, князь Дмитрий Пожарский, принимавший участие в осаде Москвы.</a:t>
            </a:r>
          </a:p>
          <a:p>
            <a:r>
              <a:rPr lang="ru-RU" b="1" dirty="0"/>
              <a:t>Второй акт: </a:t>
            </a:r>
            <a:r>
              <a:rPr lang="ru-RU" dirty="0"/>
              <a:t>февраль 1612 г. Выход войск к Ярославлю для сбора войск «свободных» территорий.</a:t>
            </a:r>
          </a:p>
          <a:p>
            <a:r>
              <a:rPr lang="ru-RU" b="1" dirty="0"/>
              <a:t>Третий акт: </a:t>
            </a:r>
            <a:r>
              <a:rPr lang="ru-RU" dirty="0"/>
              <a:t>установление контактов между </a:t>
            </a:r>
            <a:r>
              <a:rPr lang="en-US" dirty="0"/>
              <a:t>I </a:t>
            </a:r>
            <a:r>
              <a:rPr lang="ru-RU" dirty="0"/>
              <a:t>и </a:t>
            </a:r>
            <a:r>
              <a:rPr lang="en-US" dirty="0"/>
              <a:t>II </a:t>
            </a:r>
            <a:r>
              <a:rPr lang="ru-RU" dirty="0"/>
              <a:t>ополчениями. Обсуждение идеи приглашения шведского принца Карла-Филиппа.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84937199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67544" y="332656"/>
            <a:ext cx="8229600" cy="591344"/>
          </a:xfrm>
        </p:spPr>
        <p:txBody>
          <a:bodyPr>
            <a:noAutofit/>
          </a:bodyPr>
          <a:lstStyle/>
          <a:p>
            <a:r>
              <a:rPr lang="ru-RU" sz="2400" dirty="0"/>
              <a:t>Освободительная борьба: сценарий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57200" y="908720"/>
            <a:ext cx="8363272" cy="5568280"/>
          </a:xfrm>
        </p:spPr>
        <p:txBody>
          <a:bodyPr>
            <a:normAutofit/>
          </a:bodyPr>
          <a:lstStyle/>
          <a:p>
            <a:r>
              <a:rPr lang="ru-RU" b="1" dirty="0"/>
              <a:t>Четвертый акт. </a:t>
            </a:r>
            <a:r>
              <a:rPr lang="ru-RU" dirty="0"/>
              <a:t>Создание в Ярославле «Совета всея земли» из числа бояр и дьяков, предложенных от имени </a:t>
            </a:r>
            <a:r>
              <a:rPr lang="en-US" dirty="0"/>
              <a:t>I </a:t>
            </a:r>
            <a:r>
              <a:rPr lang="ru-RU" dirty="0"/>
              <a:t>и </a:t>
            </a:r>
            <a:r>
              <a:rPr lang="en-US" dirty="0"/>
              <a:t>II </a:t>
            </a:r>
            <a:r>
              <a:rPr lang="ru-RU" dirty="0"/>
              <a:t>ополчения.</a:t>
            </a:r>
          </a:p>
          <a:p>
            <a:r>
              <a:rPr lang="ru-RU" b="1" dirty="0"/>
              <a:t>Пятый акт. </a:t>
            </a:r>
            <a:r>
              <a:rPr lang="ru-RU" dirty="0"/>
              <a:t>Лето-осень 1612 г.: совместная осада и взятие Москвы войсками </a:t>
            </a:r>
            <a:r>
              <a:rPr lang="en-US" dirty="0"/>
              <a:t>I </a:t>
            </a:r>
            <a:r>
              <a:rPr lang="ru-RU" dirty="0"/>
              <a:t>и </a:t>
            </a:r>
            <a:r>
              <a:rPr lang="en-US" dirty="0"/>
              <a:t>II </a:t>
            </a:r>
            <a:r>
              <a:rPr lang="ru-RU" dirty="0"/>
              <a:t>ополчений.</a:t>
            </a:r>
          </a:p>
          <a:p>
            <a:r>
              <a:rPr lang="ru-RU" b="1" dirty="0"/>
              <a:t>Шестой акт. </a:t>
            </a:r>
            <a:r>
              <a:rPr lang="ru-RU" dirty="0"/>
              <a:t>7 января - 21 февраля 1613 г. Земский собор. </a:t>
            </a:r>
            <a:r>
              <a:rPr lang="ru-RU" b="1" dirty="0"/>
              <a:t>Принцип созыва: </a:t>
            </a:r>
            <a:r>
              <a:rPr lang="ru-RU" dirty="0"/>
              <a:t>выборных от каждого города (в реальности от 1 до 15). </a:t>
            </a:r>
            <a:r>
              <a:rPr lang="ru-RU" b="1" dirty="0"/>
              <a:t>Состав: </a:t>
            </a:r>
            <a:r>
              <a:rPr lang="ru-RU" dirty="0"/>
              <a:t>представители всех свободных сословий, включая крестьян (из Поморья). </a:t>
            </a:r>
            <a:r>
              <a:rPr lang="ru-RU" b="1" dirty="0"/>
              <a:t>Российские кандидаты:  </a:t>
            </a:r>
            <a:r>
              <a:rPr lang="ru-RU" dirty="0"/>
              <a:t>В.И. Шуйский, М.В. Воротынский, Д.Т. Трубецкой и М.Ф. Романов. </a:t>
            </a:r>
            <a:r>
              <a:rPr lang="ru-RU" b="1" dirty="0"/>
              <a:t>Зарубежные кандидаты: </a:t>
            </a:r>
            <a:r>
              <a:rPr lang="ru-RU" dirty="0"/>
              <a:t>Владислав, Карл-Филлип и сын Марины Мнишек.</a:t>
            </a:r>
          </a:p>
        </p:txBody>
      </p:sp>
    </p:spTree>
    <p:extLst>
      <p:ext uri="{BB962C8B-B14F-4D97-AF65-F5344CB8AC3E}">
        <p14:creationId xmlns:p14="http://schemas.microsoft.com/office/powerpoint/2010/main" val="4018942529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Исполнительная">
  <a:themeElements>
    <a:clrScheme name="Исполнительная">
      <a:dk1>
        <a:sysClr val="windowText" lastClr="000000"/>
      </a:dk1>
      <a:lt1>
        <a:sysClr val="window" lastClr="FFFFFF"/>
      </a:lt1>
      <a:dk2>
        <a:srgbClr val="2F5897"/>
      </a:dk2>
      <a:lt2>
        <a:srgbClr val="E4E9EF"/>
      </a:lt2>
      <a:accent1>
        <a:srgbClr val="6076B4"/>
      </a:accent1>
      <a:accent2>
        <a:srgbClr val="9C5252"/>
      </a:accent2>
      <a:accent3>
        <a:srgbClr val="E68422"/>
      </a:accent3>
      <a:accent4>
        <a:srgbClr val="846648"/>
      </a:accent4>
      <a:accent5>
        <a:srgbClr val="63891F"/>
      </a:accent5>
      <a:accent6>
        <a:srgbClr val="758085"/>
      </a:accent6>
      <a:hlink>
        <a:srgbClr val="3399FF"/>
      </a:hlink>
      <a:folHlink>
        <a:srgbClr val="B2B2B2"/>
      </a:folHlink>
    </a:clrScheme>
    <a:fontScheme name="Исполнительная">
      <a:majorFont>
        <a:latin typeface="Century Gothic"/>
        <a:ea typeface=""/>
        <a:cs typeface=""/>
        <a:font script="Jpan" typeface="HGｺﾞｼｯｸM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Palatino Linotype"/>
        <a:ea typeface=""/>
        <a:cs typeface=""/>
        <a:font script="Jpan" typeface="HGS明朝E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Исполнитель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8575" cap="flat" cmpd="sng" algn="ctr">
          <a:solidFill>
            <a:schemeClr val="phClr"/>
          </a:solidFill>
          <a:prstDash val="solid"/>
        </a:ln>
        <a:ln w="508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50000">
              <a:schemeClr val="phClr">
                <a:tint val="80000"/>
                <a:satMod val="250000"/>
              </a:schemeClr>
            </a:gs>
            <a:gs pos="76000">
              <a:schemeClr val="phClr">
                <a:tint val="90000"/>
                <a:shade val="90000"/>
                <a:satMod val="200000"/>
              </a:schemeClr>
            </a:gs>
            <a:gs pos="92000">
              <a:schemeClr val="phClr">
                <a:tint val="90000"/>
                <a:shade val="70000"/>
                <a:satMod val="250000"/>
              </a:schemeClr>
            </a:gs>
          </a:gsLst>
          <a:path path="circle">
            <a:fillToRect l="50000" t="50000" r="50000" b="50000"/>
          </a:path>
        </a:gradFill>
        <a:blipFill>
          <a:blip xmlns:r="http://schemas.openxmlformats.org/officeDocument/2006/relationships" r:embed="rId1">
            <a:duotone>
              <a:schemeClr val="phClr">
                <a:tint val="95000"/>
              </a:schemeClr>
              <a:schemeClr val="phClr">
                <a:shade val="90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489</TotalTime>
  <Words>2466</Words>
  <Application>Microsoft Office PowerPoint</Application>
  <PresentationFormat>Экран (4:3)</PresentationFormat>
  <Paragraphs>184</Paragraphs>
  <Slides>30</Slides>
  <Notes>0</Notes>
  <HiddenSlides>0</HiddenSlides>
  <MMClips>1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30</vt:i4>
      </vt:variant>
    </vt:vector>
  </HeadingPairs>
  <TitlesOfParts>
    <vt:vector size="37" baseType="lpstr">
      <vt:lpstr>Arial</vt:lpstr>
      <vt:lpstr>Calibri</vt:lpstr>
      <vt:lpstr>Century Gothic</vt:lpstr>
      <vt:lpstr>Courier New</vt:lpstr>
      <vt:lpstr>Palatino Linotype</vt:lpstr>
      <vt:lpstr>Wingdings</vt:lpstr>
      <vt:lpstr>Исполнительная</vt:lpstr>
      <vt:lpstr>История России</vt:lpstr>
      <vt:lpstr>Факторы, воздействующие на европейскую историю в XVI веке:</vt:lpstr>
      <vt:lpstr>Малый ледниковый период XVI – XVII века: </vt:lpstr>
      <vt:lpstr>Следствия совокупного действия факторов:</vt:lpstr>
      <vt:lpstr>Факторы, действующие в России в XVI веке </vt:lpstr>
      <vt:lpstr>Следствия совокупного действия факторов:</vt:lpstr>
      <vt:lpstr>Фактор расширения территории</vt:lpstr>
      <vt:lpstr>Социальные противоречия XVI века и попытки их регулирования </vt:lpstr>
      <vt:lpstr>Социальные факторы, способствующие превращению социальных противоречий в системный кризис </vt:lpstr>
      <vt:lpstr>Политические и культурные факторы, способствующие превращению социальных противоречий в системный кризис </vt:lpstr>
      <vt:lpstr>Проявления системного кризиса</vt:lpstr>
      <vt:lpstr>Варианты выхода из системного кризиса</vt:lpstr>
      <vt:lpstr>Европейский опыт</vt:lpstr>
      <vt:lpstr>Борис Годунов – царь (1598-1605) </vt:lpstr>
      <vt:lpstr>Концепция «черных лебедей»</vt:lpstr>
      <vt:lpstr>«Черный лебедь» № 1 «объективный»</vt:lpstr>
      <vt:lpstr>«Черный лебедь» № 2 «субъективный»</vt:lpstr>
      <vt:lpstr>Презентация PowerPoint</vt:lpstr>
      <vt:lpstr>«Черный лебедь» № 3</vt:lpstr>
      <vt:lpstr>Лжедмитрий I. Модернизационная демагогия:</vt:lpstr>
      <vt:lpstr>Василий Шуйский:  популизм архаики</vt:lpstr>
      <vt:lpstr>Крестоцеловальная запись:</vt:lpstr>
      <vt:lpstr>Для сравнения: «Великая хартия вольностей» (1215 г.):</vt:lpstr>
      <vt:lpstr>Поход Болотникова и начало гражданской войны (1606—1607 )</vt:lpstr>
      <vt:lpstr>Двоевластие популистов:  Шуйский vs Лжедмитрий II (с лета 1608 г.)</vt:lpstr>
      <vt:lpstr>Попытка опереться на иностранную военную силу</vt:lpstr>
      <vt:lpstr>Провал Владислава. Причины</vt:lpstr>
      <vt:lpstr>Освободительная борьба. Фальшстарт.</vt:lpstr>
      <vt:lpstr>Освободительная борьба: сценарий</vt:lpstr>
      <vt:lpstr>Освободительная борьба: сценарий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История России</dc:title>
  <dc:creator>User</dc:creator>
  <cp:lastModifiedBy>Константин Соловьев</cp:lastModifiedBy>
  <cp:revision>38</cp:revision>
  <dcterms:created xsi:type="dcterms:W3CDTF">2017-07-07T06:49:48Z</dcterms:created>
  <dcterms:modified xsi:type="dcterms:W3CDTF">2023-08-24T11:21:18Z</dcterms:modified>
</cp:coreProperties>
</file>