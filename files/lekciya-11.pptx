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4" r:id="rId4"/>
    <p:sldId id="265" r:id="rId5"/>
    <p:sldId id="263" r:id="rId6"/>
    <p:sldId id="266" r:id="rId7"/>
    <p:sldId id="276" r:id="rId8"/>
    <p:sldId id="277" r:id="rId9"/>
    <p:sldId id="279" r:id="rId10"/>
    <p:sldId id="278" r:id="rId11"/>
    <p:sldId id="280" r:id="rId12"/>
    <p:sldId id="283" r:id="rId13"/>
    <p:sldId id="284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1" r:id="rId23"/>
    <p:sldId id="285" r:id="rId24"/>
    <p:sldId id="286" r:id="rId25"/>
    <p:sldId id="287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DC4EDF-C8C4-4A34-932B-81AE8692CEBC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4EA8587-0B0A-49F6-A0A4-0DC756C8EFED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600" dirty="0"/>
            <a:t>Модерниза-ция</a:t>
          </a:r>
        </a:p>
      </dgm:t>
    </dgm:pt>
    <dgm:pt modelId="{E69EB04A-49C4-4919-B310-7047A75FCE00}" type="parTrans" cxnId="{68122012-1965-41D2-91AF-DCC0A4A1C3BA}">
      <dgm:prSet/>
      <dgm:spPr/>
      <dgm:t>
        <a:bodyPr/>
        <a:lstStyle/>
        <a:p>
          <a:endParaRPr lang="ru-RU"/>
        </a:p>
      </dgm:t>
    </dgm:pt>
    <dgm:pt modelId="{DE10F8D4-871D-4153-B84B-D8B0655C0AF5}" type="sibTrans" cxnId="{68122012-1965-41D2-91AF-DCC0A4A1C3BA}">
      <dgm:prSet/>
      <dgm:spPr/>
      <dgm:t>
        <a:bodyPr/>
        <a:lstStyle/>
        <a:p>
          <a:endParaRPr lang="ru-RU"/>
        </a:p>
      </dgm:t>
    </dgm:pt>
    <dgm:pt modelId="{F637CB68-B0C9-424E-991F-A9E2E31652A7}">
      <dgm:prSet phldrT="[Текст]"/>
      <dgm:spPr/>
      <dgm:t>
        <a:bodyPr/>
        <a:lstStyle/>
        <a:p>
          <a:r>
            <a:rPr lang="ru-RU" dirty="0"/>
            <a:t>Догоняющее развитие</a:t>
          </a:r>
        </a:p>
      </dgm:t>
    </dgm:pt>
    <dgm:pt modelId="{EB75E9CB-538E-4D5A-AACE-9BB0480C5E05}" type="parTrans" cxnId="{4D44CD60-B855-4652-9441-4C0BC1742F09}">
      <dgm:prSet/>
      <dgm:spPr/>
      <dgm:t>
        <a:bodyPr/>
        <a:lstStyle/>
        <a:p>
          <a:endParaRPr lang="ru-RU"/>
        </a:p>
      </dgm:t>
    </dgm:pt>
    <dgm:pt modelId="{E9203AEB-279B-4330-B92C-782DD0048C03}" type="sibTrans" cxnId="{4D44CD60-B855-4652-9441-4C0BC1742F09}">
      <dgm:prSet/>
      <dgm:spPr/>
      <dgm:t>
        <a:bodyPr/>
        <a:lstStyle/>
        <a:p>
          <a:endParaRPr lang="ru-RU"/>
        </a:p>
      </dgm:t>
    </dgm:pt>
    <dgm:pt modelId="{200F74B7-8938-451E-A98B-C8211BDD4CA5}">
      <dgm:prSet phldrT="[Текст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600" dirty="0"/>
            <a:t>Инновация</a:t>
          </a:r>
        </a:p>
      </dgm:t>
    </dgm:pt>
    <dgm:pt modelId="{98684C9C-1448-446E-884A-ACC34E0E51BA}" type="parTrans" cxnId="{E7D647C0-BBD5-41D8-A471-352C09542F99}">
      <dgm:prSet/>
      <dgm:spPr/>
      <dgm:t>
        <a:bodyPr/>
        <a:lstStyle/>
        <a:p>
          <a:endParaRPr lang="ru-RU"/>
        </a:p>
      </dgm:t>
    </dgm:pt>
    <dgm:pt modelId="{8BFC4366-35E8-4A4E-8E55-3C8A8E53F22B}" type="sibTrans" cxnId="{E7D647C0-BBD5-41D8-A471-352C09542F99}">
      <dgm:prSet/>
      <dgm:spPr/>
      <dgm:t>
        <a:bodyPr/>
        <a:lstStyle/>
        <a:p>
          <a:endParaRPr lang="ru-RU"/>
        </a:p>
      </dgm:t>
    </dgm:pt>
    <dgm:pt modelId="{4EA6B0D8-4E7E-4C0C-9E22-DE9F9E6AC740}">
      <dgm:prSet phldrT="[Текст]" custT="1"/>
      <dgm:spPr/>
      <dgm:t>
        <a:bodyPr/>
        <a:lstStyle/>
        <a:p>
          <a:r>
            <a:rPr lang="ru-RU" sz="1600" dirty="0"/>
            <a:t>Опережающее развитие</a:t>
          </a:r>
        </a:p>
      </dgm:t>
    </dgm:pt>
    <dgm:pt modelId="{A84E31D0-2854-4B9D-93AD-4B821A364BAE}" type="parTrans" cxnId="{EA788152-44E2-4E06-8369-B14C16B04BEF}">
      <dgm:prSet/>
      <dgm:spPr/>
      <dgm:t>
        <a:bodyPr/>
        <a:lstStyle/>
        <a:p>
          <a:endParaRPr lang="ru-RU"/>
        </a:p>
      </dgm:t>
    </dgm:pt>
    <dgm:pt modelId="{38B24BF1-2C95-410F-ABC0-6FA1AC23B2C1}" type="sibTrans" cxnId="{EA788152-44E2-4E06-8369-B14C16B04BEF}">
      <dgm:prSet/>
      <dgm:spPr/>
      <dgm:t>
        <a:bodyPr/>
        <a:lstStyle/>
        <a:p>
          <a:endParaRPr lang="ru-RU"/>
        </a:p>
      </dgm:t>
    </dgm:pt>
    <dgm:pt modelId="{AE88966E-F221-427A-BD79-7C5B623C3491}">
      <dgm:prSet phldrT="[Текст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600" dirty="0"/>
            <a:t>Архаиза-ция</a:t>
          </a:r>
        </a:p>
      </dgm:t>
    </dgm:pt>
    <dgm:pt modelId="{1625DC7E-AA40-45E5-8BA5-DC08B1F8141D}" type="parTrans" cxnId="{F589787D-8380-456E-A3F2-8EB7A9E5C9B2}">
      <dgm:prSet/>
      <dgm:spPr/>
      <dgm:t>
        <a:bodyPr/>
        <a:lstStyle/>
        <a:p>
          <a:endParaRPr lang="ru-RU"/>
        </a:p>
      </dgm:t>
    </dgm:pt>
    <dgm:pt modelId="{85B73C11-6D51-4D5C-BEC2-007F7893B023}" type="sibTrans" cxnId="{F589787D-8380-456E-A3F2-8EB7A9E5C9B2}">
      <dgm:prSet/>
      <dgm:spPr/>
      <dgm:t>
        <a:bodyPr/>
        <a:lstStyle/>
        <a:p>
          <a:endParaRPr lang="ru-RU"/>
        </a:p>
      </dgm:t>
    </dgm:pt>
    <dgm:pt modelId="{92F7CCFA-81EE-4E51-B1AB-B5BBDB09F0C1}">
      <dgm:prSet phldrT="[Текст]"/>
      <dgm:spPr/>
      <dgm:t>
        <a:bodyPr/>
        <a:lstStyle/>
        <a:p>
          <a:r>
            <a:rPr lang="ru-RU" dirty="0"/>
            <a:t>Возвращение ранних форм общественной жизни</a:t>
          </a:r>
        </a:p>
      </dgm:t>
    </dgm:pt>
    <dgm:pt modelId="{E859E608-2CE2-4BE2-8FD0-05473385409E}" type="parTrans" cxnId="{82ADE72B-9AF1-4E6B-8DCC-AC379E12DEB3}">
      <dgm:prSet/>
      <dgm:spPr/>
      <dgm:t>
        <a:bodyPr/>
        <a:lstStyle/>
        <a:p>
          <a:endParaRPr lang="ru-RU"/>
        </a:p>
      </dgm:t>
    </dgm:pt>
    <dgm:pt modelId="{6B0421AA-5B3B-428F-816F-5096231952D4}" type="sibTrans" cxnId="{82ADE72B-9AF1-4E6B-8DCC-AC379E12DEB3}">
      <dgm:prSet/>
      <dgm:spPr/>
      <dgm:t>
        <a:bodyPr/>
        <a:lstStyle/>
        <a:p>
          <a:endParaRPr lang="ru-RU"/>
        </a:p>
      </dgm:t>
    </dgm:pt>
    <dgm:pt modelId="{90BAF8D5-87AA-4BE4-978D-6702F9621E1F}">
      <dgm:prSet phldrT="[Текст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600" dirty="0"/>
            <a:t>Консерва-ция</a:t>
          </a:r>
        </a:p>
      </dgm:t>
    </dgm:pt>
    <dgm:pt modelId="{F4B0D8C7-3214-44C6-B8AC-04243EB87240}" type="parTrans" cxnId="{F2667304-A475-47BC-8BF0-86D0E03E4263}">
      <dgm:prSet/>
      <dgm:spPr/>
      <dgm:t>
        <a:bodyPr/>
        <a:lstStyle/>
        <a:p>
          <a:endParaRPr lang="ru-RU"/>
        </a:p>
      </dgm:t>
    </dgm:pt>
    <dgm:pt modelId="{0F5EB93D-CB02-4ED0-8660-AA117393FA54}" type="sibTrans" cxnId="{F2667304-A475-47BC-8BF0-86D0E03E4263}">
      <dgm:prSet/>
      <dgm:spPr/>
      <dgm:t>
        <a:bodyPr/>
        <a:lstStyle/>
        <a:p>
          <a:endParaRPr lang="ru-RU"/>
        </a:p>
      </dgm:t>
    </dgm:pt>
    <dgm:pt modelId="{B157D637-7649-4860-9E9F-67FFDB915D11}">
      <dgm:prSet phldrT="[Текст]"/>
      <dgm:spPr/>
      <dgm:t>
        <a:bodyPr/>
        <a:lstStyle/>
        <a:p>
          <a:r>
            <a:rPr lang="ru-RU" dirty="0"/>
            <a:t>Отказ от развития</a:t>
          </a:r>
        </a:p>
      </dgm:t>
    </dgm:pt>
    <dgm:pt modelId="{9BC7F491-957C-47E0-B7B7-540FA2391B3A}" type="parTrans" cxnId="{5BB3A7F4-1649-4FA7-ABE7-095887A2E0F8}">
      <dgm:prSet/>
      <dgm:spPr/>
      <dgm:t>
        <a:bodyPr/>
        <a:lstStyle/>
        <a:p>
          <a:endParaRPr lang="ru-RU"/>
        </a:p>
      </dgm:t>
    </dgm:pt>
    <dgm:pt modelId="{FAEA5D7A-CF05-4350-AA09-00C38EF09624}" type="sibTrans" cxnId="{5BB3A7F4-1649-4FA7-ABE7-095887A2E0F8}">
      <dgm:prSet/>
      <dgm:spPr/>
      <dgm:t>
        <a:bodyPr/>
        <a:lstStyle/>
        <a:p>
          <a:endParaRPr lang="ru-RU"/>
        </a:p>
      </dgm:t>
    </dgm:pt>
    <dgm:pt modelId="{991FE6A1-E1DD-46DC-8AA3-AD534993B1C0}" type="pres">
      <dgm:prSet presAssocID="{F6DC4EDF-C8C4-4A34-932B-81AE8692CEB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3E74BA3E-A412-408E-B167-ACA80D0CA3A6}" type="pres">
      <dgm:prSet presAssocID="{F6DC4EDF-C8C4-4A34-932B-81AE8692CEBC}" presName="children" presStyleCnt="0"/>
      <dgm:spPr/>
    </dgm:pt>
    <dgm:pt modelId="{0860EB2D-1F95-48DC-8413-2F8C6EE11A61}" type="pres">
      <dgm:prSet presAssocID="{F6DC4EDF-C8C4-4A34-932B-81AE8692CEBC}" presName="child1group" presStyleCnt="0"/>
      <dgm:spPr/>
    </dgm:pt>
    <dgm:pt modelId="{2AFE1B4C-C3C2-42E4-96B6-DB33EDE4BF0D}" type="pres">
      <dgm:prSet presAssocID="{F6DC4EDF-C8C4-4A34-932B-81AE8692CEBC}" presName="child1" presStyleLbl="bgAcc1" presStyleIdx="0" presStyleCnt="4"/>
      <dgm:spPr/>
    </dgm:pt>
    <dgm:pt modelId="{614BC0BC-997E-45DE-A99C-8ACA446E68C1}" type="pres">
      <dgm:prSet presAssocID="{F6DC4EDF-C8C4-4A34-932B-81AE8692CEBC}" presName="child1Text" presStyleLbl="bgAcc1" presStyleIdx="0" presStyleCnt="4">
        <dgm:presLayoutVars>
          <dgm:bulletEnabled val="1"/>
        </dgm:presLayoutVars>
      </dgm:prSet>
      <dgm:spPr/>
    </dgm:pt>
    <dgm:pt modelId="{24794283-5446-45FE-8238-FAD2086D581B}" type="pres">
      <dgm:prSet presAssocID="{F6DC4EDF-C8C4-4A34-932B-81AE8692CEBC}" presName="child2group" presStyleCnt="0"/>
      <dgm:spPr/>
    </dgm:pt>
    <dgm:pt modelId="{D6198198-5E31-4DA3-9311-12058546D63D}" type="pres">
      <dgm:prSet presAssocID="{F6DC4EDF-C8C4-4A34-932B-81AE8692CEBC}" presName="child2" presStyleLbl="bgAcc1" presStyleIdx="1" presStyleCnt="4" custScaleX="126700"/>
      <dgm:spPr/>
    </dgm:pt>
    <dgm:pt modelId="{640DEF03-C373-4DB0-8044-260CD9CB315F}" type="pres">
      <dgm:prSet presAssocID="{F6DC4EDF-C8C4-4A34-932B-81AE8692CEBC}" presName="child2Text" presStyleLbl="bgAcc1" presStyleIdx="1" presStyleCnt="4">
        <dgm:presLayoutVars>
          <dgm:bulletEnabled val="1"/>
        </dgm:presLayoutVars>
      </dgm:prSet>
      <dgm:spPr/>
    </dgm:pt>
    <dgm:pt modelId="{75F944AA-65B0-4EF1-9C93-C025F150C8A7}" type="pres">
      <dgm:prSet presAssocID="{F6DC4EDF-C8C4-4A34-932B-81AE8692CEBC}" presName="child3group" presStyleCnt="0"/>
      <dgm:spPr/>
    </dgm:pt>
    <dgm:pt modelId="{DB347E9B-3A6C-4709-A76E-44005A5A77EE}" type="pres">
      <dgm:prSet presAssocID="{F6DC4EDF-C8C4-4A34-932B-81AE8692CEBC}" presName="child3" presStyleLbl="bgAcc1" presStyleIdx="2" presStyleCnt="4" custScaleX="120726" custLinFactNeighborX="8004" custLinFactNeighborY="-1707"/>
      <dgm:spPr/>
    </dgm:pt>
    <dgm:pt modelId="{F85FDBB8-ACFA-409E-9C85-A64254B52E05}" type="pres">
      <dgm:prSet presAssocID="{F6DC4EDF-C8C4-4A34-932B-81AE8692CEBC}" presName="child3Text" presStyleLbl="bgAcc1" presStyleIdx="2" presStyleCnt="4">
        <dgm:presLayoutVars>
          <dgm:bulletEnabled val="1"/>
        </dgm:presLayoutVars>
      </dgm:prSet>
      <dgm:spPr/>
    </dgm:pt>
    <dgm:pt modelId="{D14DB181-7766-411E-81D1-C8946479FF10}" type="pres">
      <dgm:prSet presAssocID="{F6DC4EDF-C8C4-4A34-932B-81AE8692CEBC}" presName="child4group" presStyleCnt="0"/>
      <dgm:spPr/>
    </dgm:pt>
    <dgm:pt modelId="{2A31D749-909F-44A5-BB4D-0B63F9C27C59}" type="pres">
      <dgm:prSet presAssocID="{F6DC4EDF-C8C4-4A34-932B-81AE8692CEBC}" presName="child4" presStyleLbl="bgAcc1" presStyleIdx="3" presStyleCnt="4"/>
      <dgm:spPr/>
    </dgm:pt>
    <dgm:pt modelId="{A11366B8-5004-44FE-AA06-02A55BC1AD5C}" type="pres">
      <dgm:prSet presAssocID="{F6DC4EDF-C8C4-4A34-932B-81AE8692CEBC}" presName="child4Text" presStyleLbl="bgAcc1" presStyleIdx="3" presStyleCnt="4">
        <dgm:presLayoutVars>
          <dgm:bulletEnabled val="1"/>
        </dgm:presLayoutVars>
      </dgm:prSet>
      <dgm:spPr/>
    </dgm:pt>
    <dgm:pt modelId="{5135DE1B-A062-4181-9E3C-BC6E038DD94B}" type="pres">
      <dgm:prSet presAssocID="{F6DC4EDF-C8C4-4A34-932B-81AE8692CEBC}" presName="childPlaceholder" presStyleCnt="0"/>
      <dgm:spPr/>
    </dgm:pt>
    <dgm:pt modelId="{FAD49C36-B235-429D-A0CD-6EBE1B50EFF0}" type="pres">
      <dgm:prSet presAssocID="{F6DC4EDF-C8C4-4A34-932B-81AE8692CEBC}" presName="circle" presStyleCnt="0"/>
      <dgm:spPr/>
    </dgm:pt>
    <dgm:pt modelId="{5F9D2906-414E-4FBA-84EB-FF8E5F3597D5}" type="pres">
      <dgm:prSet presAssocID="{F6DC4EDF-C8C4-4A34-932B-81AE8692CEBC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F5986115-FFCF-41EC-97DB-482639330943}" type="pres">
      <dgm:prSet presAssocID="{F6DC4EDF-C8C4-4A34-932B-81AE8692CEBC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67983A20-6F95-44CC-9D2D-2A4B33338584}" type="pres">
      <dgm:prSet presAssocID="{F6DC4EDF-C8C4-4A34-932B-81AE8692CEBC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BE80A30C-D945-4D2F-A40F-DACC92B1180C}" type="pres">
      <dgm:prSet presAssocID="{F6DC4EDF-C8C4-4A34-932B-81AE8692CEBC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2672E4B9-A0BA-457E-B890-9A1123CF4726}" type="pres">
      <dgm:prSet presAssocID="{F6DC4EDF-C8C4-4A34-932B-81AE8692CEBC}" presName="quadrantPlaceholder" presStyleCnt="0"/>
      <dgm:spPr/>
    </dgm:pt>
    <dgm:pt modelId="{2B5598F0-92B5-4BA5-8DE9-9D55FC96FE07}" type="pres">
      <dgm:prSet presAssocID="{F6DC4EDF-C8C4-4A34-932B-81AE8692CEBC}" presName="center1" presStyleLbl="fgShp" presStyleIdx="0" presStyleCnt="2"/>
      <dgm:spPr/>
    </dgm:pt>
    <dgm:pt modelId="{F573FA78-8C89-424E-A84C-60531FB40804}" type="pres">
      <dgm:prSet presAssocID="{F6DC4EDF-C8C4-4A34-932B-81AE8692CEBC}" presName="center2" presStyleLbl="fgShp" presStyleIdx="1" presStyleCnt="2"/>
      <dgm:spPr/>
    </dgm:pt>
  </dgm:ptLst>
  <dgm:cxnLst>
    <dgm:cxn modelId="{F2667304-A475-47BC-8BF0-86D0E03E4263}" srcId="{F6DC4EDF-C8C4-4A34-932B-81AE8692CEBC}" destId="{90BAF8D5-87AA-4BE4-978D-6702F9621E1F}" srcOrd="3" destOrd="0" parTransId="{F4B0D8C7-3214-44C6-B8AC-04243EB87240}" sibTransId="{0F5EB93D-CB02-4ED0-8660-AA117393FA54}"/>
    <dgm:cxn modelId="{68122012-1965-41D2-91AF-DCC0A4A1C3BA}" srcId="{F6DC4EDF-C8C4-4A34-932B-81AE8692CEBC}" destId="{C4EA8587-0B0A-49F6-A0A4-0DC756C8EFED}" srcOrd="0" destOrd="0" parTransId="{E69EB04A-49C4-4919-B310-7047A75FCE00}" sibTransId="{DE10F8D4-871D-4153-B84B-D8B0655C0AF5}"/>
    <dgm:cxn modelId="{82ADE72B-9AF1-4E6B-8DCC-AC379E12DEB3}" srcId="{AE88966E-F221-427A-BD79-7C5B623C3491}" destId="{92F7CCFA-81EE-4E51-B1AB-B5BBDB09F0C1}" srcOrd="0" destOrd="0" parTransId="{E859E608-2CE2-4BE2-8FD0-05473385409E}" sibTransId="{6B0421AA-5B3B-428F-816F-5096231952D4}"/>
    <dgm:cxn modelId="{C5944E3C-7881-459D-9822-22CE4BB16B39}" type="presOf" srcId="{200F74B7-8938-451E-A98B-C8211BDD4CA5}" destId="{F5986115-FFCF-41EC-97DB-482639330943}" srcOrd="0" destOrd="0" presId="urn:microsoft.com/office/officeart/2005/8/layout/cycle4"/>
    <dgm:cxn modelId="{4D44CD60-B855-4652-9441-4C0BC1742F09}" srcId="{C4EA8587-0B0A-49F6-A0A4-0DC756C8EFED}" destId="{F637CB68-B0C9-424E-991F-A9E2E31652A7}" srcOrd="0" destOrd="0" parTransId="{EB75E9CB-538E-4D5A-AACE-9BB0480C5E05}" sibTransId="{E9203AEB-279B-4330-B92C-782DD0048C03}"/>
    <dgm:cxn modelId="{939D2867-F3ED-4D6E-BFFA-7003B74D706C}" type="presOf" srcId="{F6DC4EDF-C8C4-4A34-932B-81AE8692CEBC}" destId="{991FE6A1-E1DD-46DC-8AA3-AD534993B1C0}" srcOrd="0" destOrd="0" presId="urn:microsoft.com/office/officeart/2005/8/layout/cycle4"/>
    <dgm:cxn modelId="{31820F4E-7951-41A0-B766-7D933E7C2CFB}" type="presOf" srcId="{AE88966E-F221-427A-BD79-7C5B623C3491}" destId="{67983A20-6F95-44CC-9D2D-2A4B33338584}" srcOrd="0" destOrd="0" presId="urn:microsoft.com/office/officeart/2005/8/layout/cycle4"/>
    <dgm:cxn modelId="{EA788152-44E2-4E06-8369-B14C16B04BEF}" srcId="{200F74B7-8938-451E-A98B-C8211BDD4CA5}" destId="{4EA6B0D8-4E7E-4C0C-9E22-DE9F9E6AC740}" srcOrd="0" destOrd="0" parTransId="{A84E31D0-2854-4B9D-93AD-4B821A364BAE}" sibTransId="{38B24BF1-2C95-410F-ABC0-6FA1AC23B2C1}"/>
    <dgm:cxn modelId="{73CF7E7A-4BBE-467F-99CF-FA12356F7622}" type="presOf" srcId="{4EA6B0D8-4E7E-4C0C-9E22-DE9F9E6AC740}" destId="{640DEF03-C373-4DB0-8044-260CD9CB315F}" srcOrd="1" destOrd="0" presId="urn:microsoft.com/office/officeart/2005/8/layout/cycle4"/>
    <dgm:cxn modelId="{F589787D-8380-456E-A3F2-8EB7A9E5C9B2}" srcId="{F6DC4EDF-C8C4-4A34-932B-81AE8692CEBC}" destId="{AE88966E-F221-427A-BD79-7C5B623C3491}" srcOrd="2" destOrd="0" parTransId="{1625DC7E-AA40-45E5-8BA5-DC08B1F8141D}" sibTransId="{85B73C11-6D51-4D5C-BEC2-007F7893B023}"/>
    <dgm:cxn modelId="{34AA2385-2F10-4FDC-A531-061A04651DBB}" type="presOf" srcId="{92F7CCFA-81EE-4E51-B1AB-B5BBDB09F0C1}" destId="{DB347E9B-3A6C-4709-A76E-44005A5A77EE}" srcOrd="0" destOrd="0" presId="urn:microsoft.com/office/officeart/2005/8/layout/cycle4"/>
    <dgm:cxn modelId="{20314E95-9ADF-4CB2-8E5C-B14A15E1CACA}" type="presOf" srcId="{C4EA8587-0B0A-49F6-A0A4-0DC756C8EFED}" destId="{5F9D2906-414E-4FBA-84EB-FF8E5F3597D5}" srcOrd="0" destOrd="0" presId="urn:microsoft.com/office/officeart/2005/8/layout/cycle4"/>
    <dgm:cxn modelId="{A5AC0B9F-BA86-4475-8F6B-01D3E48008C0}" type="presOf" srcId="{90BAF8D5-87AA-4BE4-978D-6702F9621E1F}" destId="{BE80A30C-D945-4D2F-A40F-DACC92B1180C}" srcOrd="0" destOrd="0" presId="urn:microsoft.com/office/officeart/2005/8/layout/cycle4"/>
    <dgm:cxn modelId="{038560A9-B664-43E9-9E9A-0B84887933DC}" type="presOf" srcId="{F637CB68-B0C9-424E-991F-A9E2E31652A7}" destId="{2AFE1B4C-C3C2-42E4-96B6-DB33EDE4BF0D}" srcOrd="0" destOrd="0" presId="urn:microsoft.com/office/officeart/2005/8/layout/cycle4"/>
    <dgm:cxn modelId="{B39006B4-3891-49EE-8F34-8948D29DA04F}" type="presOf" srcId="{92F7CCFA-81EE-4E51-B1AB-B5BBDB09F0C1}" destId="{F85FDBB8-ACFA-409E-9C85-A64254B52E05}" srcOrd="1" destOrd="0" presId="urn:microsoft.com/office/officeart/2005/8/layout/cycle4"/>
    <dgm:cxn modelId="{D1567FBD-3055-46E1-A929-39469EC02817}" type="presOf" srcId="{F637CB68-B0C9-424E-991F-A9E2E31652A7}" destId="{614BC0BC-997E-45DE-A99C-8ACA446E68C1}" srcOrd="1" destOrd="0" presId="urn:microsoft.com/office/officeart/2005/8/layout/cycle4"/>
    <dgm:cxn modelId="{E7D647C0-BBD5-41D8-A471-352C09542F99}" srcId="{F6DC4EDF-C8C4-4A34-932B-81AE8692CEBC}" destId="{200F74B7-8938-451E-A98B-C8211BDD4CA5}" srcOrd="1" destOrd="0" parTransId="{98684C9C-1448-446E-884A-ACC34E0E51BA}" sibTransId="{8BFC4366-35E8-4A4E-8E55-3C8A8E53F22B}"/>
    <dgm:cxn modelId="{2FCA65CB-12EA-4A54-A27F-41C8053388CE}" type="presOf" srcId="{B157D637-7649-4860-9E9F-67FFDB915D11}" destId="{2A31D749-909F-44A5-BB4D-0B63F9C27C59}" srcOrd="0" destOrd="0" presId="urn:microsoft.com/office/officeart/2005/8/layout/cycle4"/>
    <dgm:cxn modelId="{94271CF0-EDA1-4A5D-ABA2-441062ACE8AB}" type="presOf" srcId="{4EA6B0D8-4E7E-4C0C-9E22-DE9F9E6AC740}" destId="{D6198198-5E31-4DA3-9311-12058546D63D}" srcOrd="0" destOrd="0" presId="urn:microsoft.com/office/officeart/2005/8/layout/cycle4"/>
    <dgm:cxn modelId="{5BB3A7F4-1649-4FA7-ABE7-095887A2E0F8}" srcId="{90BAF8D5-87AA-4BE4-978D-6702F9621E1F}" destId="{B157D637-7649-4860-9E9F-67FFDB915D11}" srcOrd="0" destOrd="0" parTransId="{9BC7F491-957C-47E0-B7B7-540FA2391B3A}" sibTransId="{FAEA5D7A-CF05-4350-AA09-00C38EF09624}"/>
    <dgm:cxn modelId="{005844FD-4F53-4EF1-AF73-9678EC23D70F}" type="presOf" srcId="{B157D637-7649-4860-9E9F-67FFDB915D11}" destId="{A11366B8-5004-44FE-AA06-02A55BC1AD5C}" srcOrd="1" destOrd="0" presId="urn:microsoft.com/office/officeart/2005/8/layout/cycle4"/>
    <dgm:cxn modelId="{EC5F5168-67EA-48A7-95C6-C9E508BD1842}" type="presParOf" srcId="{991FE6A1-E1DD-46DC-8AA3-AD534993B1C0}" destId="{3E74BA3E-A412-408E-B167-ACA80D0CA3A6}" srcOrd="0" destOrd="0" presId="urn:microsoft.com/office/officeart/2005/8/layout/cycle4"/>
    <dgm:cxn modelId="{35DCDD0E-9DE6-41DE-8749-0E77E32E3661}" type="presParOf" srcId="{3E74BA3E-A412-408E-B167-ACA80D0CA3A6}" destId="{0860EB2D-1F95-48DC-8413-2F8C6EE11A61}" srcOrd="0" destOrd="0" presId="urn:microsoft.com/office/officeart/2005/8/layout/cycle4"/>
    <dgm:cxn modelId="{40737778-0F2F-40BC-B3AB-053A6390EEBA}" type="presParOf" srcId="{0860EB2D-1F95-48DC-8413-2F8C6EE11A61}" destId="{2AFE1B4C-C3C2-42E4-96B6-DB33EDE4BF0D}" srcOrd="0" destOrd="0" presId="urn:microsoft.com/office/officeart/2005/8/layout/cycle4"/>
    <dgm:cxn modelId="{DFD58578-CA5B-4C1D-9EB7-65D021115890}" type="presParOf" srcId="{0860EB2D-1F95-48DC-8413-2F8C6EE11A61}" destId="{614BC0BC-997E-45DE-A99C-8ACA446E68C1}" srcOrd="1" destOrd="0" presId="urn:microsoft.com/office/officeart/2005/8/layout/cycle4"/>
    <dgm:cxn modelId="{4C7430AA-9893-42F0-873F-270E7805D580}" type="presParOf" srcId="{3E74BA3E-A412-408E-B167-ACA80D0CA3A6}" destId="{24794283-5446-45FE-8238-FAD2086D581B}" srcOrd="1" destOrd="0" presId="urn:microsoft.com/office/officeart/2005/8/layout/cycle4"/>
    <dgm:cxn modelId="{CC78969B-1084-4682-BBF9-58ABAEDFA383}" type="presParOf" srcId="{24794283-5446-45FE-8238-FAD2086D581B}" destId="{D6198198-5E31-4DA3-9311-12058546D63D}" srcOrd="0" destOrd="0" presId="urn:microsoft.com/office/officeart/2005/8/layout/cycle4"/>
    <dgm:cxn modelId="{294EF2EA-B68B-482E-8447-5B188E3B23EC}" type="presParOf" srcId="{24794283-5446-45FE-8238-FAD2086D581B}" destId="{640DEF03-C373-4DB0-8044-260CD9CB315F}" srcOrd="1" destOrd="0" presId="urn:microsoft.com/office/officeart/2005/8/layout/cycle4"/>
    <dgm:cxn modelId="{D04764EA-26A5-449A-A53C-B3AF0A9AAB61}" type="presParOf" srcId="{3E74BA3E-A412-408E-B167-ACA80D0CA3A6}" destId="{75F944AA-65B0-4EF1-9C93-C025F150C8A7}" srcOrd="2" destOrd="0" presId="urn:microsoft.com/office/officeart/2005/8/layout/cycle4"/>
    <dgm:cxn modelId="{CE3298B3-8B11-42A8-B913-4F7E2DFE17B5}" type="presParOf" srcId="{75F944AA-65B0-4EF1-9C93-C025F150C8A7}" destId="{DB347E9B-3A6C-4709-A76E-44005A5A77EE}" srcOrd="0" destOrd="0" presId="urn:microsoft.com/office/officeart/2005/8/layout/cycle4"/>
    <dgm:cxn modelId="{7CBA6C92-446C-47EE-A258-7844B90B4EB7}" type="presParOf" srcId="{75F944AA-65B0-4EF1-9C93-C025F150C8A7}" destId="{F85FDBB8-ACFA-409E-9C85-A64254B52E05}" srcOrd="1" destOrd="0" presId="urn:microsoft.com/office/officeart/2005/8/layout/cycle4"/>
    <dgm:cxn modelId="{64224631-D528-4722-94BD-4AEA371DFF03}" type="presParOf" srcId="{3E74BA3E-A412-408E-B167-ACA80D0CA3A6}" destId="{D14DB181-7766-411E-81D1-C8946479FF10}" srcOrd="3" destOrd="0" presId="urn:microsoft.com/office/officeart/2005/8/layout/cycle4"/>
    <dgm:cxn modelId="{EA77176E-481C-4902-BD34-522DFC8DEE08}" type="presParOf" srcId="{D14DB181-7766-411E-81D1-C8946479FF10}" destId="{2A31D749-909F-44A5-BB4D-0B63F9C27C59}" srcOrd="0" destOrd="0" presId="urn:microsoft.com/office/officeart/2005/8/layout/cycle4"/>
    <dgm:cxn modelId="{02272619-F557-4A6D-8EFC-FD8390661B15}" type="presParOf" srcId="{D14DB181-7766-411E-81D1-C8946479FF10}" destId="{A11366B8-5004-44FE-AA06-02A55BC1AD5C}" srcOrd="1" destOrd="0" presId="urn:microsoft.com/office/officeart/2005/8/layout/cycle4"/>
    <dgm:cxn modelId="{EF5C0CDF-3932-4F84-97FD-3A06FDD19135}" type="presParOf" srcId="{3E74BA3E-A412-408E-B167-ACA80D0CA3A6}" destId="{5135DE1B-A062-4181-9E3C-BC6E038DD94B}" srcOrd="4" destOrd="0" presId="urn:microsoft.com/office/officeart/2005/8/layout/cycle4"/>
    <dgm:cxn modelId="{EBE764FA-4B2A-4EBE-8408-EDF291A55F1E}" type="presParOf" srcId="{991FE6A1-E1DD-46DC-8AA3-AD534993B1C0}" destId="{FAD49C36-B235-429D-A0CD-6EBE1B50EFF0}" srcOrd="1" destOrd="0" presId="urn:microsoft.com/office/officeart/2005/8/layout/cycle4"/>
    <dgm:cxn modelId="{7056D57B-2A03-416B-8BBE-27002F0E2247}" type="presParOf" srcId="{FAD49C36-B235-429D-A0CD-6EBE1B50EFF0}" destId="{5F9D2906-414E-4FBA-84EB-FF8E5F3597D5}" srcOrd="0" destOrd="0" presId="urn:microsoft.com/office/officeart/2005/8/layout/cycle4"/>
    <dgm:cxn modelId="{31972F48-BE05-4772-9673-BF8E86F295F4}" type="presParOf" srcId="{FAD49C36-B235-429D-A0CD-6EBE1B50EFF0}" destId="{F5986115-FFCF-41EC-97DB-482639330943}" srcOrd="1" destOrd="0" presId="urn:microsoft.com/office/officeart/2005/8/layout/cycle4"/>
    <dgm:cxn modelId="{3AE1F7B8-DDC2-4751-B240-0560E2D40205}" type="presParOf" srcId="{FAD49C36-B235-429D-A0CD-6EBE1B50EFF0}" destId="{67983A20-6F95-44CC-9D2D-2A4B33338584}" srcOrd="2" destOrd="0" presId="urn:microsoft.com/office/officeart/2005/8/layout/cycle4"/>
    <dgm:cxn modelId="{D01D90D6-A664-4BE3-B675-A8A896897FF0}" type="presParOf" srcId="{FAD49C36-B235-429D-A0CD-6EBE1B50EFF0}" destId="{BE80A30C-D945-4D2F-A40F-DACC92B1180C}" srcOrd="3" destOrd="0" presId="urn:microsoft.com/office/officeart/2005/8/layout/cycle4"/>
    <dgm:cxn modelId="{9E7FD92F-E1FB-48FE-A8A2-BFC02304B278}" type="presParOf" srcId="{FAD49C36-B235-429D-A0CD-6EBE1B50EFF0}" destId="{2672E4B9-A0BA-457E-B890-9A1123CF4726}" srcOrd="4" destOrd="0" presId="urn:microsoft.com/office/officeart/2005/8/layout/cycle4"/>
    <dgm:cxn modelId="{028B2E71-E82C-43B6-BBA1-EE7686BD209F}" type="presParOf" srcId="{991FE6A1-E1DD-46DC-8AA3-AD534993B1C0}" destId="{2B5598F0-92B5-4BA5-8DE9-9D55FC96FE07}" srcOrd="2" destOrd="0" presId="urn:microsoft.com/office/officeart/2005/8/layout/cycle4"/>
    <dgm:cxn modelId="{70DF2FE6-0E06-489C-96F6-56C688B0B356}" type="presParOf" srcId="{991FE6A1-E1DD-46DC-8AA3-AD534993B1C0}" destId="{F573FA78-8C89-424E-A84C-60531FB40804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151C6B-C34C-4D5C-AFD0-45FC38BE04E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B782D00-FFB2-4B28-9CAE-7EDFA0F10559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Социальная модернизация – «огораживание» земельных владений и замена арендаторов на наемных работников («овцы съели людей»).</a:t>
          </a:r>
        </a:p>
      </dgm:t>
    </dgm:pt>
    <dgm:pt modelId="{867A49CA-9EE0-4D39-A208-BEFF0572438A}" type="parTrans" cxnId="{F4A9822B-373C-4869-A4DB-5305060C6435}">
      <dgm:prSet/>
      <dgm:spPr/>
      <dgm:t>
        <a:bodyPr/>
        <a:lstStyle/>
        <a:p>
          <a:endParaRPr lang="ru-RU"/>
        </a:p>
      </dgm:t>
    </dgm:pt>
    <dgm:pt modelId="{4BED926C-EEAD-46F0-BB52-71AA44401E7C}" type="sibTrans" cxnId="{F4A9822B-373C-4869-A4DB-5305060C6435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4D1DEE9E-F84B-4508-9817-F07247496098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Политическая модернизация – революция 1640 г. и «Славная революция» 1688 г. (ликвидация абсолютной монархии).</a:t>
          </a:r>
        </a:p>
      </dgm:t>
    </dgm:pt>
    <dgm:pt modelId="{B4AF5A64-4E0E-4F2C-8A58-68EF42AB1B27}" type="parTrans" cxnId="{C251DA14-2522-4063-BD69-4413F8A8A4E0}">
      <dgm:prSet/>
      <dgm:spPr/>
      <dgm:t>
        <a:bodyPr/>
        <a:lstStyle/>
        <a:p>
          <a:endParaRPr lang="ru-RU"/>
        </a:p>
      </dgm:t>
    </dgm:pt>
    <dgm:pt modelId="{460B5351-0038-4923-8061-13BF92DFAC28}" type="sibTrans" cxnId="{C251DA14-2522-4063-BD69-4413F8A8A4E0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C0E9E86E-4A5F-4C7F-9BB9-A5C4DEC28D46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Ментальный сдвиг – замена религиозности политическим мышлением («Английское просвещение»). Прорыв к инновациям.</a:t>
          </a:r>
        </a:p>
      </dgm:t>
    </dgm:pt>
    <dgm:pt modelId="{9B06089F-B471-4CDC-AADC-CCF5A6057E67}" type="parTrans" cxnId="{907B2BC9-96FF-44F1-AF31-BBB0636D6B78}">
      <dgm:prSet/>
      <dgm:spPr/>
      <dgm:t>
        <a:bodyPr/>
        <a:lstStyle/>
        <a:p>
          <a:endParaRPr lang="ru-RU"/>
        </a:p>
      </dgm:t>
    </dgm:pt>
    <dgm:pt modelId="{FF3E87B6-6F8B-4C06-A6FE-4A204A2E385A}" type="sibTrans" cxnId="{907B2BC9-96FF-44F1-AF31-BBB0636D6B78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01908E9B-2770-4B2F-9D3B-E6D1E7D2FEB3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Технологическая революция – создание ткаческих мануфактур и достижение превосходства над Голландией. Вытеснение Голландии,  Испании и Португалии из всемирной морской торговли.  Создание металлургических мануфактур. Второй прорыв к инновациям.</a:t>
          </a:r>
        </a:p>
      </dgm:t>
    </dgm:pt>
    <dgm:pt modelId="{37EF67A8-C881-4DB8-8088-DECBA37B1BF9}" type="parTrans" cxnId="{20B64261-365C-473B-B7AE-A9F61525FA2A}">
      <dgm:prSet/>
      <dgm:spPr/>
      <dgm:t>
        <a:bodyPr/>
        <a:lstStyle/>
        <a:p>
          <a:endParaRPr lang="ru-RU"/>
        </a:p>
      </dgm:t>
    </dgm:pt>
    <dgm:pt modelId="{F2E8B605-87C5-424B-9B96-AF5296934465}" type="sibTrans" cxnId="{20B64261-365C-473B-B7AE-A9F61525FA2A}">
      <dgm:prSet/>
      <dgm:spPr/>
      <dgm:t>
        <a:bodyPr/>
        <a:lstStyle/>
        <a:p>
          <a:endParaRPr lang="ru-RU"/>
        </a:p>
      </dgm:t>
    </dgm:pt>
    <dgm:pt modelId="{B3E08902-D6EC-4691-B578-5E03D4F82B01}" type="pres">
      <dgm:prSet presAssocID="{84151C6B-C34C-4D5C-AFD0-45FC38BE04E0}" presName="outerComposite" presStyleCnt="0">
        <dgm:presLayoutVars>
          <dgm:chMax val="5"/>
          <dgm:dir/>
          <dgm:resizeHandles val="exact"/>
        </dgm:presLayoutVars>
      </dgm:prSet>
      <dgm:spPr/>
    </dgm:pt>
    <dgm:pt modelId="{3D7B5F50-B52B-401D-8AB4-B75C1349E412}" type="pres">
      <dgm:prSet presAssocID="{84151C6B-C34C-4D5C-AFD0-45FC38BE04E0}" presName="dummyMaxCanvas" presStyleCnt="0">
        <dgm:presLayoutVars/>
      </dgm:prSet>
      <dgm:spPr/>
    </dgm:pt>
    <dgm:pt modelId="{95317C5C-F356-465B-980B-34A9D92AA979}" type="pres">
      <dgm:prSet presAssocID="{84151C6B-C34C-4D5C-AFD0-45FC38BE04E0}" presName="FourNodes_1" presStyleLbl="node1" presStyleIdx="0" presStyleCnt="4">
        <dgm:presLayoutVars>
          <dgm:bulletEnabled val="1"/>
        </dgm:presLayoutVars>
      </dgm:prSet>
      <dgm:spPr/>
    </dgm:pt>
    <dgm:pt modelId="{59556391-0098-418B-898C-829BB86F0700}" type="pres">
      <dgm:prSet presAssocID="{84151C6B-C34C-4D5C-AFD0-45FC38BE04E0}" presName="FourNodes_2" presStyleLbl="node1" presStyleIdx="1" presStyleCnt="4">
        <dgm:presLayoutVars>
          <dgm:bulletEnabled val="1"/>
        </dgm:presLayoutVars>
      </dgm:prSet>
      <dgm:spPr/>
    </dgm:pt>
    <dgm:pt modelId="{B52B6942-9652-4BA2-BB4C-F64523835943}" type="pres">
      <dgm:prSet presAssocID="{84151C6B-C34C-4D5C-AFD0-45FC38BE04E0}" presName="FourNodes_3" presStyleLbl="node1" presStyleIdx="2" presStyleCnt="4">
        <dgm:presLayoutVars>
          <dgm:bulletEnabled val="1"/>
        </dgm:presLayoutVars>
      </dgm:prSet>
      <dgm:spPr/>
    </dgm:pt>
    <dgm:pt modelId="{9657B9F0-9E25-4B71-90AF-5A9EFA39F490}" type="pres">
      <dgm:prSet presAssocID="{84151C6B-C34C-4D5C-AFD0-45FC38BE04E0}" presName="FourNodes_4" presStyleLbl="node1" presStyleIdx="3" presStyleCnt="4" custScaleY="113908">
        <dgm:presLayoutVars>
          <dgm:bulletEnabled val="1"/>
        </dgm:presLayoutVars>
      </dgm:prSet>
      <dgm:spPr/>
    </dgm:pt>
    <dgm:pt modelId="{0DC1987B-7C7A-4B20-A39C-3799B1F08A04}" type="pres">
      <dgm:prSet presAssocID="{84151C6B-C34C-4D5C-AFD0-45FC38BE04E0}" presName="FourConn_1-2" presStyleLbl="fgAccFollowNode1" presStyleIdx="0" presStyleCnt="3">
        <dgm:presLayoutVars>
          <dgm:bulletEnabled val="1"/>
        </dgm:presLayoutVars>
      </dgm:prSet>
      <dgm:spPr/>
    </dgm:pt>
    <dgm:pt modelId="{A4D7632C-4954-4087-935B-C955A8AB370B}" type="pres">
      <dgm:prSet presAssocID="{84151C6B-C34C-4D5C-AFD0-45FC38BE04E0}" presName="FourConn_2-3" presStyleLbl="fgAccFollowNode1" presStyleIdx="1" presStyleCnt="3">
        <dgm:presLayoutVars>
          <dgm:bulletEnabled val="1"/>
        </dgm:presLayoutVars>
      </dgm:prSet>
      <dgm:spPr/>
    </dgm:pt>
    <dgm:pt modelId="{887082DE-D65A-4C5C-89FB-DA2B9FCAA86E}" type="pres">
      <dgm:prSet presAssocID="{84151C6B-C34C-4D5C-AFD0-45FC38BE04E0}" presName="FourConn_3-4" presStyleLbl="fgAccFollowNode1" presStyleIdx="2" presStyleCnt="3">
        <dgm:presLayoutVars>
          <dgm:bulletEnabled val="1"/>
        </dgm:presLayoutVars>
      </dgm:prSet>
      <dgm:spPr/>
    </dgm:pt>
    <dgm:pt modelId="{8AB479A4-7095-4ACB-8908-0A6CA3450090}" type="pres">
      <dgm:prSet presAssocID="{84151C6B-C34C-4D5C-AFD0-45FC38BE04E0}" presName="FourNodes_1_text" presStyleLbl="node1" presStyleIdx="3" presStyleCnt="4">
        <dgm:presLayoutVars>
          <dgm:bulletEnabled val="1"/>
        </dgm:presLayoutVars>
      </dgm:prSet>
      <dgm:spPr/>
    </dgm:pt>
    <dgm:pt modelId="{542E0145-6029-42F8-AEF8-6E3390074C4C}" type="pres">
      <dgm:prSet presAssocID="{84151C6B-C34C-4D5C-AFD0-45FC38BE04E0}" presName="FourNodes_2_text" presStyleLbl="node1" presStyleIdx="3" presStyleCnt="4">
        <dgm:presLayoutVars>
          <dgm:bulletEnabled val="1"/>
        </dgm:presLayoutVars>
      </dgm:prSet>
      <dgm:spPr/>
    </dgm:pt>
    <dgm:pt modelId="{C1584B17-F928-4284-94EB-8D9352DE9751}" type="pres">
      <dgm:prSet presAssocID="{84151C6B-C34C-4D5C-AFD0-45FC38BE04E0}" presName="FourNodes_3_text" presStyleLbl="node1" presStyleIdx="3" presStyleCnt="4">
        <dgm:presLayoutVars>
          <dgm:bulletEnabled val="1"/>
        </dgm:presLayoutVars>
      </dgm:prSet>
      <dgm:spPr/>
    </dgm:pt>
    <dgm:pt modelId="{6AF096EC-CF54-4DCE-9B36-D20D6A90B181}" type="pres">
      <dgm:prSet presAssocID="{84151C6B-C34C-4D5C-AFD0-45FC38BE04E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9BFC202-1096-4DF3-9671-2BA0431F0DB0}" type="presOf" srcId="{BB782D00-FFB2-4B28-9CAE-7EDFA0F10559}" destId="{8AB479A4-7095-4ACB-8908-0A6CA3450090}" srcOrd="1" destOrd="0" presId="urn:microsoft.com/office/officeart/2005/8/layout/vProcess5"/>
    <dgm:cxn modelId="{ABEF4610-B4B4-4DFC-8AB5-376A53EB257F}" type="presOf" srcId="{4D1DEE9E-F84B-4508-9817-F07247496098}" destId="{59556391-0098-418B-898C-829BB86F0700}" srcOrd="0" destOrd="0" presId="urn:microsoft.com/office/officeart/2005/8/layout/vProcess5"/>
    <dgm:cxn modelId="{C251DA14-2522-4063-BD69-4413F8A8A4E0}" srcId="{84151C6B-C34C-4D5C-AFD0-45FC38BE04E0}" destId="{4D1DEE9E-F84B-4508-9817-F07247496098}" srcOrd="1" destOrd="0" parTransId="{B4AF5A64-4E0E-4F2C-8A58-68EF42AB1B27}" sibTransId="{460B5351-0038-4923-8061-13BF92DFAC28}"/>
    <dgm:cxn modelId="{565E4C15-0F75-435B-BDFB-D14693BF2107}" type="presOf" srcId="{4D1DEE9E-F84B-4508-9817-F07247496098}" destId="{542E0145-6029-42F8-AEF8-6E3390074C4C}" srcOrd="1" destOrd="0" presId="urn:microsoft.com/office/officeart/2005/8/layout/vProcess5"/>
    <dgm:cxn modelId="{F4A9822B-373C-4869-A4DB-5305060C6435}" srcId="{84151C6B-C34C-4D5C-AFD0-45FC38BE04E0}" destId="{BB782D00-FFB2-4B28-9CAE-7EDFA0F10559}" srcOrd="0" destOrd="0" parTransId="{867A49CA-9EE0-4D39-A208-BEFF0572438A}" sibTransId="{4BED926C-EEAD-46F0-BB52-71AA44401E7C}"/>
    <dgm:cxn modelId="{679B7437-9A8A-4784-8C2B-8B00D20F1E0A}" type="presOf" srcId="{C0E9E86E-4A5F-4C7F-9BB9-A5C4DEC28D46}" destId="{C1584B17-F928-4284-94EB-8D9352DE9751}" srcOrd="1" destOrd="0" presId="urn:microsoft.com/office/officeart/2005/8/layout/vProcess5"/>
    <dgm:cxn modelId="{20B64261-365C-473B-B7AE-A9F61525FA2A}" srcId="{84151C6B-C34C-4D5C-AFD0-45FC38BE04E0}" destId="{01908E9B-2770-4B2F-9D3B-E6D1E7D2FEB3}" srcOrd="3" destOrd="0" parTransId="{37EF67A8-C881-4DB8-8088-DECBA37B1BF9}" sibTransId="{F2E8B605-87C5-424B-9B96-AF5296934465}"/>
    <dgm:cxn modelId="{8D1D664B-E2DD-482C-B4DF-F9FE2D1E837D}" type="presOf" srcId="{460B5351-0038-4923-8061-13BF92DFAC28}" destId="{A4D7632C-4954-4087-935B-C955A8AB370B}" srcOrd="0" destOrd="0" presId="urn:microsoft.com/office/officeart/2005/8/layout/vProcess5"/>
    <dgm:cxn modelId="{99770F4F-ECC7-47B7-9428-259B5BF4FB83}" type="presOf" srcId="{BB782D00-FFB2-4B28-9CAE-7EDFA0F10559}" destId="{95317C5C-F356-465B-980B-34A9D92AA979}" srcOrd="0" destOrd="0" presId="urn:microsoft.com/office/officeart/2005/8/layout/vProcess5"/>
    <dgm:cxn modelId="{358EC49F-DDE3-4C1F-AC83-32D6467BDEB8}" type="presOf" srcId="{C0E9E86E-4A5F-4C7F-9BB9-A5C4DEC28D46}" destId="{B52B6942-9652-4BA2-BB4C-F64523835943}" srcOrd="0" destOrd="0" presId="urn:microsoft.com/office/officeart/2005/8/layout/vProcess5"/>
    <dgm:cxn modelId="{D3B708BB-3FD6-453F-A201-87449FBE5915}" type="presOf" srcId="{4BED926C-EEAD-46F0-BB52-71AA44401E7C}" destId="{0DC1987B-7C7A-4B20-A39C-3799B1F08A04}" srcOrd="0" destOrd="0" presId="urn:microsoft.com/office/officeart/2005/8/layout/vProcess5"/>
    <dgm:cxn modelId="{5140EBBB-65F9-4E37-AA78-169D20BE2CC7}" type="presOf" srcId="{01908E9B-2770-4B2F-9D3B-E6D1E7D2FEB3}" destId="{6AF096EC-CF54-4DCE-9B36-D20D6A90B181}" srcOrd="1" destOrd="0" presId="urn:microsoft.com/office/officeart/2005/8/layout/vProcess5"/>
    <dgm:cxn modelId="{907B2BC9-96FF-44F1-AF31-BBB0636D6B78}" srcId="{84151C6B-C34C-4D5C-AFD0-45FC38BE04E0}" destId="{C0E9E86E-4A5F-4C7F-9BB9-A5C4DEC28D46}" srcOrd="2" destOrd="0" parTransId="{9B06089F-B471-4CDC-AADC-CCF5A6057E67}" sibTransId="{FF3E87B6-6F8B-4C06-A6FE-4A204A2E385A}"/>
    <dgm:cxn modelId="{A92DCCD5-0C67-4CE8-A752-AEC486B51989}" type="presOf" srcId="{84151C6B-C34C-4D5C-AFD0-45FC38BE04E0}" destId="{B3E08902-D6EC-4691-B578-5E03D4F82B01}" srcOrd="0" destOrd="0" presId="urn:microsoft.com/office/officeart/2005/8/layout/vProcess5"/>
    <dgm:cxn modelId="{88C512E6-7B1A-4259-8CB1-94306BEC565F}" type="presOf" srcId="{FF3E87B6-6F8B-4C06-A6FE-4A204A2E385A}" destId="{887082DE-D65A-4C5C-89FB-DA2B9FCAA86E}" srcOrd="0" destOrd="0" presId="urn:microsoft.com/office/officeart/2005/8/layout/vProcess5"/>
    <dgm:cxn modelId="{9CEC6CFA-F4E6-454A-BECE-4EFB0573BD80}" type="presOf" srcId="{01908E9B-2770-4B2F-9D3B-E6D1E7D2FEB3}" destId="{9657B9F0-9E25-4B71-90AF-5A9EFA39F490}" srcOrd="0" destOrd="0" presId="urn:microsoft.com/office/officeart/2005/8/layout/vProcess5"/>
    <dgm:cxn modelId="{EB8F2849-43F8-4578-AC27-6B584857BDB4}" type="presParOf" srcId="{B3E08902-D6EC-4691-B578-5E03D4F82B01}" destId="{3D7B5F50-B52B-401D-8AB4-B75C1349E412}" srcOrd="0" destOrd="0" presId="urn:microsoft.com/office/officeart/2005/8/layout/vProcess5"/>
    <dgm:cxn modelId="{85C3505B-0EC8-4EC0-96B6-A54549108DF4}" type="presParOf" srcId="{B3E08902-D6EC-4691-B578-5E03D4F82B01}" destId="{95317C5C-F356-465B-980B-34A9D92AA979}" srcOrd="1" destOrd="0" presId="urn:microsoft.com/office/officeart/2005/8/layout/vProcess5"/>
    <dgm:cxn modelId="{08CFAEF5-FE13-47D5-8841-6A38A3EE32BE}" type="presParOf" srcId="{B3E08902-D6EC-4691-B578-5E03D4F82B01}" destId="{59556391-0098-418B-898C-829BB86F0700}" srcOrd="2" destOrd="0" presId="urn:microsoft.com/office/officeart/2005/8/layout/vProcess5"/>
    <dgm:cxn modelId="{61494F70-EA7B-4052-8B92-CAB63AACE635}" type="presParOf" srcId="{B3E08902-D6EC-4691-B578-5E03D4F82B01}" destId="{B52B6942-9652-4BA2-BB4C-F64523835943}" srcOrd="3" destOrd="0" presId="urn:microsoft.com/office/officeart/2005/8/layout/vProcess5"/>
    <dgm:cxn modelId="{7E8B9E7A-2F15-4417-BFC2-F2A73BA56473}" type="presParOf" srcId="{B3E08902-D6EC-4691-B578-5E03D4F82B01}" destId="{9657B9F0-9E25-4B71-90AF-5A9EFA39F490}" srcOrd="4" destOrd="0" presId="urn:microsoft.com/office/officeart/2005/8/layout/vProcess5"/>
    <dgm:cxn modelId="{05EA60FE-D9F1-4EDA-AE99-455EF475831A}" type="presParOf" srcId="{B3E08902-D6EC-4691-B578-5E03D4F82B01}" destId="{0DC1987B-7C7A-4B20-A39C-3799B1F08A04}" srcOrd="5" destOrd="0" presId="urn:microsoft.com/office/officeart/2005/8/layout/vProcess5"/>
    <dgm:cxn modelId="{251ADD46-177C-4430-B710-5A004E114B60}" type="presParOf" srcId="{B3E08902-D6EC-4691-B578-5E03D4F82B01}" destId="{A4D7632C-4954-4087-935B-C955A8AB370B}" srcOrd="6" destOrd="0" presId="urn:microsoft.com/office/officeart/2005/8/layout/vProcess5"/>
    <dgm:cxn modelId="{B8C4CEAB-B55F-47B1-B49C-6AFE0CE5BDA7}" type="presParOf" srcId="{B3E08902-D6EC-4691-B578-5E03D4F82B01}" destId="{887082DE-D65A-4C5C-89FB-DA2B9FCAA86E}" srcOrd="7" destOrd="0" presId="urn:microsoft.com/office/officeart/2005/8/layout/vProcess5"/>
    <dgm:cxn modelId="{1F9320EE-5E8F-45E9-8A19-E1E3BB8ECAA8}" type="presParOf" srcId="{B3E08902-D6EC-4691-B578-5E03D4F82B01}" destId="{8AB479A4-7095-4ACB-8908-0A6CA3450090}" srcOrd="8" destOrd="0" presId="urn:microsoft.com/office/officeart/2005/8/layout/vProcess5"/>
    <dgm:cxn modelId="{E68CE77F-2D18-4338-AD99-3F9F9F7A2A00}" type="presParOf" srcId="{B3E08902-D6EC-4691-B578-5E03D4F82B01}" destId="{542E0145-6029-42F8-AEF8-6E3390074C4C}" srcOrd="9" destOrd="0" presId="urn:microsoft.com/office/officeart/2005/8/layout/vProcess5"/>
    <dgm:cxn modelId="{8D5C8E78-304C-4189-B530-454324057C6C}" type="presParOf" srcId="{B3E08902-D6EC-4691-B578-5E03D4F82B01}" destId="{C1584B17-F928-4284-94EB-8D9352DE9751}" srcOrd="10" destOrd="0" presId="urn:microsoft.com/office/officeart/2005/8/layout/vProcess5"/>
    <dgm:cxn modelId="{BBF34790-D8EE-403C-BB01-D5ECBFBCF9EC}" type="presParOf" srcId="{B3E08902-D6EC-4691-B578-5E03D4F82B01}" destId="{6AF096EC-CF54-4DCE-9B36-D20D6A90B18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BE5422-A436-484A-B803-13CFF65A81A1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BAD3864-FEED-468B-B20B-F19CAB9DD29B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Начало. </a:t>
          </a:r>
        </a:p>
      </dgm:t>
    </dgm:pt>
    <dgm:pt modelId="{5B121B6C-1638-4DD9-BEC3-A6B45D07A026}" type="parTrans" cxnId="{40237B79-7EF3-4078-9FB3-B39C8DEF48F1}">
      <dgm:prSet/>
      <dgm:spPr/>
      <dgm:t>
        <a:bodyPr/>
        <a:lstStyle/>
        <a:p>
          <a:endParaRPr lang="ru-RU"/>
        </a:p>
      </dgm:t>
    </dgm:pt>
    <dgm:pt modelId="{ED04182E-F04D-42A9-BA4C-919D5CC83C5D}" type="sibTrans" cxnId="{40237B79-7EF3-4078-9FB3-B39C8DEF48F1}">
      <dgm:prSet/>
      <dgm:spPr/>
      <dgm:t>
        <a:bodyPr/>
        <a:lstStyle/>
        <a:p>
          <a:endParaRPr lang="ru-RU"/>
        </a:p>
      </dgm:t>
    </dgm:pt>
    <dgm:pt modelId="{5220E42B-C5CF-4123-84C2-52E3CBE2DABA}">
      <dgm:prSet phldrT="[Текст]" custT="1"/>
      <dgm:spPr/>
      <dgm:t>
        <a:bodyPr/>
        <a:lstStyle/>
        <a:p>
          <a:r>
            <a:rPr lang="ru-RU" sz="1800" dirty="0"/>
            <a:t>Осмысление преимуществ европейских инноваций и первые попытки их использовать в России (Годунов и Лжедмитрий </a:t>
          </a:r>
          <a:r>
            <a:rPr lang="en-US" sz="1800" dirty="0"/>
            <a:t>I)</a:t>
          </a:r>
          <a:endParaRPr lang="ru-RU" sz="1800" dirty="0"/>
        </a:p>
      </dgm:t>
    </dgm:pt>
    <dgm:pt modelId="{FCA4642E-D46A-4E16-8147-796B966A2319}" type="parTrans" cxnId="{B7595341-DF1A-445D-8E42-914EF8B3F740}">
      <dgm:prSet/>
      <dgm:spPr/>
      <dgm:t>
        <a:bodyPr/>
        <a:lstStyle/>
        <a:p>
          <a:endParaRPr lang="ru-RU"/>
        </a:p>
      </dgm:t>
    </dgm:pt>
    <dgm:pt modelId="{537FE290-88B9-4C3C-9A09-DDEF74B27063}" type="sibTrans" cxnId="{B7595341-DF1A-445D-8E42-914EF8B3F740}">
      <dgm:prSet/>
      <dgm:spPr/>
      <dgm:t>
        <a:bodyPr/>
        <a:lstStyle/>
        <a:p>
          <a:endParaRPr lang="ru-RU"/>
        </a:p>
      </dgm:t>
    </dgm:pt>
    <dgm:pt modelId="{C52104E9-4E86-4EBD-B325-464099098985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II – III </a:t>
          </a:r>
          <a:r>
            <a:rPr lang="ru-RU" dirty="0"/>
            <a:t>четверти </a:t>
          </a:r>
        </a:p>
      </dgm:t>
    </dgm:pt>
    <dgm:pt modelId="{3297F942-07B5-4879-A440-DE7D5C0C7DA5}" type="parTrans" cxnId="{D423F456-5AA3-405A-A868-48B2CD8E2842}">
      <dgm:prSet/>
      <dgm:spPr/>
      <dgm:t>
        <a:bodyPr/>
        <a:lstStyle/>
        <a:p>
          <a:endParaRPr lang="ru-RU"/>
        </a:p>
      </dgm:t>
    </dgm:pt>
    <dgm:pt modelId="{B07D3748-1689-4273-BDDA-B92BF36D0820}" type="sibTrans" cxnId="{D423F456-5AA3-405A-A868-48B2CD8E2842}">
      <dgm:prSet/>
      <dgm:spPr/>
      <dgm:t>
        <a:bodyPr/>
        <a:lstStyle/>
        <a:p>
          <a:endParaRPr lang="ru-RU"/>
        </a:p>
      </dgm:t>
    </dgm:pt>
    <dgm:pt modelId="{B8D184E8-DF90-445D-8B87-C5D52DCC83E2}">
      <dgm:prSet phldrT="[Текст]" custT="1"/>
      <dgm:spPr/>
      <dgm:t>
        <a:bodyPr/>
        <a:lstStyle/>
        <a:p>
          <a:pPr marL="171450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600" dirty="0"/>
            <a:t>Точечное заимствование европейских обычаев в экономике, армии и бытовой жизни российской элиты.</a:t>
          </a:r>
        </a:p>
      </dgm:t>
    </dgm:pt>
    <dgm:pt modelId="{95DBDD58-EBA5-43DF-83EB-9AD58B8A50EA}" type="parTrans" cxnId="{BF0A33A4-2A36-4DB9-AFFD-3F6CFF9D2AAD}">
      <dgm:prSet/>
      <dgm:spPr/>
      <dgm:t>
        <a:bodyPr/>
        <a:lstStyle/>
        <a:p>
          <a:endParaRPr lang="ru-RU"/>
        </a:p>
      </dgm:t>
    </dgm:pt>
    <dgm:pt modelId="{B2A75920-AE75-46D1-8E9E-42F6395B9BE8}" type="sibTrans" cxnId="{BF0A33A4-2A36-4DB9-AFFD-3F6CFF9D2AAD}">
      <dgm:prSet/>
      <dgm:spPr/>
      <dgm:t>
        <a:bodyPr/>
        <a:lstStyle/>
        <a:p>
          <a:endParaRPr lang="ru-RU"/>
        </a:p>
      </dgm:t>
    </dgm:pt>
    <dgm:pt modelId="{30E09BCB-CFFD-4009-ACCC-5BDE63ACDB64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Последняя четверть</a:t>
          </a:r>
        </a:p>
      </dgm:t>
    </dgm:pt>
    <dgm:pt modelId="{2223BD77-0389-4C75-ABDF-D7913D539B52}" type="parTrans" cxnId="{675EB540-D841-4D9A-930C-2B420F239DD8}">
      <dgm:prSet/>
      <dgm:spPr/>
      <dgm:t>
        <a:bodyPr/>
        <a:lstStyle/>
        <a:p>
          <a:endParaRPr lang="ru-RU"/>
        </a:p>
      </dgm:t>
    </dgm:pt>
    <dgm:pt modelId="{3A18F039-9BDC-44AF-A180-D288DB4F2C04}" type="sibTrans" cxnId="{675EB540-D841-4D9A-930C-2B420F239DD8}">
      <dgm:prSet/>
      <dgm:spPr/>
      <dgm:t>
        <a:bodyPr/>
        <a:lstStyle/>
        <a:p>
          <a:endParaRPr lang="ru-RU"/>
        </a:p>
      </dgm:t>
    </dgm:pt>
    <dgm:pt modelId="{63B477A1-9563-4176-A5E2-DE15F7A656E3}">
      <dgm:prSet phldrT="[Текст]"/>
      <dgm:spPr/>
      <dgm:t>
        <a:bodyPr/>
        <a:lstStyle/>
        <a:p>
          <a:endParaRPr lang="ru-RU" sz="1100" dirty="0"/>
        </a:p>
      </dgm:t>
    </dgm:pt>
    <dgm:pt modelId="{502DFA48-08B5-41D2-A425-C5BBD1994667}" type="parTrans" cxnId="{99B75906-3BBF-4211-B53D-7AB3DC4661A9}">
      <dgm:prSet/>
      <dgm:spPr/>
      <dgm:t>
        <a:bodyPr/>
        <a:lstStyle/>
        <a:p>
          <a:endParaRPr lang="ru-RU"/>
        </a:p>
      </dgm:t>
    </dgm:pt>
    <dgm:pt modelId="{7E8220CB-6C45-49AA-9A50-2649F28C380B}" type="sibTrans" cxnId="{99B75906-3BBF-4211-B53D-7AB3DC4661A9}">
      <dgm:prSet/>
      <dgm:spPr/>
      <dgm:t>
        <a:bodyPr/>
        <a:lstStyle/>
        <a:p>
          <a:endParaRPr lang="ru-RU"/>
        </a:p>
      </dgm:t>
    </dgm:pt>
    <dgm:pt modelId="{F787FFB0-FA03-430E-9C44-33FF7D8EFE5A}">
      <dgm:prSet phldrT="[Текст]" custT="1"/>
      <dgm:spPr/>
      <dgm:t>
        <a:bodyPr/>
        <a:lstStyle/>
        <a:p>
          <a:r>
            <a:rPr lang="ru-RU" sz="1400" dirty="0"/>
            <a:t>Формирование слоя реформаторов.</a:t>
          </a:r>
        </a:p>
      </dgm:t>
    </dgm:pt>
    <dgm:pt modelId="{3D164508-C3F3-4E33-97F1-5FC75A2DE77B}" type="parTrans" cxnId="{4B3934F2-0A1B-4E67-919E-BE39EFFA8798}">
      <dgm:prSet/>
      <dgm:spPr/>
      <dgm:t>
        <a:bodyPr/>
        <a:lstStyle/>
        <a:p>
          <a:endParaRPr lang="ru-RU"/>
        </a:p>
      </dgm:t>
    </dgm:pt>
    <dgm:pt modelId="{B6160E1F-D75D-41F5-9C89-BD7441536603}" type="sibTrans" cxnId="{4B3934F2-0A1B-4E67-919E-BE39EFFA8798}">
      <dgm:prSet/>
      <dgm:spPr/>
      <dgm:t>
        <a:bodyPr/>
        <a:lstStyle/>
        <a:p>
          <a:endParaRPr lang="ru-RU"/>
        </a:p>
      </dgm:t>
    </dgm:pt>
    <dgm:pt modelId="{7B76C715-B6A3-4C43-A56F-B6AEBC646C37}">
      <dgm:prSet phldrT="[Текст]" custT="1"/>
      <dgm:spPr/>
      <dgm:t>
        <a:bodyPr/>
        <a:lstStyle/>
        <a:p>
          <a:pPr marL="171450" marR="0" indent="0" defTabSz="84455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ru-RU" sz="1600" dirty="0"/>
            <a:t>Начало раскола российской элиты на сторонников и противников прогресса.</a:t>
          </a:r>
        </a:p>
      </dgm:t>
    </dgm:pt>
    <dgm:pt modelId="{A5F55FA4-DF65-4D96-8824-481DD57AAB0B}" type="parTrans" cxnId="{A49A1CCF-FAAC-49E7-AF3B-6709EFF204B1}">
      <dgm:prSet/>
      <dgm:spPr/>
      <dgm:t>
        <a:bodyPr/>
        <a:lstStyle/>
        <a:p>
          <a:endParaRPr lang="ru-RU"/>
        </a:p>
      </dgm:t>
    </dgm:pt>
    <dgm:pt modelId="{0124D282-5856-4459-87F7-87ED4215C6CD}" type="sibTrans" cxnId="{A49A1CCF-FAAC-49E7-AF3B-6709EFF204B1}">
      <dgm:prSet/>
      <dgm:spPr/>
      <dgm:t>
        <a:bodyPr/>
        <a:lstStyle/>
        <a:p>
          <a:endParaRPr lang="ru-RU"/>
        </a:p>
      </dgm:t>
    </dgm:pt>
    <dgm:pt modelId="{FB05CBCC-B61D-4ECE-ABF6-FA5D2B68B82E}">
      <dgm:prSet phldrT="[Текст]" custT="1"/>
      <dgm:spPr/>
      <dgm:t>
        <a:bodyPr/>
        <a:lstStyle/>
        <a:p>
          <a:r>
            <a:rPr lang="ru-RU" sz="1400" dirty="0"/>
            <a:t>Разработка первых планов модернизации страны (Василий Голицын).</a:t>
          </a:r>
        </a:p>
      </dgm:t>
    </dgm:pt>
    <dgm:pt modelId="{006C5854-9B9D-4F91-911B-E70E41E93613}" type="parTrans" cxnId="{BC0DD54D-FF4B-46B6-B216-FC580BB4333E}">
      <dgm:prSet/>
      <dgm:spPr/>
      <dgm:t>
        <a:bodyPr/>
        <a:lstStyle/>
        <a:p>
          <a:endParaRPr lang="ru-RU"/>
        </a:p>
      </dgm:t>
    </dgm:pt>
    <dgm:pt modelId="{A99291F1-EF99-461F-A3BE-0FAF11B942AE}" type="sibTrans" cxnId="{BC0DD54D-FF4B-46B6-B216-FC580BB4333E}">
      <dgm:prSet/>
      <dgm:spPr/>
      <dgm:t>
        <a:bodyPr/>
        <a:lstStyle/>
        <a:p>
          <a:endParaRPr lang="ru-RU"/>
        </a:p>
      </dgm:t>
    </dgm:pt>
    <dgm:pt modelId="{02D240EE-4F24-44E7-87AC-86ADC2BDA3F0}">
      <dgm:prSet phldrT="[Текст]" custT="1"/>
      <dgm:spPr/>
      <dgm:t>
        <a:bodyPr/>
        <a:lstStyle/>
        <a:p>
          <a:r>
            <a:rPr lang="ru-RU" sz="1400" dirty="0"/>
            <a:t>Выработка альтернативных действующим форм управления, вооруженных сил, быта (Петр в Немецкой слободе).</a:t>
          </a:r>
        </a:p>
      </dgm:t>
    </dgm:pt>
    <dgm:pt modelId="{31C6E972-1C08-435A-8605-93C585E4DEFB}" type="parTrans" cxnId="{CE61B74A-4DB2-40DE-83E6-405CA133CCB2}">
      <dgm:prSet/>
      <dgm:spPr/>
      <dgm:t>
        <a:bodyPr/>
        <a:lstStyle/>
        <a:p>
          <a:endParaRPr lang="ru-RU"/>
        </a:p>
      </dgm:t>
    </dgm:pt>
    <dgm:pt modelId="{4A1245E4-7DB9-49B0-AFA0-5E4CEE5B8B0C}" type="sibTrans" cxnId="{CE61B74A-4DB2-40DE-83E6-405CA133CCB2}">
      <dgm:prSet/>
      <dgm:spPr/>
      <dgm:t>
        <a:bodyPr/>
        <a:lstStyle/>
        <a:p>
          <a:endParaRPr lang="ru-RU"/>
        </a:p>
      </dgm:t>
    </dgm:pt>
    <dgm:pt modelId="{47BBAC09-3DE7-4D6F-872E-7C0810A83903}" type="pres">
      <dgm:prSet presAssocID="{93BE5422-A436-484A-B803-13CFF65A81A1}" presName="linearFlow" presStyleCnt="0">
        <dgm:presLayoutVars>
          <dgm:dir/>
          <dgm:animLvl val="lvl"/>
          <dgm:resizeHandles val="exact"/>
        </dgm:presLayoutVars>
      </dgm:prSet>
      <dgm:spPr/>
    </dgm:pt>
    <dgm:pt modelId="{7B93DDD0-9B63-4358-B01F-B53A701B3DF3}" type="pres">
      <dgm:prSet presAssocID="{ABAD3864-FEED-468B-B20B-F19CAB9DD29B}" presName="composite" presStyleCnt="0"/>
      <dgm:spPr/>
    </dgm:pt>
    <dgm:pt modelId="{79A7B951-3B8E-407F-B734-5B70B4C83AAA}" type="pres">
      <dgm:prSet presAssocID="{ABAD3864-FEED-468B-B20B-F19CAB9DD29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BAB42E38-EDEA-4A98-B8F4-F258996D83DF}" type="pres">
      <dgm:prSet presAssocID="{ABAD3864-FEED-468B-B20B-F19CAB9DD29B}" presName="descendantText" presStyleLbl="alignAcc1" presStyleIdx="0" presStyleCnt="3">
        <dgm:presLayoutVars>
          <dgm:bulletEnabled val="1"/>
        </dgm:presLayoutVars>
      </dgm:prSet>
      <dgm:spPr/>
    </dgm:pt>
    <dgm:pt modelId="{71B8C83D-2468-4591-A7C4-C01D328C3F59}" type="pres">
      <dgm:prSet presAssocID="{ED04182E-F04D-42A9-BA4C-919D5CC83C5D}" presName="sp" presStyleCnt="0"/>
      <dgm:spPr/>
    </dgm:pt>
    <dgm:pt modelId="{3ADCAC8A-6819-453A-AF23-59BCA882CF55}" type="pres">
      <dgm:prSet presAssocID="{C52104E9-4E86-4EBD-B325-464099098985}" presName="composite" presStyleCnt="0"/>
      <dgm:spPr/>
    </dgm:pt>
    <dgm:pt modelId="{6493354B-FD58-439A-AABC-4D4B8915DD6C}" type="pres">
      <dgm:prSet presAssocID="{C52104E9-4E86-4EBD-B325-464099098985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68EDBDA-D32B-4F47-9257-30AB1100F1AE}" type="pres">
      <dgm:prSet presAssocID="{C52104E9-4E86-4EBD-B325-464099098985}" presName="descendantText" presStyleLbl="alignAcc1" presStyleIdx="1" presStyleCnt="3">
        <dgm:presLayoutVars>
          <dgm:bulletEnabled val="1"/>
        </dgm:presLayoutVars>
      </dgm:prSet>
      <dgm:spPr/>
    </dgm:pt>
    <dgm:pt modelId="{5B13F0F0-A03A-4DE2-8E60-FC51A997AA90}" type="pres">
      <dgm:prSet presAssocID="{B07D3748-1689-4273-BDDA-B92BF36D0820}" presName="sp" presStyleCnt="0"/>
      <dgm:spPr/>
    </dgm:pt>
    <dgm:pt modelId="{9B0170B6-29CB-4908-9058-EF66A3A2E20E}" type="pres">
      <dgm:prSet presAssocID="{30E09BCB-CFFD-4009-ACCC-5BDE63ACDB64}" presName="composite" presStyleCnt="0"/>
      <dgm:spPr/>
    </dgm:pt>
    <dgm:pt modelId="{5BDDCFB8-4C97-41C4-973D-1A98D9EE39FC}" type="pres">
      <dgm:prSet presAssocID="{30E09BCB-CFFD-4009-ACCC-5BDE63ACDB64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28220A9-56B8-4971-B77A-44B117CFA02A}" type="pres">
      <dgm:prSet presAssocID="{30E09BCB-CFFD-4009-ACCC-5BDE63ACDB64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9B75906-3BBF-4211-B53D-7AB3DC4661A9}" srcId="{30E09BCB-CFFD-4009-ACCC-5BDE63ACDB64}" destId="{63B477A1-9563-4176-A5E2-DE15F7A656E3}" srcOrd="0" destOrd="0" parTransId="{502DFA48-08B5-41D2-A425-C5BBD1994667}" sibTransId="{7E8220CB-6C45-49AA-9A50-2649F28C380B}"/>
    <dgm:cxn modelId="{EC794414-BFFC-420F-9087-EB9A93B1D465}" type="presOf" srcId="{FB05CBCC-B61D-4ECE-ABF6-FA5D2B68B82E}" destId="{828220A9-56B8-4971-B77A-44B117CFA02A}" srcOrd="0" destOrd="2" presId="urn:microsoft.com/office/officeart/2005/8/layout/chevron2"/>
    <dgm:cxn modelId="{675EB540-D841-4D9A-930C-2B420F239DD8}" srcId="{93BE5422-A436-484A-B803-13CFF65A81A1}" destId="{30E09BCB-CFFD-4009-ACCC-5BDE63ACDB64}" srcOrd="2" destOrd="0" parTransId="{2223BD77-0389-4C75-ABDF-D7913D539B52}" sibTransId="{3A18F039-9BDC-44AF-A180-D288DB4F2C04}"/>
    <dgm:cxn modelId="{0F715260-1EA9-430C-BF4F-2629EE4028EC}" type="presOf" srcId="{C52104E9-4E86-4EBD-B325-464099098985}" destId="{6493354B-FD58-439A-AABC-4D4B8915DD6C}" srcOrd="0" destOrd="0" presId="urn:microsoft.com/office/officeart/2005/8/layout/chevron2"/>
    <dgm:cxn modelId="{B7595341-DF1A-445D-8E42-914EF8B3F740}" srcId="{ABAD3864-FEED-468B-B20B-F19CAB9DD29B}" destId="{5220E42B-C5CF-4123-84C2-52E3CBE2DABA}" srcOrd="0" destOrd="0" parTransId="{FCA4642E-D46A-4E16-8147-796B966A2319}" sibTransId="{537FE290-88B9-4C3C-9A09-DDEF74B27063}"/>
    <dgm:cxn modelId="{241F614A-7221-42C0-A348-2A28E7F600D5}" type="presOf" srcId="{30E09BCB-CFFD-4009-ACCC-5BDE63ACDB64}" destId="{5BDDCFB8-4C97-41C4-973D-1A98D9EE39FC}" srcOrd="0" destOrd="0" presId="urn:microsoft.com/office/officeart/2005/8/layout/chevron2"/>
    <dgm:cxn modelId="{CE61B74A-4DB2-40DE-83E6-405CA133CCB2}" srcId="{30E09BCB-CFFD-4009-ACCC-5BDE63ACDB64}" destId="{02D240EE-4F24-44E7-87AC-86ADC2BDA3F0}" srcOrd="3" destOrd="0" parTransId="{31C6E972-1C08-435A-8605-93C585E4DEFB}" sibTransId="{4A1245E4-7DB9-49B0-AFA0-5E4CEE5B8B0C}"/>
    <dgm:cxn modelId="{0B5D876D-A509-4DD8-B329-1B9BD4460D87}" type="presOf" srcId="{ABAD3864-FEED-468B-B20B-F19CAB9DD29B}" destId="{79A7B951-3B8E-407F-B734-5B70B4C83AAA}" srcOrd="0" destOrd="0" presId="urn:microsoft.com/office/officeart/2005/8/layout/chevron2"/>
    <dgm:cxn modelId="{BC0DD54D-FF4B-46B6-B216-FC580BB4333E}" srcId="{30E09BCB-CFFD-4009-ACCC-5BDE63ACDB64}" destId="{FB05CBCC-B61D-4ECE-ABF6-FA5D2B68B82E}" srcOrd="2" destOrd="0" parTransId="{006C5854-9B9D-4F91-911B-E70E41E93613}" sibTransId="{A99291F1-EF99-461F-A3BE-0FAF11B942AE}"/>
    <dgm:cxn modelId="{D423F456-5AA3-405A-A868-48B2CD8E2842}" srcId="{93BE5422-A436-484A-B803-13CFF65A81A1}" destId="{C52104E9-4E86-4EBD-B325-464099098985}" srcOrd="1" destOrd="0" parTransId="{3297F942-07B5-4879-A440-DE7D5C0C7DA5}" sibTransId="{B07D3748-1689-4273-BDDA-B92BF36D0820}"/>
    <dgm:cxn modelId="{E375A277-189F-4424-9A7B-6E02DC8C38F1}" type="presOf" srcId="{02D240EE-4F24-44E7-87AC-86ADC2BDA3F0}" destId="{828220A9-56B8-4971-B77A-44B117CFA02A}" srcOrd="0" destOrd="3" presId="urn:microsoft.com/office/officeart/2005/8/layout/chevron2"/>
    <dgm:cxn modelId="{40237B79-7EF3-4078-9FB3-B39C8DEF48F1}" srcId="{93BE5422-A436-484A-B803-13CFF65A81A1}" destId="{ABAD3864-FEED-468B-B20B-F19CAB9DD29B}" srcOrd="0" destOrd="0" parTransId="{5B121B6C-1638-4DD9-BEC3-A6B45D07A026}" sibTransId="{ED04182E-F04D-42A9-BA4C-919D5CC83C5D}"/>
    <dgm:cxn modelId="{3408688B-C9E3-4B29-A529-5458DBCCA205}" type="presOf" srcId="{B8D184E8-DF90-445D-8B87-C5D52DCC83E2}" destId="{368EDBDA-D32B-4F47-9257-30AB1100F1AE}" srcOrd="0" destOrd="0" presId="urn:microsoft.com/office/officeart/2005/8/layout/chevron2"/>
    <dgm:cxn modelId="{BF0A33A4-2A36-4DB9-AFFD-3F6CFF9D2AAD}" srcId="{C52104E9-4E86-4EBD-B325-464099098985}" destId="{B8D184E8-DF90-445D-8B87-C5D52DCC83E2}" srcOrd="0" destOrd="0" parTransId="{95DBDD58-EBA5-43DF-83EB-9AD58B8A50EA}" sibTransId="{B2A75920-AE75-46D1-8E9E-42F6395B9BE8}"/>
    <dgm:cxn modelId="{88B6B3AF-CE84-4EC1-8091-4BAB18880E3D}" type="presOf" srcId="{7B76C715-B6A3-4C43-A56F-B6AEBC646C37}" destId="{368EDBDA-D32B-4F47-9257-30AB1100F1AE}" srcOrd="0" destOrd="1" presId="urn:microsoft.com/office/officeart/2005/8/layout/chevron2"/>
    <dgm:cxn modelId="{3AED30BC-AAF1-4906-B4B2-596672840640}" type="presOf" srcId="{63B477A1-9563-4176-A5E2-DE15F7A656E3}" destId="{828220A9-56B8-4971-B77A-44B117CFA02A}" srcOrd="0" destOrd="0" presId="urn:microsoft.com/office/officeart/2005/8/layout/chevron2"/>
    <dgm:cxn modelId="{3B2447BE-1FA3-46E9-9DD7-2D62904150FF}" type="presOf" srcId="{93BE5422-A436-484A-B803-13CFF65A81A1}" destId="{47BBAC09-3DE7-4D6F-872E-7C0810A83903}" srcOrd="0" destOrd="0" presId="urn:microsoft.com/office/officeart/2005/8/layout/chevron2"/>
    <dgm:cxn modelId="{A49A1CCF-FAAC-49E7-AF3B-6709EFF204B1}" srcId="{C52104E9-4E86-4EBD-B325-464099098985}" destId="{7B76C715-B6A3-4C43-A56F-B6AEBC646C37}" srcOrd="1" destOrd="0" parTransId="{A5F55FA4-DF65-4D96-8824-481DD57AAB0B}" sibTransId="{0124D282-5856-4459-87F7-87ED4215C6CD}"/>
    <dgm:cxn modelId="{0A0637EE-1611-4B8F-9BAE-36703E8006F8}" type="presOf" srcId="{5220E42B-C5CF-4123-84C2-52E3CBE2DABA}" destId="{BAB42E38-EDEA-4A98-B8F4-F258996D83DF}" srcOrd="0" destOrd="0" presId="urn:microsoft.com/office/officeart/2005/8/layout/chevron2"/>
    <dgm:cxn modelId="{4B3934F2-0A1B-4E67-919E-BE39EFFA8798}" srcId="{30E09BCB-CFFD-4009-ACCC-5BDE63ACDB64}" destId="{F787FFB0-FA03-430E-9C44-33FF7D8EFE5A}" srcOrd="1" destOrd="0" parTransId="{3D164508-C3F3-4E33-97F1-5FC75A2DE77B}" sibTransId="{B6160E1F-D75D-41F5-9C89-BD7441536603}"/>
    <dgm:cxn modelId="{562696FA-A61C-4B11-9BE4-4ECD7C25A883}" type="presOf" srcId="{F787FFB0-FA03-430E-9C44-33FF7D8EFE5A}" destId="{828220A9-56B8-4971-B77A-44B117CFA02A}" srcOrd="0" destOrd="1" presId="urn:microsoft.com/office/officeart/2005/8/layout/chevron2"/>
    <dgm:cxn modelId="{C52B5C2E-AF81-45B7-BD00-3B6F20173EF3}" type="presParOf" srcId="{47BBAC09-3DE7-4D6F-872E-7C0810A83903}" destId="{7B93DDD0-9B63-4358-B01F-B53A701B3DF3}" srcOrd="0" destOrd="0" presId="urn:microsoft.com/office/officeart/2005/8/layout/chevron2"/>
    <dgm:cxn modelId="{3A4C1580-48DF-45D8-B9BA-048829819845}" type="presParOf" srcId="{7B93DDD0-9B63-4358-B01F-B53A701B3DF3}" destId="{79A7B951-3B8E-407F-B734-5B70B4C83AAA}" srcOrd="0" destOrd="0" presId="urn:microsoft.com/office/officeart/2005/8/layout/chevron2"/>
    <dgm:cxn modelId="{1D848D9F-EEFD-490E-B044-480471217ED5}" type="presParOf" srcId="{7B93DDD0-9B63-4358-B01F-B53A701B3DF3}" destId="{BAB42E38-EDEA-4A98-B8F4-F258996D83DF}" srcOrd="1" destOrd="0" presId="urn:microsoft.com/office/officeart/2005/8/layout/chevron2"/>
    <dgm:cxn modelId="{428A35D0-47C1-476C-B73C-FC90EF6EDF2E}" type="presParOf" srcId="{47BBAC09-3DE7-4D6F-872E-7C0810A83903}" destId="{71B8C83D-2468-4591-A7C4-C01D328C3F59}" srcOrd="1" destOrd="0" presId="urn:microsoft.com/office/officeart/2005/8/layout/chevron2"/>
    <dgm:cxn modelId="{A3742A2C-8C93-46AE-B11A-B3ED51AC8924}" type="presParOf" srcId="{47BBAC09-3DE7-4D6F-872E-7C0810A83903}" destId="{3ADCAC8A-6819-453A-AF23-59BCA882CF55}" srcOrd="2" destOrd="0" presId="urn:microsoft.com/office/officeart/2005/8/layout/chevron2"/>
    <dgm:cxn modelId="{F02A4BC8-8F57-4199-A3B5-69EF0FA555F8}" type="presParOf" srcId="{3ADCAC8A-6819-453A-AF23-59BCA882CF55}" destId="{6493354B-FD58-439A-AABC-4D4B8915DD6C}" srcOrd="0" destOrd="0" presId="urn:microsoft.com/office/officeart/2005/8/layout/chevron2"/>
    <dgm:cxn modelId="{96800F7A-3557-41D8-97FE-1493DB3DD929}" type="presParOf" srcId="{3ADCAC8A-6819-453A-AF23-59BCA882CF55}" destId="{368EDBDA-D32B-4F47-9257-30AB1100F1AE}" srcOrd="1" destOrd="0" presId="urn:microsoft.com/office/officeart/2005/8/layout/chevron2"/>
    <dgm:cxn modelId="{CC8C3750-4AA5-4BA3-9DB6-EEB9CF113500}" type="presParOf" srcId="{47BBAC09-3DE7-4D6F-872E-7C0810A83903}" destId="{5B13F0F0-A03A-4DE2-8E60-FC51A997AA90}" srcOrd="3" destOrd="0" presId="urn:microsoft.com/office/officeart/2005/8/layout/chevron2"/>
    <dgm:cxn modelId="{7347C321-0D2F-4038-87D9-1B12BEA0DEF8}" type="presParOf" srcId="{47BBAC09-3DE7-4D6F-872E-7C0810A83903}" destId="{9B0170B6-29CB-4908-9058-EF66A3A2E20E}" srcOrd="4" destOrd="0" presId="urn:microsoft.com/office/officeart/2005/8/layout/chevron2"/>
    <dgm:cxn modelId="{7FF1B8A3-269B-4C5A-A251-6868C22FCAE4}" type="presParOf" srcId="{9B0170B6-29CB-4908-9058-EF66A3A2E20E}" destId="{5BDDCFB8-4C97-41C4-973D-1A98D9EE39FC}" srcOrd="0" destOrd="0" presId="urn:microsoft.com/office/officeart/2005/8/layout/chevron2"/>
    <dgm:cxn modelId="{8F9F3710-11BA-4BA3-A812-44A7CC8A47B0}" type="presParOf" srcId="{9B0170B6-29CB-4908-9058-EF66A3A2E20E}" destId="{828220A9-56B8-4971-B77A-44B117CFA02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5BF61F-DCD5-430E-B1EF-E687A7EC0CF1}" type="doc">
      <dgm:prSet loTypeId="urn:microsoft.com/office/officeart/2005/8/layout/cycle4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7C8DE0F-9EDE-4708-AC34-B365C1D8FFD4}">
      <dgm:prSet phldrT="[Текст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Самостоятельно</a:t>
          </a:r>
        </a:p>
      </dgm:t>
    </dgm:pt>
    <dgm:pt modelId="{20830D87-A38E-401C-A514-CA1668BCB138}" type="parTrans" cxnId="{7E31EEC8-1D69-45B6-A703-9383F7E3F2C1}">
      <dgm:prSet/>
      <dgm:spPr/>
      <dgm:t>
        <a:bodyPr/>
        <a:lstStyle/>
        <a:p>
          <a:endParaRPr lang="ru-RU"/>
        </a:p>
      </dgm:t>
    </dgm:pt>
    <dgm:pt modelId="{A4CE8914-C224-4E61-9FCB-D3BF24DDD12F}" type="sibTrans" cxnId="{7E31EEC8-1D69-45B6-A703-9383F7E3F2C1}">
      <dgm:prSet/>
      <dgm:spPr/>
      <dgm:t>
        <a:bodyPr/>
        <a:lstStyle/>
        <a:p>
          <a:endParaRPr lang="ru-RU"/>
        </a:p>
      </dgm:t>
    </dgm:pt>
    <dgm:pt modelId="{52C6B7D4-7F02-47D6-BF92-6DD1831A1F55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«Сверху»</a:t>
          </a:r>
        </a:p>
      </dgm:t>
    </dgm:pt>
    <dgm:pt modelId="{BA508358-E79D-450B-98C4-1B5986C5C3B9}" type="parTrans" cxnId="{A285BE1D-D1EC-4E58-8111-C226EEB09252}">
      <dgm:prSet/>
      <dgm:spPr/>
      <dgm:t>
        <a:bodyPr/>
        <a:lstStyle/>
        <a:p>
          <a:endParaRPr lang="ru-RU"/>
        </a:p>
      </dgm:t>
    </dgm:pt>
    <dgm:pt modelId="{D58AA363-CE4E-47AC-AC0A-3A27965040A5}" type="sibTrans" cxnId="{A285BE1D-D1EC-4E58-8111-C226EEB09252}">
      <dgm:prSet/>
      <dgm:spPr/>
      <dgm:t>
        <a:bodyPr/>
        <a:lstStyle/>
        <a:p>
          <a:endParaRPr lang="ru-RU"/>
        </a:p>
      </dgm:t>
    </dgm:pt>
    <dgm:pt modelId="{9CED750A-4534-4877-98B1-6EBAE06794E3}">
      <dgm:prSet phldrT="[Текст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Под воздействием извне</a:t>
          </a:r>
        </a:p>
      </dgm:t>
    </dgm:pt>
    <dgm:pt modelId="{1281DF15-8807-4971-91DA-B3192034D173}" type="parTrans" cxnId="{CDD74F28-B1F3-493F-8D19-C230E0D6095F}">
      <dgm:prSet/>
      <dgm:spPr/>
      <dgm:t>
        <a:bodyPr/>
        <a:lstStyle/>
        <a:p>
          <a:endParaRPr lang="ru-RU"/>
        </a:p>
      </dgm:t>
    </dgm:pt>
    <dgm:pt modelId="{9C4E4F2D-768C-46D9-A763-37B9982C447B}" type="sibTrans" cxnId="{CDD74F28-B1F3-493F-8D19-C230E0D6095F}">
      <dgm:prSet/>
      <dgm:spPr/>
      <dgm:t>
        <a:bodyPr/>
        <a:lstStyle/>
        <a:p>
          <a:endParaRPr lang="ru-RU"/>
        </a:p>
      </dgm:t>
    </dgm:pt>
    <dgm:pt modelId="{93D73512-C46C-484B-B79C-6B80D986BB79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Модель навязана победителем (агрессором)</a:t>
          </a:r>
        </a:p>
      </dgm:t>
    </dgm:pt>
    <dgm:pt modelId="{6B80E306-806A-41A5-B66D-15B2850F802A}" type="parTrans" cxnId="{20C91412-887E-4918-BAD9-70B22E67ADCC}">
      <dgm:prSet/>
      <dgm:spPr/>
      <dgm:t>
        <a:bodyPr/>
        <a:lstStyle/>
        <a:p>
          <a:endParaRPr lang="ru-RU"/>
        </a:p>
      </dgm:t>
    </dgm:pt>
    <dgm:pt modelId="{1878A791-C738-457F-AC28-761839C20E45}" type="sibTrans" cxnId="{20C91412-887E-4918-BAD9-70B22E67ADCC}">
      <dgm:prSet/>
      <dgm:spPr/>
      <dgm:t>
        <a:bodyPr/>
        <a:lstStyle/>
        <a:p>
          <a:endParaRPr lang="ru-RU"/>
        </a:p>
      </dgm:t>
    </dgm:pt>
    <dgm:pt modelId="{8C4C3CF0-30F1-4B1E-B0AD-30D0EEF4CEF0}">
      <dgm:prSet phldrT="[Текст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Под воздействием извне</a:t>
          </a:r>
        </a:p>
      </dgm:t>
    </dgm:pt>
    <dgm:pt modelId="{51D627F7-1BE7-479E-A81B-FFB851638CF4}" type="parTrans" cxnId="{822C9C20-4C4F-4BFA-8324-67F2A6259E79}">
      <dgm:prSet/>
      <dgm:spPr/>
      <dgm:t>
        <a:bodyPr/>
        <a:lstStyle/>
        <a:p>
          <a:endParaRPr lang="ru-RU"/>
        </a:p>
      </dgm:t>
    </dgm:pt>
    <dgm:pt modelId="{74CEA764-4EAC-4183-BC9C-5026766F7419}" type="sibTrans" cxnId="{822C9C20-4C4F-4BFA-8324-67F2A6259E79}">
      <dgm:prSet/>
      <dgm:spPr/>
      <dgm:t>
        <a:bodyPr/>
        <a:lstStyle/>
        <a:p>
          <a:endParaRPr lang="ru-RU"/>
        </a:p>
      </dgm:t>
    </dgm:pt>
    <dgm:pt modelId="{B5641B74-928E-4C5A-9509-3B681D8A370B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/>
            <a:t>Модель формируется в процессе сопротивления агрессору</a:t>
          </a:r>
          <a:r>
            <a:rPr lang="ru-RU" sz="1100" dirty="0"/>
            <a:t>.</a:t>
          </a:r>
        </a:p>
      </dgm:t>
    </dgm:pt>
    <dgm:pt modelId="{105E0EA8-7BBA-494F-9DFF-2BEC049B1CFA}" type="parTrans" cxnId="{E6C9EF58-79C1-4777-8BFC-921B7308D2B5}">
      <dgm:prSet/>
      <dgm:spPr/>
      <dgm:t>
        <a:bodyPr/>
        <a:lstStyle/>
        <a:p>
          <a:endParaRPr lang="ru-RU"/>
        </a:p>
      </dgm:t>
    </dgm:pt>
    <dgm:pt modelId="{F32AF080-7F98-4B13-BBDC-7EBA4F8BA875}" type="sibTrans" cxnId="{E6C9EF58-79C1-4777-8BFC-921B7308D2B5}">
      <dgm:prSet/>
      <dgm:spPr/>
      <dgm:t>
        <a:bodyPr/>
        <a:lstStyle/>
        <a:p>
          <a:endParaRPr lang="ru-RU"/>
        </a:p>
      </dgm:t>
    </dgm:pt>
    <dgm:pt modelId="{8C014160-833A-4765-A3A7-F6B3E8907359}">
      <dgm:prSet phldrT="[Текст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Самостоятельно</a:t>
          </a:r>
        </a:p>
      </dgm:t>
    </dgm:pt>
    <dgm:pt modelId="{0B4EDC99-4689-447A-BDFD-26998470A0B0}" type="parTrans" cxnId="{12FBDEEE-8C9E-4627-8C37-851B30115210}">
      <dgm:prSet/>
      <dgm:spPr/>
      <dgm:t>
        <a:bodyPr/>
        <a:lstStyle/>
        <a:p>
          <a:endParaRPr lang="ru-RU"/>
        </a:p>
      </dgm:t>
    </dgm:pt>
    <dgm:pt modelId="{687BCBEA-5A9C-437C-8286-7290E93E5D3A}" type="sibTrans" cxnId="{12FBDEEE-8C9E-4627-8C37-851B30115210}">
      <dgm:prSet/>
      <dgm:spPr/>
      <dgm:t>
        <a:bodyPr/>
        <a:lstStyle/>
        <a:p>
          <a:endParaRPr lang="ru-RU"/>
        </a:p>
      </dgm:t>
    </dgm:pt>
    <dgm:pt modelId="{FB08715F-E4A6-4BE8-9663-33F7658BFCB6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«Снизу»</a:t>
          </a:r>
        </a:p>
      </dgm:t>
    </dgm:pt>
    <dgm:pt modelId="{F3BD525D-6E44-4337-B115-A28C46ECD593}" type="parTrans" cxnId="{A130B4D9-4F47-489A-8F53-60AB830BE517}">
      <dgm:prSet/>
      <dgm:spPr/>
      <dgm:t>
        <a:bodyPr/>
        <a:lstStyle/>
        <a:p>
          <a:endParaRPr lang="ru-RU"/>
        </a:p>
      </dgm:t>
    </dgm:pt>
    <dgm:pt modelId="{4C997FAB-9688-4A5A-AC57-5F67C3C6C33E}" type="sibTrans" cxnId="{A130B4D9-4F47-489A-8F53-60AB830BE517}">
      <dgm:prSet/>
      <dgm:spPr/>
      <dgm:t>
        <a:bodyPr/>
        <a:lstStyle/>
        <a:p>
          <a:endParaRPr lang="ru-RU"/>
        </a:p>
      </dgm:t>
    </dgm:pt>
    <dgm:pt modelId="{7B5A52E5-5B49-44E5-86C7-3F23FE5F161F}" type="pres">
      <dgm:prSet presAssocID="{EE5BF61F-DCD5-430E-B1EF-E687A7EC0CF1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9B9D8B4-6381-4CBD-BDDE-456ADC1F4EAE}" type="pres">
      <dgm:prSet presAssocID="{EE5BF61F-DCD5-430E-B1EF-E687A7EC0CF1}" presName="children" presStyleCnt="0"/>
      <dgm:spPr/>
    </dgm:pt>
    <dgm:pt modelId="{1822BDBE-3CBB-47E1-9178-FB4425C78A01}" type="pres">
      <dgm:prSet presAssocID="{EE5BF61F-DCD5-430E-B1EF-E687A7EC0CF1}" presName="child1group" presStyleCnt="0"/>
      <dgm:spPr/>
    </dgm:pt>
    <dgm:pt modelId="{5F50622F-2CFE-4C79-8E8C-1226CCA944E2}" type="pres">
      <dgm:prSet presAssocID="{EE5BF61F-DCD5-430E-B1EF-E687A7EC0CF1}" presName="child1" presStyleLbl="bgAcc1" presStyleIdx="0" presStyleCnt="4"/>
      <dgm:spPr/>
    </dgm:pt>
    <dgm:pt modelId="{4C0B0AF5-50C9-4F76-A98E-CDEC2B8F46AA}" type="pres">
      <dgm:prSet presAssocID="{EE5BF61F-DCD5-430E-B1EF-E687A7EC0CF1}" presName="child1Text" presStyleLbl="bgAcc1" presStyleIdx="0" presStyleCnt="4">
        <dgm:presLayoutVars>
          <dgm:bulletEnabled val="1"/>
        </dgm:presLayoutVars>
      </dgm:prSet>
      <dgm:spPr/>
    </dgm:pt>
    <dgm:pt modelId="{29658D38-6C6F-443B-B585-07F1DC0AD832}" type="pres">
      <dgm:prSet presAssocID="{EE5BF61F-DCD5-430E-B1EF-E687A7EC0CF1}" presName="child2group" presStyleCnt="0"/>
      <dgm:spPr/>
    </dgm:pt>
    <dgm:pt modelId="{CDC06907-0065-4FE6-8110-07AA5E0E2CDA}" type="pres">
      <dgm:prSet presAssocID="{EE5BF61F-DCD5-430E-B1EF-E687A7EC0CF1}" presName="child2" presStyleLbl="bgAcc1" presStyleIdx="1" presStyleCnt="4"/>
      <dgm:spPr/>
    </dgm:pt>
    <dgm:pt modelId="{A4308B2A-32BE-4C40-B343-F0DBC9A2AF3A}" type="pres">
      <dgm:prSet presAssocID="{EE5BF61F-DCD5-430E-B1EF-E687A7EC0CF1}" presName="child2Text" presStyleLbl="bgAcc1" presStyleIdx="1" presStyleCnt="4">
        <dgm:presLayoutVars>
          <dgm:bulletEnabled val="1"/>
        </dgm:presLayoutVars>
      </dgm:prSet>
      <dgm:spPr/>
    </dgm:pt>
    <dgm:pt modelId="{23428E8F-93A5-444E-8FC5-2F36A52ECE9E}" type="pres">
      <dgm:prSet presAssocID="{EE5BF61F-DCD5-430E-B1EF-E687A7EC0CF1}" presName="child3group" presStyleCnt="0"/>
      <dgm:spPr/>
    </dgm:pt>
    <dgm:pt modelId="{66650FB5-FD71-4A72-8A8B-356C02DB9D61}" type="pres">
      <dgm:prSet presAssocID="{EE5BF61F-DCD5-430E-B1EF-E687A7EC0CF1}" presName="child3" presStyleLbl="bgAcc1" presStyleIdx="2" presStyleCnt="4"/>
      <dgm:spPr/>
    </dgm:pt>
    <dgm:pt modelId="{547EBF05-9E88-4F5F-924E-2A24018C02BF}" type="pres">
      <dgm:prSet presAssocID="{EE5BF61F-DCD5-430E-B1EF-E687A7EC0CF1}" presName="child3Text" presStyleLbl="bgAcc1" presStyleIdx="2" presStyleCnt="4">
        <dgm:presLayoutVars>
          <dgm:bulletEnabled val="1"/>
        </dgm:presLayoutVars>
      </dgm:prSet>
      <dgm:spPr/>
    </dgm:pt>
    <dgm:pt modelId="{A18EE819-15DB-4AE0-A01F-59980AB23DEE}" type="pres">
      <dgm:prSet presAssocID="{EE5BF61F-DCD5-430E-B1EF-E687A7EC0CF1}" presName="child4group" presStyleCnt="0"/>
      <dgm:spPr/>
    </dgm:pt>
    <dgm:pt modelId="{2F8F1A6D-82AA-444D-B0D8-BD8B8EA35CD5}" type="pres">
      <dgm:prSet presAssocID="{EE5BF61F-DCD5-430E-B1EF-E687A7EC0CF1}" presName="child4" presStyleLbl="bgAcc1" presStyleIdx="3" presStyleCnt="4"/>
      <dgm:spPr/>
    </dgm:pt>
    <dgm:pt modelId="{D3E7648F-195E-45C9-9BD4-8EFA6CB77D3F}" type="pres">
      <dgm:prSet presAssocID="{EE5BF61F-DCD5-430E-B1EF-E687A7EC0CF1}" presName="child4Text" presStyleLbl="bgAcc1" presStyleIdx="3" presStyleCnt="4">
        <dgm:presLayoutVars>
          <dgm:bulletEnabled val="1"/>
        </dgm:presLayoutVars>
      </dgm:prSet>
      <dgm:spPr/>
    </dgm:pt>
    <dgm:pt modelId="{3BB80C26-CAA2-4454-9C18-682A4F9325F8}" type="pres">
      <dgm:prSet presAssocID="{EE5BF61F-DCD5-430E-B1EF-E687A7EC0CF1}" presName="childPlaceholder" presStyleCnt="0"/>
      <dgm:spPr/>
    </dgm:pt>
    <dgm:pt modelId="{8A0A18AF-F97E-426D-BEE3-A8D6C7C9800E}" type="pres">
      <dgm:prSet presAssocID="{EE5BF61F-DCD5-430E-B1EF-E687A7EC0CF1}" presName="circle" presStyleCnt="0"/>
      <dgm:spPr/>
    </dgm:pt>
    <dgm:pt modelId="{4A4B296A-7F68-4092-83D1-34748A96288B}" type="pres">
      <dgm:prSet presAssocID="{EE5BF61F-DCD5-430E-B1EF-E687A7EC0CF1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14A8FFCF-FE15-4E57-8DFE-227EF30324F4}" type="pres">
      <dgm:prSet presAssocID="{EE5BF61F-DCD5-430E-B1EF-E687A7EC0CF1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CFCF9E74-0C14-4380-8E78-D329C91C4975}" type="pres">
      <dgm:prSet presAssocID="{EE5BF61F-DCD5-430E-B1EF-E687A7EC0CF1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8D92BCD2-AB0E-4CD7-B2A5-401D3464A511}" type="pres">
      <dgm:prSet presAssocID="{EE5BF61F-DCD5-430E-B1EF-E687A7EC0CF1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471153AD-9FE2-4843-AB83-A3063D91AB37}" type="pres">
      <dgm:prSet presAssocID="{EE5BF61F-DCD5-430E-B1EF-E687A7EC0CF1}" presName="quadrantPlaceholder" presStyleCnt="0"/>
      <dgm:spPr/>
    </dgm:pt>
    <dgm:pt modelId="{62FD7D84-E0D7-4AB7-9B7D-FF8A5561E6E5}" type="pres">
      <dgm:prSet presAssocID="{EE5BF61F-DCD5-430E-B1EF-E687A7EC0CF1}" presName="center1" presStyleLbl="fgShp" presStyleIdx="0" presStyleCnt="2"/>
      <dgm:spPr/>
    </dgm:pt>
    <dgm:pt modelId="{BCA3E705-3D65-4DC5-929C-A7CD4EC9329A}" type="pres">
      <dgm:prSet presAssocID="{EE5BF61F-DCD5-430E-B1EF-E687A7EC0CF1}" presName="center2" presStyleLbl="fgShp" presStyleIdx="1" presStyleCnt="2"/>
      <dgm:spPr/>
    </dgm:pt>
  </dgm:ptLst>
  <dgm:cxnLst>
    <dgm:cxn modelId="{37C5E704-3B86-4840-AEE9-7C629767A4F3}" type="presOf" srcId="{B5641B74-928E-4C5A-9509-3B681D8A370B}" destId="{66650FB5-FD71-4A72-8A8B-356C02DB9D61}" srcOrd="0" destOrd="0" presId="urn:microsoft.com/office/officeart/2005/8/layout/cycle4"/>
    <dgm:cxn modelId="{489CE40A-8FFF-447A-A154-23739508273F}" type="presOf" srcId="{8C014160-833A-4765-A3A7-F6B3E8907359}" destId="{8D92BCD2-AB0E-4CD7-B2A5-401D3464A511}" srcOrd="0" destOrd="0" presId="urn:microsoft.com/office/officeart/2005/8/layout/cycle4"/>
    <dgm:cxn modelId="{AB21000C-787F-4023-BF39-A8105DD5BAD8}" type="presOf" srcId="{47C8DE0F-9EDE-4708-AC34-B365C1D8FFD4}" destId="{4A4B296A-7F68-4092-83D1-34748A96288B}" srcOrd="0" destOrd="0" presId="urn:microsoft.com/office/officeart/2005/8/layout/cycle4"/>
    <dgm:cxn modelId="{79D61C0F-D2C1-429E-A221-010C38AD69CA}" type="presOf" srcId="{8C4C3CF0-30F1-4B1E-B0AD-30D0EEF4CEF0}" destId="{CFCF9E74-0C14-4380-8E78-D329C91C4975}" srcOrd="0" destOrd="0" presId="urn:microsoft.com/office/officeart/2005/8/layout/cycle4"/>
    <dgm:cxn modelId="{20C91412-887E-4918-BAD9-70B22E67ADCC}" srcId="{9CED750A-4534-4877-98B1-6EBAE06794E3}" destId="{93D73512-C46C-484B-B79C-6B80D986BB79}" srcOrd="0" destOrd="0" parTransId="{6B80E306-806A-41A5-B66D-15B2850F802A}" sibTransId="{1878A791-C738-457F-AC28-761839C20E45}"/>
    <dgm:cxn modelId="{CCC23713-6A6C-4EA5-B969-A3DE95398964}" type="presOf" srcId="{FB08715F-E4A6-4BE8-9663-33F7658BFCB6}" destId="{D3E7648F-195E-45C9-9BD4-8EFA6CB77D3F}" srcOrd="1" destOrd="0" presId="urn:microsoft.com/office/officeart/2005/8/layout/cycle4"/>
    <dgm:cxn modelId="{35D6DD16-FFD5-4DDF-B492-EE893AD3F713}" type="presOf" srcId="{52C6B7D4-7F02-47D6-BF92-6DD1831A1F55}" destId="{5F50622F-2CFE-4C79-8E8C-1226CCA944E2}" srcOrd="0" destOrd="0" presId="urn:microsoft.com/office/officeart/2005/8/layout/cycle4"/>
    <dgm:cxn modelId="{A285BE1D-D1EC-4E58-8111-C226EEB09252}" srcId="{47C8DE0F-9EDE-4708-AC34-B365C1D8FFD4}" destId="{52C6B7D4-7F02-47D6-BF92-6DD1831A1F55}" srcOrd="0" destOrd="0" parTransId="{BA508358-E79D-450B-98C4-1B5986C5C3B9}" sibTransId="{D58AA363-CE4E-47AC-AC0A-3A27965040A5}"/>
    <dgm:cxn modelId="{822C9C20-4C4F-4BFA-8324-67F2A6259E79}" srcId="{EE5BF61F-DCD5-430E-B1EF-E687A7EC0CF1}" destId="{8C4C3CF0-30F1-4B1E-B0AD-30D0EEF4CEF0}" srcOrd="2" destOrd="0" parTransId="{51D627F7-1BE7-479E-A81B-FFB851638CF4}" sibTransId="{74CEA764-4EAC-4183-BC9C-5026766F7419}"/>
    <dgm:cxn modelId="{CDD74F28-B1F3-493F-8D19-C230E0D6095F}" srcId="{EE5BF61F-DCD5-430E-B1EF-E687A7EC0CF1}" destId="{9CED750A-4534-4877-98B1-6EBAE06794E3}" srcOrd="1" destOrd="0" parTransId="{1281DF15-8807-4971-91DA-B3192034D173}" sibTransId="{9C4E4F2D-768C-46D9-A763-37B9982C447B}"/>
    <dgm:cxn modelId="{58210A32-85AA-4ECF-91DE-537CB0212CAB}" type="presOf" srcId="{B5641B74-928E-4C5A-9509-3B681D8A370B}" destId="{547EBF05-9E88-4F5F-924E-2A24018C02BF}" srcOrd="1" destOrd="0" presId="urn:microsoft.com/office/officeart/2005/8/layout/cycle4"/>
    <dgm:cxn modelId="{77FF5E49-707E-429F-B269-FE516C805648}" type="presOf" srcId="{52C6B7D4-7F02-47D6-BF92-6DD1831A1F55}" destId="{4C0B0AF5-50C9-4F76-A98E-CDEC2B8F46AA}" srcOrd="1" destOrd="0" presId="urn:microsoft.com/office/officeart/2005/8/layout/cycle4"/>
    <dgm:cxn modelId="{8006F76B-31EB-49CB-851F-AD29FE966EDA}" type="presOf" srcId="{9CED750A-4534-4877-98B1-6EBAE06794E3}" destId="{14A8FFCF-FE15-4E57-8DFE-227EF30324F4}" srcOrd="0" destOrd="0" presId="urn:microsoft.com/office/officeart/2005/8/layout/cycle4"/>
    <dgm:cxn modelId="{6C7DFB53-2EFD-4034-A8BF-B2273C82DE21}" type="presOf" srcId="{93D73512-C46C-484B-B79C-6B80D986BB79}" destId="{CDC06907-0065-4FE6-8110-07AA5E0E2CDA}" srcOrd="0" destOrd="0" presId="urn:microsoft.com/office/officeart/2005/8/layout/cycle4"/>
    <dgm:cxn modelId="{E6C9EF58-79C1-4777-8BFC-921B7308D2B5}" srcId="{8C4C3CF0-30F1-4B1E-B0AD-30D0EEF4CEF0}" destId="{B5641B74-928E-4C5A-9509-3B681D8A370B}" srcOrd="0" destOrd="0" parTransId="{105E0EA8-7BBA-494F-9DFF-2BEC049B1CFA}" sibTransId="{F32AF080-7F98-4B13-BBDC-7EBA4F8BA875}"/>
    <dgm:cxn modelId="{F7343A7F-626D-409E-B36B-1A58AB445180}" type="presOf" srcId="{FB08715F-E4A6-4BE8-9663-33F7658BFCB6}" destId="{2F8F1A6D-82AA-444D-B0D8-BD8B8EA35CD5}" srcOrd="0" destOrd="0" presId="urn:microsoft.com/office/officeart/2005/8/layout/cycle4"/>
    <dgm:cxn modelId="{314C5F99-4FCF-4B39-BA51-DD97B02C2542}" type="presOf" srcId="{93D73512-C46C-484B-B79C-6B80D986BB79}" destId="{A4308B2A-32BE-4C40-B343-F0DBC9A2AF3A}" srcOrd="1" destOrd="0" presId="urn:microsoft.com/office/officeart/2005/8/layout/cycle4"/>
    <dgm:cxn modelId="{20A15AB0-F70D-4EC4-A0D5-84B84D8D4048}" type="presOf" srcId="{EE5BF61F-DCD5-430E-B1EF-E687A7EC0CF1}" destId="{7B5A52E5-5B49-44E5-86C7-3F23FE5F161F}" srcOrd="0" destOrd="0" presId="urn:microsoft.com/office/officeart/2005/8/layout/cycle4"/>
    <dgm:cxn modelId="{7E31EEC8-1D69-45B6-A703-9383F7E3F2C1}" srcId="{EE5BF61F-DCD5-430E-B1EF-E687A7EC0CF1}" destId="{47C8DE0F-9EDE-4708-AC34-B365C1D8FFD4}" srcOrd="0" destOrd="0" parTransId="{20830D87-A38E-401C-A514-CA1668BCB138}" sibTransId="{A4CE8914-C224-4E61-9FCB-D3BF24DDD12F}"/>
    <dgm:cxn modelId="{A130B4D9-4F47-489A-8F53-60AB830BE517}" srcId="{8C014160-833A-4765-A3A7-F6B3E8907359}" destId="{FB08715F-E4A6-4BE8-9663-33F7658BFCB6}" srcOrd="0" destOrd="0" parTransId="{F3BD525D-6E44-4337-B115-A28C46ECD593}" sibTransId="{4C997FAB-9688-4A5A-AC57-5F67C3C6C33E}"/>
    <dgm:cxn modelId="{12FBDEEE-8C9E-4627-8C37-851B30115210}" srcId="{EE5BF61F-DCD5-430E-B1EF-E687A7EC0CF1}" destId="{8C014160-833A-4765-A3A7-F6B3E8907359}" srcOrd="3" destOrd="0" parTransId="{0B4EDC99-4689-447A-BDFD-26998470A0B0}" sibTransId="{687BCBEA-5A9C-437C-8286-7290E93E5D3A}"/>
    <dgm:cxn modelId="{182CFB6F-F032-4CBE-81A8-72CEAC3CC978}" type="presParOf" srcId="{7B5A52E5-5B49-44E5-86C7-3F23FE5F161F}" destId="{A9B9D8B4-6381-4CBD-BDDE-456ADC1F4EAE}" srcOrd="0" destOrd="0" presId="urn:microsoft.com/office/officeart/2005/8/layout/cycle4"/>
    <dgm:cxn modelId="{B2EFDBC4-64FD-48D1-9445-FB2DE1B9BCB4}" type="presParOf" srcId="{A9B9D8B4-6381-4CBD-BDDE-456ADC1F4EAE}" destId="{1822BDBE-3CBB-47E1-9178-FB4425C78A01}" srcOrd="0" destOrd="0" presId="urn:microsoft.com/office/officeart/2005/8/layout/cycle4"/>
    <dgm:cxn modelId="{7380E0D4-AB2A-46BD-8CA7-540070273BC6}" type="presParOf" srcId="{1822BDBE-3CBB-47E1-9178-FB4425C78A01}" destId="{5F50622F-2CFE-4C79-8E8C-1226CCA944E2}" srcOrd="0" destOrd="0" presId="urn:microsoft.com/office/officeart/2005/8/layout/cycle4"/>
    <dgm:cxn modelId="{87B0BE6B-63DE-41FF-BC6B-945E188198BD}" type="presParOf" srcId="{1822BDBE-3CBB-47E1-9178-FB4425C78A01}" destId="{4C0B0AF5-50C9-4F76-A98E-CDEC2B8F46AA}" srcOrd="1" destOrd="0" presId="urn:microsoft.com/office/officeart/2005/8/layout/cycle4"/>
    <dgm:cxn modelId="{13081C62-C635-453B-BBDC-94768860E16F}" type="presParOf" srcId="{A9B9D8B4-6381-4CBD-BDDE-456ADC1F4EAE}" destId="{29658D38-6C6F-443B-B585-07F1DC0AD832}" srcOrd="1" destOrd="0" presId="urn:microsoft.com/office/officeart/2005/8/layout/cycle4"/>
    <dgm:cxn modelId="{B67209C3-DAED-482A-922D-FB53856D9AA6}" type="presParOf" srcId="{29658D38-6C6F-443B-B585-07F1DC0AD832}" destId="{CDC06907-0065-4FE6-8110-07AA5E0E2CDA}" srcOrd="0" destOrd="0" presId="urn:microsoft.com/office/officeart/2005/8/layout/cycle4"/>
    <dgm:cxn modelId="{354BCE51-B70D-4C8A-85C8-41AB4C643161}" type="presParOf" srcId="{29658D38-6C6F-443B-B585-07F1DC0AD832}" destId="{A4308B2A-32BE-4C40-B343-F0DBC9A2AF3A}" srcOrd="1" destOrd="0" presId="urn:microsoft.com/office/officeart/2005/8/layout/cycle4"/>
    <dgm:cxn modelId="{8EB0A2D6-19ED-4901-AC4B-266635926DA0}" type="presParOf" srcId="{A9B9D8B4-6381-4CBD-BDDE-456ADC1F4EAE}" destId="{23428E8F-93A5-444E-8FC5-2F36A52ECE9E}" srcOrd="2" destOrd="0" presId="urn:microsoft.com/office/officeart/2005/8/layout/cycle4"/>
    <dgm:cxn modelId="{EFF8BB40-C0D1-444F-BE63-A6A2CB9CB499}" type="presParOf" srcId="{23428E8F-93A5-444E-8FC5-2F36A52ECE9E}" destId="{66650FB5-FD71-4A72-8A8B-356C02DB9D61}" srcOrd="0" destOrd="0" presId="urn:microsoft.com/office/officeart/2005/8/layout/cycle4"/>
    <dgm:cxn modelId="{4583795C-879A-4102-8C29-E78090025238}" type="presParOf" srcId="{23428E8F-93A5-444E-8FC5-2F36A52ECE9E}" destId="{547EBF05-9E88-4F5F-924E-2A24018C02BF}" srcOrd="1" destOrd="0" presId="urn:microsoft.com/office/officeart/2005/8/layout/cycle4"/>
    <dgm:cxn modelId="{77976C20-7F5D-4553-B931-FBE3E8264E2E}" type="presParOf" srcId="{A9B9D8B4-6381-4CBD-BDDE-456ADC1F4EAE}" destId="{A18EE819-15DB-4AE0-A01F-59980AB23DEE}" srcOrd="3" destOrd="0" presId="urn:microsoft.com/office/officeart/2005/8/layout/cycle4"/>
    <dgm:cxn modelId="{EF0CE15A-BE11-4CE6-A55E-EB6343FF05E3}" type="presParOf" srcId="{A18EE819-15DB-4AE0-A01F-59980AB23DEE}" destId="{2F8F1A6D-82AA-444D-B0D8-BD8B8EA35CD5}" srcOrd="0" destOrd="0" presId="urn:microsoft.com/office/officeart/2005/8/layout/cycle4"/>
    <dgm:cxn modelId="{01F74FF0-828D-4BDC-A5C7-7BEF3D156A6B}" type="presParOf" srcId="{A18EE819-15DB-4AE0-A01F-59980AB23DEE}" destId="{D3E7648F-195E-45C9-9BD4-8EFA6CB77D3F}" srcOrd="1" destOrd="0" presId="urn:microsoft.com/office/officeart/2005/8/layout/cycle4"/>
    <dgm:cxn modelId="{39E41A02-EA7D-43D5-9DFD-030EB823DF5F}" type="presParOf" srcId="{A9B9D8B4-6381-4CBD-BDDE-456ADC1F4EAE}" destId="{3BB80C26-CAA2-4454-9C18-682A4F9325F8}" srcOrd="4" destOrd="0" presId="urn:microsoft.com/office/officeart/2005/8/layout/cycle4"/>
    <dgm:cxn modelId="{8EE60EDB-1936-404F-AE3C-D5C62627503F}" type="presParOf" srcId="{7B5A52E5-5B49-44E5-86C7-3F23FE5F161F}" destId="{8A0A18AF-F97E-426D-BEE3-A8D6C7C9800E}" srcOrd="1" destOrd="0" presId="urn:microsoft.com/office/officeart/2005/8/layout/cycle4"/>
    <dgm:cxn modelId="{BC60E283-0F73-4830-82C9-0954295891A8}" type="presParOf" srcId="{8A0A18AF-F97E-426D-BEE3-A8D6C7C9800E}" destId="{4A4B296A-7F68-4092-83D1-34748A96288B}" srcOrd="0" destOrd="0" presId="urn:microsoft.com/office/officeart/2005/8/layout/cycle4"/>
    <dgm:cxn modelId="{26840ABC-51D8-4DD2-99C4-07827DB49B42}" type="presParOf" srcId="{8A0A18AF-F97E-426D-BEE3-A8D6C7C9800E}" destId="{14A8FFCF-FE15-4E57-8DFE-227EF30324F4}" srcOrd="1" destOrd="0" presId="urn:microsoft.com/office/officeart/2005/8/layout/cycle4"/>
    <dgm:cxn modelId="{AC35B96B-93D3-4518-8675-C6E1E9DE64A7}" type="presParOf" srcId="{8A0A18AF-F97E-426D-BEE3-A8D6C7C9800E}" destId="{CFCF9E74-0C14-4380-8E78-D329C91C4975}" srcOrd="2" destOrd="0" presId="urn:microsoft.com/office/officeart/2005/8/layout/cycle4"/>
    <dgm:cxn modelId="{B329E216-5301-44EE-B5DD-067A24EB2F6B}" type="presParOf" srcId="{8A0A18AF-F97E-426D-BEE3-A8D6C7C9800E}" destId="{8D92BCD2-AB0E-4CD7-B2A5-401D3464A511}" srcOrd="3" destOrd="0" presId="urn:microsoft.com/office/officeart/2005/8/layout/cycle4"/>
    <dgm:cxn modelId="{85E8918D-E3DF-43F3-A4E6-E81B00263634}" type="presParOf" srcId="{8A0A18AF-F97E-426D-BEE3-A8D6C7C9800E}" destId="{471153AD-9FE2-4843-AB83-A3063D91AB37}" srcOrd="4" destOrd="0" presId="urn:microsoft.com/office/officeart/2005/8/layout/cycle4"/>
    <dgm:cxn modelId="{6622CA89-7D4A-49EF-A8B6-D6D712CE1B75}" type="presParOf" srcId="{7B5A52E5-5B49-44E5-86C7-3F23FE5F161F}" destId="{62FD7D84-E0D7-4AB7-9B7D-FF8A5561E6E5}" srcOrd="2" destOrd="0" presId="urn:microsoft.com/office/officeart/2005/8/layout/cycle4"/>
    <dgm:cxn modelId="{852D7B38-E82C-4BD7-AFFA-0F5E638C99CC}" type="presParOf" srcId="{7B5A52E5-5B49-44E5-86C7-3F23FE5F161F}" destId="{BCA3E705-3D65-4DC5-929C-A7CD4EC9329A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5BF61F-DCD5-430E-B1EF-E687A7EC0CF1}" type="doc">
      <dgm:prSet loTypeId="urn:microsoft.com/office/officeart/2005/8/layout/cycle4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7C8DE0F-9EDE-4708-AC34-B365C1D8FFD4}">
      <dgm:prSet phldrT="[Текст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Государством, при сочетании форм убеждения и принуждения.</a:t>
          </a:r>
        </a:p>
      </dgm:t>
    </dgm:pt>
    <dgm:pt modelId="{20830D87-A38E-401C-A514-CA1668BCB138}" type="parTrans" cxnId="{7E31EEC8-1D69-45B6-A703-9383F7E3F2C1}">
      <dgm:prSet/>
      <dgm:spPr/>
      <dgm:t>
        <a:bodyPr/>
        <a:lstStyle/>
        <a:p>
          <a:endParaRPr lang="ru-RU"/>
        </a:p>
      </dgm:t>
    </dgm:pt>
    <dgm:pt modelId="{A4CE8914-C224-4E61-9FCB-D3BF24DDD12F}" type="sibTrans" cxnId="{7E31EEC8-1D69-45B6-A703-9383F7E3F2C1}">
      <dgm:prSet/>
      <dgm:spPr/>
      <dgm:t>
        <a:bodyPr/>
        <a:lstStyle/>
        <a:p>
          <a:endParaRPr lang="ru-RU"/>
        </a:p>
      </dgm:t>
    </dgm:pt>
    <dgm:pt modelId="{93D73512-C46C-484B-B79C-6B80D986BB79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«Революция сверху».</a:t>
          </a:r>
        </a:p>
      </dgm:t>
    </dgm:pt>
    <dgm:pt modelId="{6B80E306-806A-41A5-B66D-15B2850F802A}" type="parTrans" cxnId="{20C91412-887E-4918-BAD9-70B22E67ADCC}">
      <dgm:prSet/>
      <dgm:spPr/>
      <dgm:t>
        <a:bodyPr/>
        <a:lstStyle/>
        <a:p>
          <a:endParaRPr lang="ru-RU"/>
        </a:p>
      </dgm:t>
    </dgm:pt>
    <dgm:pt modelId="{1878A791-C738-457F-AC28-761839C20E45}" type="sibTrans" cxnId="{20C91412-887E-4918-BAD9-70B22E67ADCC}">
      <dgm:prSet/>
      <dgm:spPr/>
      <dgm:t>
        <a:bodyPr/>
        <a:lstStyle/>
        <a:p>
          <a:endParaRPr lang="ru-RU"/>
        </a:p>
      </dgm:t>
    </dgm:pt>
    <dgm:pt modelId="{8C4C3CF0-30F1-4B1E-B0AD-30D0EEF4CEF0}">
      <dgm:prSet phldrT="[Текст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Активной частью населения, с применением насилия</a:t>
          </a:r>
        </a:p>
      </dgm:t>
    </dgm:pt>
    <dgm:pt modelId="{51D627F7-1BE7-479E-A81B-FFB851638CF4}" type="parTrans" cxnId="{822C9C20-4C4F-4BFA-8324-67F2A6259E79}">
      <dgm:prSet/>
      <dgm:spPr/>
      <dgm:t>
        <a:bodyPr/>
        <a:lstStyle/>
        <a:p>
          <a:endParaRPr lang="ru-RU"/>
        </a:p>
      </dgm:t>
    </dgm:pt>
    <dgm:pt modelId="{74CEA764-4EAC-4183-BC9C-5026766F7419}" type="sibTrans" cxnId="{822C9C20-4C4F-4BFA-8324-67F2A6259E79}">
      <dgm:prSet/>
      <dgm:spPr/>
      <dgm:t>
        <a:bodyPr/>
        <a:lstStyle/>
        <a:p>
          <a:endParaRPr lang="ru-RU"/>
        </a:p>
      </dgm:t>
    </dgm:pt>
    <dgm:pt modelId="{B5641B74-928E-4C5A-9509-3B681D8A370B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Революция.</a:t>
          </a:r>
        </a:p>
      </dgm:t>
    </dgm:pt>
    <dgm:pt modelId="{105E0EA8-7BBA-494F-9DFF-2BEC049B1CFA}" type="parTrans" cxnId="{E6C9EF58-79C1-4777-8BFC-921B7308D2B5}">
      <dgm:prSet/>
      <dgm:spPr/>
      <dgm:t>
        <a:bodyPr/>
        <a:lstStyle/>
        <a:p>
          <a:endParaRPr lang="ru-RU"/>
        </a:p>
      </dgm:t>
    </dgm:pt>
    <dgm:pt modelId="{F32AF080-7F98-4B13-BBDC-7EBA4F8BA875}" type="sibTrans" cxnId="{E6C9EF58-79C1-4777-8BFC-921B7308D2B5}">
      <dgm:prSet/>
      <dgm:spPr/>
      <dgm:t>
        <a:bodyPr/>
        <a:lstStyle/>
        <a:p>
          <a:endParaRPr lang="ru-RU"/>
        </a:p>
      </dgm:t>
    </dgm:pt>
    <dgm:pt modelId="{8C014160-833A-4765-A3A7-F6B3E8907359}">
      <dgm:prSet phldrT="[Текст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Большинством населения, с последующим закреплением институциональных изменений в законах государства</a:t>
          </a:r>
        </a:p>
      </dgm:t>
    </dgm:pt>
    <dgm:pt modelId="{0B4EDC99-4689-447A-BDFD-26998470A0B0}" type="parTrans" cxnId="{12FBDEEE-8C9E-4627-8C37-851B30115210}">
      <dgm:prSet/>
      <dgm:spPr/>
      <dgm:t>
        <a:bodyPr/>
        <a:lstStyle/>
        <a:p>
          <a:endParaRPr lang="ru-RU"/>
        </a:p>
      </dgm:t>
    </dgm:pt>
    <dgm:pt modelId="{687BCBEA-5A9C-437C-8286-7290E93E5D3A}" type="sibTrans" cxnId="{12FBDEEE-8C9E-4627-8C37-851B30115210}">
      <dgm:prSet/>
      <dgm:spPr/>
      <dgm:t>
        <a:bodyPr/>
        <a:lstStyle/>
        <a:p>
          <a:endParaRPr lang="ru-RU"/>
        </a:p>
      </dgm:t>
    </dgm:pt>
    <dgm:pt modelId="{FB08715F-E4A6-4BE8-9663-33F7658BFCB6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Институциональная эволюция.</a:t>
          </a:r>
        </a:p>
      </dgm:t>
    </dgm:pt>
    <dgm:pt modelId="{F3BD525D-6E44-4337-B115-A28C46ECD593}" type="parTrans" cxnId="{A130B4D9-4F47-489A-8F53-60AB830BE517}">
      <dgm:prSet/>
      <dgm:spPr/>
      <dgm:t>
        <a:bodyPr/>
        <a:lstStyle/>
        <a:p>
          <a:endParaRPr lang="ru-RU"/>
        </a:p>
      </dgm:t>
    </dgm:pt>
    <dgm:pt modelId="{4C997FAB-9688-4A5A-AC57-5F67C3C6C33E}" type="sibTrans" cxnId="{A130B4D9-4F47-489A-8F53-60AB830BE517}">
      <dgm:prSet/>
      <dgm:spPr/>
      <dgm:t>
        <a:bodyPr/>
        <a:lstStyle/>
        <a:p>
          <a:endParaRPr lang="ru-RU"/>
        </a:p>
      </dgm:t>
    </dgm:pt>
    <dgm:pt modelId="{52C6B7D4-7F02-47D6-BF92-6DD1831A1F55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Институциональные реформы.</a:t>
          </a:r>
        </a:p>
      </dgm:t>
    </dgm:pt>
    <dgm:pt modelId="{D58AA363-CE4E-47AC-AC0A-3A27965040A5}" type="sibTrans" cxnId="{A285BE1D-D1EC-4E58-8111-C226EEB09252}">
      <dgm:prSet/>
      <dgm:spPr/>
      <dgm:t>
        <a:bodyPr/>
        <a:lstStyle/>
        <a:p>
          <a:endParaRPr lang="ru-RU"/>
        </a:p>
      </dgm:t>
    </dgm:pt>
    <dgm:pt modelId="{BA508358-E79D-450B-98C4-1B5986C5C3B9}" type="parTrans" cxnId="{A285BE1D-D1EC-4E58-8111-C226EEB09252}">
      <dgm:prSet/>
      <dgm:spPr/>
      <dgm:t>
        <a:bodyPr/>
        <a:lstStyle/>
        <a:p>
          <a:endParaRPr lang="ru-RU"/>
        </a:p>
      </dgm:t>
    </dgm:pt>
    <dgm:pt modelId="{9CED750A-4534-4877-98B1-6EBAE06794E3}">
      <dgm:prSet phldrT="[Текст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Государством, опираясь на насильственные формы внедрения новых </a:t>
          </a:r>
        </a:p>
      </dgm:t>
    </dgm:pt>
    <dgm:pt modelId="{9C4E4F2D-768C-46D9-A763-37B9982C447B}" type="sibTrans" cxnId="{CDD74F28-B1F3-493F-8D19-C230E0D6095F}">
      <dgm:prSet/>
      <dgm:spPr/>
      <dgm:t>
        <a:bodyPr/>
        <a:lstStyle/>
        <a:p>
          <a:endParaRPr lang="ru-RU"/>
        </a:p>
      </dgm:t>
    </dgm:pt>
    <dgm:pt modelId="{1281DF15-8807-4971-91DA-B3192034D173}" type="parTrans" cxnId="{CDD74F28-B1F3-493F-8D19-C230E0D6095F}">
      <dgm:prSet/>
      <dgm:spPr/>
      <dgm:t>
        <a:bodyPr/>
        <a:lstStyle/>
        <a:p>
          <a:endParaRPr lang="ru-RU"/>
        </a:p>
      </dgm:t>
    </dgm:pt>
    <dgm:pt modelId="{7B5A52E5-5B49-44E5-86C7-3F23FE5F161F}" type="pres">
      <dgm:prSet presAssocID="{EE5BF61F-DCD5-430E-B1EF-E687A7EC0CF1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9B9D8B4-6381-4CBD-BDDE-456ADC1F4EAE}" type="pres">
      <dgm:prSet presAssocID="{EE5BF61F-DCD5-430E-B1EF-E687A7EC0CF1}" presName="children" presStyleCnt="0"/>
      <dgm:spPr/>
    </dgm:pt>
    <dgm:pt modelId="{1822BDBE-3CBB-47E1-9178-FB4425C78A01}" type="pres">
      <dgm:prSet presAssocID="{EE5BF61F-DCD5-430E-B1EF-E687A7EC0CF1}" presName="child1group" presStyleCnt="0"/>
      <dgm:spPr/>
    </dgm:pt>
    <dgm:pt modelId="{5F50622F-2CFE-4C79-8E8C-1226CCA944E2}" type="pres">
      <dgm:prSet presAssocID="{EE5BF61F-DCD5-430E-B1EF-E687A7EC0CF1}" presName="child1" presStyleLbl="bgAcc1" presStyleIdx="0" presStyleCnt="4" custLinFactNeighborX="-10129" custLinFactNeighborY="1975"/>
      <dgm:spPr/>
    </dgm:pt>
    <dgm:pt modelId="{4C0B0AF5-50C9-4F76-A98E-CDEC2B8F46AA}" type="pres">
      <dgm:prSet presAssocID="{EE5BF61F-DCD5-430E-B1EF-E687A7EC0CF1}" presName="child1Text" presStyleLbl="bgAcc1" presStyleIdx="0" presStyleCnt="4">
        <dgm:presLayoutVars>
          <dgm:bulletEnabled val="1"/>
        </dgm:presLayoutVars>
      </dgm:prSet>
      <dgm:spPr/>
    </dgm:pt>
    <dgm:pt modelId="{29658D38-6C6F-443B-B585-07F1DC0AD832}" type="pres">
      <dgm:prSet presAssocID="{EE5BF61F-DCD5-430E-B1EF-E687A7EC0CF1}" presName="child2group" presStyleCnt="0"/>
      <dgm:spPr/>
    </dgm:pt>
    <dgm:pt modelId="{CDC06907-0065-4FE6-8110-07AA5E0E2CDA}" type="pres">
      <dgm:prSet presAssocID="{EE5BF61F-DCD5-430E-B1EF-E687A7EC0CF1}" presName="child2" presStyleLbl="bgAcc1" presStyleIdx="1" presStyleCnt="4" custLinFactNeighborX="19951" custLinFactNeighborY="4972"/>
      <dgm:spPr/>
    </dgm:pt>
    <dgm:pt modelId="{A4308B2A-32BE-4C40-B343-F0DBC9A2AF3A}" type="pres">
      <dgm:prSet presAssocID="{EE5BF61F-DCD5-430E-B1EF-E687A7EC0CF1}" presName="child2Text" presStyleLbl="bgAcc1" presStyleIdx="1" presStyleCnt="4">
        <dgm:presLayoutVars>
          <dgm:bulletEnabled val="1"/>
        </dgm:presLayoutVars>
      </dgm:prSet>
      <dgm:spPr/>
    </dgm:pt>
    <dgm:pt modelId="{23428E8F-93A5-444E-8FC5-2F36A52ECE9E}" type="pres">
      <dgm:prSet presAssocID="{EE5BF61F-DCD5-430E-B1EF-E687A7EC0CF1}" presName="child3group" presStyleCnt="0"/>
      <dgm:spPr/>
    </dgm:pt>
    <dgm:pt modelId="{66650FB5-FD71-4A72-8A8B-356C02DB9D61}" type="pres">
      <dgm:prSet presAssocID="{EE5BF61F-DCD5-430E-B1EF-E687A7EC0CF1}" presName="child3" presStyleLbl="bgAcc1" presStyleIdx="2" presStyleCnt="4" custLinFactNeighborX="13510" custLinFactNeighborY="-1707"/>
      <dgm:spPr/>
    </dgm:pt>
    <dgm:pt modelId="{547EBF05-9E88-4F5F-924E-2A24018C02BF}" type="pres">
      <dgm:prSet presAssocID="{EE5BF61F-DCD5-430E-B1EF-E687A7EC0CF1}" presName="child3Text" presStyleLbl="bgAcc1" presStyleIdx="2" presStyleCnt="4">
        <dgm:presLayoutVars>
          <dgm:bulletEnabled val="1"/>
        </dgm:presLayoutVars>
      </dgm:prSet>
      <dgm:spPr/>
    </dgm:pt>
    <dgm:pt modelId="{A18EE819-15DB-4AE0-A01F-59980AB23DEE}" type="pres">
      <dgm:prSet presAssocID="{EE5BF61F-DCD5-430E-B1EF-E687A7EC0CF1}" presName="child4group" presStyleCnt="0"/>
      <dgm:spPr/>
    </dgm:pt>
    <dgm:pt modelId="{2F8F1A6D-82AA-444D-B0D8-BD8B8EA35CD5}" type="pres">
      <dgm:prSet presAssocID="{EE5BF61F-DCD5-430E-B1EF-E687A7EC0CF1}" presName="child4" presStyleLbl="bgAcc1" presStyleIdx="3" presStyleCnt="4" custLinFactNeighborX="-10129" custLinFactNeighborY="3265"/>
      <dgm:spPr/>
    </dgm:pt>
    <dgm:pt modelId="{D3E7648F-195E-45C9-9BD4-8EFA6CB77D3F}" type="pres">
      <dgm:prSet presAssocID="{EE5BF61F-DCD5-430E-B1EF-E687A7EC0CF1}" presName="child4Text" presStyleLbl="bgAcc1" presStyleIdx="3" presStyleCnt="4">
        <dgm:presLayoutVars>
          <dgm:bulletEnabled val="1"/>
        </dgm:presLayoutVars>
      </dgm:prSet>
      <dgm:spPr/>
    </dgm:pt>
    <dgm:pt modelId="{3BB80C26-CAA2-4454-9C18-682A4F9325F8}" type="pres">
      <dgm:prSet presAssocID="{EE5BF61F-DCD5-430E-B1EF-E687A7EC0CF1}" presName="childPlaceholder" presStyleCnt="0"/>
      <dgm:spPr/>
    </dgm:pt>
    <dgm:pt modelId="{8A0A18AF-F97E-426D-BEE3-A8D6C7C9800E}" type="pres">
      <dgm:prSet presAssocID="{EE5BF61F-DCD5-430E-B1EF-E687A7EC0CF1}" presName="circle" presStyleCnt="0"/>
      <dgm:spPr/>
    </dgm:pt>
    <dgm:pt modelId="{4A4B296A-7F68-4092-83D1-34748A96288B}" type="pres">
      <dgm:prSet presAssocID="{EE5BF61F-DCD5-430E-B1EF-E687A7EC0CF1}" presName="quadrant1" presStyleLbl="node1" presStyleIdx="0" presStyleCnt="4" custLinFactNeighborX="-573" custLinFactNeighborY="-307">
        <dgm:presLayoutVars>
          <dgm:chMax val="1"/>
          <dgm:bulletEnabled val="1"/>
        </dgm:presLayoutVars>
      </dgm:prSet>
      <dgm:spPr/>
    </dgm:pt>
    <dgm:pt modelId="{14A8FFCF-FE15-4E57-8DFE-227EF30324F4}" type="pres">
      <dgm:prSet presAssocID="{EE5BF61F-DCD5-430E-B1EF-E687A7EC0CF1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CFCF9E74-0C14-4380-8E78-D329C91C4975}" type="pres">
      <dgm:prSet presAssocID="{EE5BF61F-DCD5-430E-B1EF-E687A7EC0CF1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8D92BCD2-AB0E-4CD7-B2A5-401D3464A511}" type="pres">
      <dgm:prSet presAssocID="{EE5BF61F-DCD5-430E-B1EF-E687A7EC0CF1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471153AD-9FE2-4843-AB83-A3063D91AB37}" type="pres">
      <dgm:prSet presAssocID="{EE5BF61F-DCD5-430E-B1EF-E687A7EC0CF1}" presName="quadrantPlaceholder" presStyleCnt="0"/>
      <dgm:spPr/>
    </dgm:pt>
    <dgm:pt modelId="{62FD7D84-E0D7-4AB7-9B7D-FF8A5561E6E5}" type="pres">
      <dgm:prSet presAssocID="{EE5BF61F-DCD5-430E-B1EF-E687A7EC0CF1}" presName="center1" presStyleLbl="fgShp" presStyleIdx="0" presStyleCnt="2"/>
      <dgm:spPr/>
    </dgm:pt>
    <dgm:pt modelId="{BCA3E705-3D65-4DC5-929C-A7CD4EC9329A}" type="pres">
      <dgm:prSet presAssocID="{EE5BF61F-DCD5-430E-B1EF-E687A7EC0CF1}" presName="center2" presStyleLbl="fgShp" presStyleIdx="1" presStyleCnt="2"/>
      <dgm:spPr/>
    </dgm:pt>
  </dgm:ptLst>
  <dgm:cxnLst>
    <dgm:cxn modelId="{37C5E704-3B86-4840-AEE9-7C629767A4F3}" type="presOf" srcId="{B5641B74-928E-4C5A-9509-3B681D8A370B}" destId="{66650FB5-FD71-4A72-8A8B-356C02DB9D61}" srcOrd="0" destOrd="0" presId="urn:microsoft.com/office/officeart/2005/8/layout/cycle4"/>
    <dgm:cxn modelId="{489CE40A-8FFF-447A-A154-23739508273F}" type="presOf" srcId="{8C014160-833A-4765-A3A7-F6B3E8907359}" destId="{8D92BCD2-AB0E-4CD7-B2A5-401D3464A511}" srcOrd="0" destOrd="0" presId="urn:microsoft.com/office/officeart/2005/8/layout/cycle4"/>
    <dgm:cxn modelId="{AB21000C-787F-4023-BF39-A8105DD5BAD8}" type="presOf" srcId="{47C8DE0F-9EDE-4708-AC34-B365C1D8FFD4}" destId="{4A4B296A-7F68-4092-83D1-34748A96288B}" srcOrd="0" destOrd="0" presId="urn:microsoft.com/office/officeart/2005/8/layout/cycle4"/>
    <dgm:cxn modelId="{79D61C0F-D2C1-429E-A221-010C38AD69CA}" type="presOf" srcId="{8C4C3CF0-30F1-4B1E-B0AD-30D0EEF4CEF0}" destId="{CFCF9E74-0C14-4380-8E78-D329C91C4975}" srcOrd="0" destOrd="0" presId="urn:microsoft.com/office/officeart/2005/8/layout/cycle4"/>
    <dgm:cxn modelId="{20C91412-887E-4918-BAD9-70B22E67ADCC}" srcId="{9CED750A-4534-4877-98B1-6EBAE06794E3}" destId="{93D73512-C46C-484B-B79C-6B80D986BB79}" srcOrd="0" destOrd="0" parTransId="{6B80E306-806A-41A5-B66D-15B2850F802A}" sibTransId="{1878A791-C738-457F-AC28-761839C20E45}"/>
    <dgm:cxn modelId="{CCC23713-6A6C-4EA5-B969-A3DE95398964}" type="presOf" srcId="{FB08715F-E4A6-4BE8-9663-33F7658BFCB6}" destId="{D3E7648F-195E-45C9-9BD4-8EFA6CB77D3F}" srcOrd="1" destOrd="0" presId="urn:microsoft.com/office/officeart/2005/8/layout/cycle4"/>
    <dgm:cxn modelId="{35D6DD16-FFD5-4DDF-B492-EE893AD3F713}" type="presOf" srcId="{52C6B7D4-7F02-47D6-BF92-6DD1831A1F55}" destId="{5F50622F-2CFE-4C79-8E8C-1226CCA944E2}" srcOrd="0" destOrd="0" presId="urn:microsoft.com/office/officeart/2005/8/layout/cycle4"/>
    <dgm:cxn modelId="{A285BE1D-D1EC-4E58-8111-C226EEB09252}" srcId="{47C8DE0F-9EDE-4708-AC34-B365C1D8FFD4}" destId="{52C6B7D4-7F02-47D6-BF92-6DD1831A1F55}" srcOrd="0" destOrd="0" parTransId="{BA508358-E79D-450B-98C4-1B5986C5C3B9}" sibTransId="{D58AA363-CE4E-47AC-AC0A-3A27965040A5}"/>
    <dgm:cxn modelId="{822C9C20-4C4F-4BFA-8324-67F2A6259E79}" srcId="{EE5BF61F-DCD5-430E-B1EF-E687A7EC0CF1}" destId="{8C4C3CF0-30F1-4B1E-B0AD-30D0EEF4CEF0}" srcOrd="2" destOrd="0" parTransId="{51D627F7-1BE7-479E-A81B-FFB851638CF4}" sibTransId="{74CEA764-4EAC-4183-BC9C-5026766F7419}"/>
    <dgm:cxn modelId="{CDD74F28-B1F3-493F-8D19-C230E0D6095F}" srcId="{EE5BF61F-DCD5-430E-B1EF-E687A7EC0CF1}" destId="{9CED750A-4534-4877-98B1-6EBAE06794E3}" srcOrd="1" destOrd="0" parTransId="{1281DF15-8807-4971-91DA-B3192034D173}" sibTransId="{9C4E4F2D-768C-46D9-A763-37B9982C447B}"/>
    <dgm:cxn modelId="{58210A32-85AA-4ECF-91DE-537CB0212CAB}" type="presOf" srcId="{B5641B74-928E-4C5A-9509-3B681D8A370B}" destId="{547EBF05-9E88-4F5F-924E-2A24018C02BF}" srcOrd="1" destOrd="0" presId="urn:microsoft.com/office/officeart/2005/8/layout/cycle4"/>
    <dgm:cxn modelId="{77FF5E49-707E-429F-B269-FE516C805648}" type="presOf" srcId="{52C6B7D4-7F02-47D6-BF92-6DD1831A1F55}" destId="{4C0B0AF5-50C9-4F76-A98E-CDEC2B8F46AA}" srcOrd="1" destOrd="0" presId="urn:microsoft.com/office/officeart/2005/8/layout/cycle4"/>
    <dgm:cxn modelId="{8006F76B-31EB-49CB-851F-AD29FE966EDA}" type="presOf" srcId="{9CED750A-4534-4877-98B1-6EBAE06794E3}" destId="{14A8FFCF-FE15-4E57-8DFE-227EF30324F4}" srcOrd="0" destOrd="0" presId="urn:microsoft.com/office/officeart/2005/8/layout/cycle4"/>
    <dgm:cxn modelId="{6C7DFB53-2EFD-4034-A8BF-B2273C82DE21}" type="presOf" srcId="{93D73512-C46C-484B-B79C-6B80D986BB79}" destId="{CDC06907-0065-4FE6-8110-07AA5E0E2CDA}" srcOrd="0" destOrd="0" presId="urn:microsoft.com/office/officeart/2005/8/layout/cycle4"/>
    <dgm:cxn modelId="{E6C9EF58-79C1-4777-8BFC-921B7308D2B5}" srcId="{8C4C3CF0-30F1-4B1E-B0AD-30D0EEF4CEF0}" destId="{B5641B74-928E-4C5A-9509-3B681D8A370B}" srcOrd="0" destOrd="0" parTransId="{105E0EA8-7BBA-494F-9DFF-2BEC049B1CFA}" sibTransId="{F32AF080-7F98-4B13-BBDC-7EBA4F8BA875}"/>
    <dgm:cxn modelId="{F7343A7F-626D-409E-B36B-1A58AB445180}" type="presOf" srcId="{FB08715F-E4A6-4BE8-9663-33F7658BFCB6}" destId="{2F8F1A6D-82AA-444D-B0D8-BD8B8EA35CD5}" srcOrd="0" destOrd="0" presId="urn:microsoft.com/office/officeart/2005/8/layout/cycle4"/>
    <dgm:cxn modelId="{314C5F99-4FCF-4B39-BA51-DD97B02C2542}" type="presOf" srcId="{93D73512-C46C-484B-B79C-6B80D986BB79}" destId="{A4308B2A-32BE-4C40-B343-F0DBC9A2AF3A}" srcOrd="1" destOrd="0" presId="urn:microsoft.com/office/officeart/2005/8/layout/cycle4"/>
    <dgm:cxn modelId="{20A15AB0-F70D-4EC4-A0D5-84B84D8D4048}" type="presOf" srcId="{EE5BF61F-DCD5-430E-B1EF-E687A7EC0CF1}" destId="{7B5A52E5-5B49-44E5-86C7-3F23FE5F161F}" srcOrd="0" destOrd="0" presId="urn:microsoft.com/office/officeart/2005/8/layout/cycle4"/>
    <dgm:cxn modelId="{7E31EEC8-1D69-45B6-A703-9383F7E3F2C1}" srcId="{EE5BF61F-DCD5-430E-B1EF-E687A7EC0CF1}" destId="{47C8DE0F-9EDE-4708-AC34-B365C1D8FFD4}" srcOrd="0" destOrd="0" parTransId="{20830D87-A38E-401C-A514-CA1668BCB138}" sibTransId="{A4CE8914-C224-4E61-9FCB-D3BF24DDD12F}"/>
    <dgm:cxn modelId="{A130B4D9-4F47-489A-8F53-60AB830BE517}" srcId="{8C014160-833A-4765-A3A7-F6B3E8907359}" destId="{FB08715F-E4A6-4BE8-9663-33F7658BFCB6}" srcOrd="0" destOrd="0" parTransId="{F3BD525D-6E44-4337-B115-A28C46ECD593}" sibTransId="{4C997FAB-9688-4A5A-AC57-5F67C3C6C33E}"/>
    <dgm:cxn modelId="{12FBDEEE-8C9E-4627-8C37-851B30115210}" srcId="{EE5BF61F-DCD5-430E-B1EF-E687A7EC0CF1}" destId="{8C014160-833A-4765-A3A7-F6B3E8907359}" srcOrd="3" destOrd="0" parTransId="{0B4EDC99-4689-447A-BDFD-26998470A0B0}" sibTransId="{687BCBEA-5A9C-437C-8286-7290E93E5D3A}"/>
    <dgm:cxn modelId="{182CFB6F-F032-4CBE-81A8-72CEAC3CC978}" type="presParOf" srcId="{7B5A52E5-5B49-44E5-86C7-3F23FE5F161F}" destId="{A9B9D8B4-6381-4CBD-BDDE-456ADC1F4EAE}" srcOrd="0" destOrd="0" presId="urn:microsoft.com/office/officeart/2005/8/layout/cycle4"/>
    <dgm:cxn modelId="{B2EFDBC4-64FD-48D1-9445-FB2DE1B9BCB4}" type="presParOf" srcId="{A9B9D8B4-6381-4CBD-BDDE-456ADC1F4EAE}" destId="{1822BDBE-3CBB-47E1-9178-FB4425C78A01}" srcOrd="0" destOrd="0" presId="urn:microsoft.com/office/officeart/2005/8/layout/cycle4"/>
    <dgm:cxn modelId="{7380E0D4-AB2A-46BD-8CA7-540070273BC6}" type="presParOf" srcId="{1822BDBE-3CBB-47E1-9178-FB4425C78A01}" destId="{5F50622F-2CFE-4C79-8E8C-1226CCA944E2}" srcOrd="0" destOrd="0" presId="urn:microsoft.com/office/officeart/2005/8/layout/cycle4"/>
    <dgm:cxn modelId="{87B0BE6B-63DE-41FF-BC6B-945E188198BD}" type="presParOf" srcId="{1822BDBE-3CBB-47E1-9178-FB4425C78A01}" destId="{4C0B0AF5-50C9-4F76-A98E-CDEC2B8F46AA}" srcOrd="1" destOrd="0" presId="urn:microsoft.com/office/officeart/2005/8/layout/cycle4"/>
    <dgm:cxn modelId="{13081C62-C635-453B-BBDC-94768860E16F}" type="presParOf" srcId="{A9B9D8B4-6381-4CBD-BDDE-456ADC1F4EAE}" destId="{29658D38-6C6F-443B-B585-07F1DC0AD832}" srcOrd="1" destOrd="0" presId="urn:microsoft.com/office/officeart/2005/8/layout/cycle4"/>
    <dgm:cxn modelId="{B67209C3-DAED-482A-922D-FB53856D9AA6}" type="presParOf" srcId="{29658D38-6C6F-443B-B585-07F1DC0AD832}" destId="{CDC06907-0065-4FE6-8110-07AA5E0E2CDA}" srcOrd="0" destOrd="0" presId="urn:microsoft.com/office/officeart/2005/8/layout/cycle4"/>
    <dgm:cxn modelId="{354BCE51-B70D-4C8A-85C8-41AB4C643161}" type="presParOf" srcId="{29658D38-6C6F-443B-B585-07F1DC0AD832}" destId="{A4308B2A-32BE-4C40-B343-F0DBC9A2AF3A}" srcOrd="1" destOrd="0" presId="urn:microsoft.com/office/officeart/2005/8/layout/cycle4"/>
    <dgm:cxn modelId="{8EB0A2D6-19ED-4901-AC4B-266635926DA0}" type="presParOf" srcId="{A9B9D8B4-6381-4CBD-BDDE-456ADC1F4EAE}" destId="{23428E8F-93A5-444E-8FC5-2F36A52ECE9E}" srcOrd="2" destOrd="0" presId="urn:microsoft.com/office/officeart/2005/8/layout/cycle4"/>
    <dgm:cxn modelId="{EFF8BB40-C0D1-444F-BE63-A6A2CB9CB499}" type="presParOf" srcId="{23428E8F-93A5-444E-8FC5-2F36A52ECE9E}" destId="{66650FB5-FD71-4A72-8A8B-356C02DB9D61}" srcOrd="0" destOrd="0" presId="urn:microsoft.com/office/officeart/2005/8/layout/cycle4"/>
    <dgm:cxn modelId="{4583795C-879A-4102-8C29-E78090025238}" type="presParOf" srcId="{23428E8F-93A5-444E-8FC5-2F36A52ECE9E}" destId="{547EBF05-9E88-4F5F-924E-2A24018C02BF}" srcOrd="1" destOrd="0" presId="urn:microsoft.com/office/officeart/2005/8/layout/cycle4"/>
    <dgm:cxn modelId="{77976C20-7F5D-4553-B931-FBE3E8264E2E}" type="presParOf" srcId="{A9B9D8B4-6381-4CBD-BDDE-456ADC1F4EAE}" destId="{A18EE819-15DB-4AE0-A01F-59980AB23DEE}" srcOrd="3" destOrd="0" presId="urn:microsoft.com/office/officeart/2005/8/layout/cycle4"/>
    <dgm:cxn modelId="{EF0CE15A-BE11-4CE6-A55E-EB6343FF05E3}" type="presParOf" srcId="{A18EE819-15DB-4AE0-A01F-59980AB23DEE}" destId="{2F8F1A6D-82AA-444D-B0D8-BD8B8EA35CD5}" srcOrd="0" destOrd="0" presId="urn:microsoft.com/office/officeart/2005/8/layout/cycle4"/>
    <dgm:cxn modelId="{01F74FF0-828D-4BDC-A5C7-7BEF3D156A6B}" type="presParOf" srcId="{A18EE819-15DB-4AE0-A01F-59980AB23DEE}" destId="{D3E7648F-195E-45C9-9BD4-8EFA6CB77D3F}" srcOrd="1" destOrd="0" presId="urn:microsoft.com/office/officeart/2005/8/layout/cycle4"/>
    <dgm:cxn modelId="{39E41A02-EA7D-43D5-9DFD-030EB823DF5F}" type="presParOf" srcId="{A9B9D8B4-6381-4CBD-BDDE-456ADC1F4EAE}" destId="{3BB80C26-CAA2-4454-9C18-682A4F9325F8}" srcOrd="4" destOrd="0" presId="urn:microsoft.com/office/officeart/2005/8/layout/cycle4"/>
    <dgm:cxn modelId="{8EE60EDB-1936-404F-AE3C-D5C62627503F}" type="presParOf" srcId="{7B5A52E5-5B49-44E5-86C7-3F23FE5F161F}" destId="{8A0A18AF-F97E-426D-BEE3-A8D6C7C9800E}" srcOrd="1" destOrd="0" presId="urn:microsoft.com/office/officeart/2005/8/layout/cycle4"/>
    <dgm:cxn modelId="{BC60E283-0F73-4830-82C9-0954295891A8}" type="presParOf" srcId="{8A0A18AF-F97E-426D-BEE3-A8D6C7C9800E}" destId="{4A4B296A-7F68-4092-83D1-34748A96288B}" srcOrd="0" destOrd="0" presId="urn:microsoft.com/office/officeart/2005/8/layout/cycle4"/>
    <dgm:cxn modelId="{26840ABC-51D8-4DD2-99C4-07827DB49B42}" type="presParOf" srcId="{8A0A18AF-F97E-426D-BEE3-A8D6C7C9800E}" destId="{14A8FFCF-FE15-4E57-8DFE-227EF30324F4}" srcOrd="1" destOrd="0" presId="urn:microsoft.com/office/officeart/2005/8/layout/cycle4"/>
    <dgm:cxn modelId="{AC35B96B-93D3-4518-8675-C6E1E9DE64A7}" type="presParOf" srcId="{8A0A18AF-F97E-426D-BEE3-A8D6C7C9800E}" destId="{CFCF9E74-0C14-4380-8E78-D329C91C4975}" srcOrd="2" destOrd="0" presId="urn:microsoft.com/office/officeart/2005/8/layout/cycle4"/>
    <dgm:cxn modelId="{B329E216-5301-44EE-B5DD-067A24EB2F6B}" type="presParOf" srcId="{8A0A18AF-F97E-426D-BEE3-A8D6C7C9800E}" destId="{8D92BCD2-AB0E-4CD7-B2A5-401D3464A511}" srcOrd="3" destOrd="0" presId="urn:microsoft.com/office/officeart/2005/8/layout/cycle4"/>
    <dgm:cxn modelId="{85E8918D-E3DF-43F3-A4E6-E81B00263634}" type="presParOf" srcId="{8A0A18AF-F97E-426D-BEE3-A8D6C7C9800E}" destId="{471153AD-9FE2-4843-AB83-A3063D91AB37}" srcOrd="4" destOrd="0" presId="urn:microsoft.com/office/officeart/2005/8/layout/cycle4"/>
    <dgm:cxn modelId="{6622CA89-7D4A-49EF-A8B6-D6D712CE1B75}" type="presParOf" srcId="{7B5A52E5-5B49-44E5-86C7-3F23FE5F161F}" destId="{62FD7D84-E0D7-4AB7-9B7D-FF8A5561E6E5}" srcOrd="2" destOrd="0" presId="urn:microsoft.com/office/officeart/2005/8/layout/cycle4"/>
    <dgm:cxn modelId="{852D7B38-E82C-4BD7-AFFA-0F5E638C99CC}" type="presParOf" srcId="{7B5A52E5-5B49-44E5-86C7-3F23FE5F161F}" destId="{BCA3E705-3D65-4DC5-929C-A7CD4EC9329A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8BA892E-5820-455C-8FA8-3518908DEC0C}" type="doc">
      <dgm:prSet loTypeId="urn:microsoft.com/office/officeart/2005/8/layout/pictureOrgChart+Icon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8399F2F-7555-49A6-8C31-74DFBFFEBCBE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Император</a:t>
          </a:r>
        </a:p>
      </dgm:t>
    </dgm:pt>
    <dgm:pt modelId="{94C56204-A331-4F7E-AE27-C230956701FD}" type="parTrans" cxnId="{E8BA5DE0-ACF8-46F5-B270-5886CC2410CE}">
      <dgm:prSet/>
      <dgm:spPr/>
      <dgm:t>
        <a:bodyPr/>
        <a:lstStyle/>
        <a:p>
          <a:endParaRPr lang="ru-RU"/>
        </a:p>
      </dgm:t>
    </dgm:pt>
    <dgm:pt modelId="{E448CCC7-A369-4A9B-8A07-B3E416944ABA}" type="sibTrans" cxnId="{E8BA5DE0-ACF8-46F5-B270-5886CC2410CE}">
      <dgm:prSet/>
      <dgm:spPr/>
      <dgm:t>
        <a:bodyPr/>
        <a:lstStyle/>
        <a:p>
          <a:endParaRPr lang="ru-RU"/>
        </a:p>
      </dgm:t>
    </dgm:pt>
    <dgm:pt modelId="{D034589A-3EC0-4093-9660-4B0653035581}" type="asst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b="1" dirty="0"/>
            <a:t>Церковные иерархи: </a:t>
          </a:r>
        </a:p>
        <a:p>
          <a:r>
            <a:rPr lang="ru-RU" sz="1400" dirty="0"/>
            <a:t>С. Яворский, Ф. Прокопович</a:t>
          </a:r>
        </a:p>
      </dgm:t>
    </dgm:pt>
    <dgm:pt modelId="{D7808FDC-6C3C-4BBD-8BED-752E957A5CB5}" type="parTrans" cxnId="{2EE138C8-2FD1-4D62-AE48-09508FDB9BF8}">
      <dgm:prSet/>
      <dgm:spPr/>
      <dgm:t>
        <a:bodyPr/>
        <a:lstStyle/>
        <a:p>
          <a:endParaRPr lang="ru-RU"/>
        </a:p>
      </dgm:t>
    </dgm:pt>
    <dgm:pt modelId="{A13F4949-4617-4E3C-9821-4383C88B5425}" type="sibTrans" cxnId="{2EE138C8-2FD1-4D62-AE48-09508FDB9BF8}">
      <dgm:prSet/>
      <dgm:spPr/>
      <dgm:t>
        <a:bodyPr/>
        <a:lstStyle/>
        <a:p>
          <a:endParaRPr lang="ru-RU"/>
        </a:p>
      </dgm:t>
    </dgm:pt>
    <dgm:pt modelId="{8ADF809D-6B6F-480E-AC4A-5BA5E3CBE1E0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Часть старой аристократии: </a:t>
          </a:r>
          <a:r>
            <a:rPr lang="ru-RU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Ромодановский, Шереметьев, Репнин, Матвеев Долгоруков, Голицыны, и др</a:t>
          </a:r>
          <a:endParaRPr lang="ru-RU" dirty="0"/>
        </a:p>
      </dgm:t>
    </dgm:pt>
    <dgm:pt modelId="{18954841-F665-4FDC-98A5-BD35535AD141}" type="parTrans" cxnId="{D3797B27-BB99-4F8B-A4E1-62B8C8B38763}">
      <dgm:prSet/>
      <dgm:spPr/>
      <dgm:t>
        <a:bodyPr/>
        <a:lstStyle/>
        <a:p>
          <a:endParaRPr lang="ru-RU"/>
        </a:p>
      </dgm:t>
    </dgm:pt>
    <dgm:pt modelId="{704F3F05-EE53-4EB3-AB14-5A1DF072D8AD}" type="sibTrans" cxnId="{D3797B27-BB99-4F8B-A4E1-62B8C8B38763}">
      <dgm:prSet/>
      <dgm:spPr/>
      <dgm:t>
        <a:bodyPr/>
        <a:lstStyle/>
        <a:p>
          <a:endParaRPr lang="ru-RU"/>
        </a:p>
      </dgm:t>
    </dgm:pt>
    <dgm:pt modelId="{FF9FAF05-F44F-48AF-9F95-063EF76BFC0B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«Выдвиженцы» из разных сословий: </a:t>
          </a:r>
          <a:r>
            <a:rPr lang="ru-RU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Меньшиков, Шафиров, Бухвостов, Соловьев.</a:t>
          </a:r>
          <a:endParaRPr lang="ru-RU" dirty="0"/>
        </a:p>
      </dgm:t>
    </dgm:pt>
    <dgm:pt modelId="{53B5908D-4168-4441-B967-FD79BB90C925}" type="parTrans" cxnId="{756B176B-8FEF-4DE6-87AE-D753DA6F920D}">
      <dgm:prSet/>
      <dgm:spPr/>
      <dgm:t>
        <a:bodyPr/>
        <a:lstStyle/>
        <a:p>
          <a:endParaRPr lang="ru-RU"/>
        </a:p>
      </dgm:t>
    </dgm:pt>
    <dgm:pt modelId="{1A1B5B9A-0796-48A1-8058-73D43E9E6F34}" type="sibTrans" cxnId="{756B176B-8FEF-4DE6-87AE-D753DA6F920D}">
      <dgm:prSet/>
      <dgm:spPr/>
      <dgm:t>
        <a:bodyPr/>
        <a:lstStyle/>
        <a:p>
          <a:endParaRPr lang="ru-RU"/>
        </a:p>
      </dgm:t>
    </dgm:pt>
    <dgm:pt modelId="{39BA5518-2353-4851-B5BC-BE7EECABCB2E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Иностранцы на российской службе: </a:t>
          </a:r>
          <a:r>
            <a:rPr lang="ru-RU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Лефорт, (Швейцария) Ягужинский (Литва), Гордон и бр.. Брюсы (Шотландия) , Ренне (Германия) </a:t>
          </a:r>
          <a:endParaRPr lang="ru-RU" dirty="0"/>
        </a:p>
      </dgm:t>
    </dgm:pt>
    <dgm:pt modelId="{80843CF1-1924-4BCC-8844-8C02591A3042}" type="parTrans" cxnId="{0223E791-F281-42D1-A637-5BABEE126ED9}">
      <dgm:prSet/>
      <dgm:spPr/>
      <dgm:t>
        <a:bodyPr/>
        <a:lstStyle/>
        <a:p>
          <a:endParaRPr lang="ru-RU"/>
        </a:p>
      </dgm:t>
    </dgm:pt>
    <dgm:pt modelId="{BFCFB978-2F77-4EDA-A9E6-5C9B8B2735C6}" type="sibTrans" cxnId="{0223E791-F281-42D1-A637-5BABEE126ED9}">
      <dgm:prSet/>
      <dgm:spPr/>
      <dgm:t>
        <a:bodyPr/>
        <a:lstStyle/>
        <a:p>
          <a:endParaRPr lang="ru-RU"/>
        </a:p>
      </dgm:t>
    </dgm:pt>
    <dgm:pt modelId="{78A75F35-118A-4D74-9F83-1C2DFF92C669}" type="pres">
      <dgm:prSet presAssocID="{D8BA892E-5820-455C-8FA8-3518908DEC0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45FFA02-5EAD-48D9-9C72-4B99BD3804A3}" type="pres">
      <dgm:prSet presAssocID="{28399F2F-7555-49A6-8C31-74DFBFFEBCBE}" presName="hierRoot1" presStyleCnt="0">
        <dgm:presLayoutVars>
          <dgm:hierBranch val="init"/>
        </dgm:presLayoutVars>
      </dgm:prSet>
      <dgm:spPr/>
    </dgm:pt>
    <dgm:pt modelId="{75416B75-6911-4676-976D-DFD2FE831120}" type="pres">
      <dgm:prSet presAssocID="{28399F2F-7555-49A6-8C31-74DFBFFEBCBE}" presName="rootComposite1" presStyleCnt="0"/>
      <dgm:spPr/>
    </dgm:pt>
    <dgm:pt modelId="{1C2B8616-FA7C-4993-8B4C-485BF61BAAB8}" type="pres">
      <dgm:prSet presAssocID="{28399F2F-7555-49A6-8C31-74DFBFFEBCBE}" presName="rootText1" presStyleLbl="node0" presStyleIdx="0" presStyleCnt="1">
        <dgm:presLayoutVars>
          <dgm:chPref val="3"/>
        </dgm:presLayoutVars>
      </dgm:prSet>
      <dgm:spPr/>
    </dgm:pt>
    <dgm:pt modelId="{A7A47988-4CEB-426D-8FFC-EDC8DE7E255A}" type="pres">
      <dgm:prSet presAssocID="{28399F2F-7555-49A6-8C31-74DFBFFEBCBE}" presName="rootPict1" presStyleLbl="alignImgPlace1" presStyleIdx="0" presStyleCnt="5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F3CBAFA3-5509-4ABE-8F10-0E8393C339DC}" type="pres">
      <dgm:prSet presAssocID="{28399F2F-7555-49A6-8C31-74DFBFFEBCBE}" presName="rootConnector1" presStyleLbl="node1" presStyleIdx="0" presStyleCnt="0"/>
      <dgm:spPr/>
    </dgm:pt>
    <dgm:pt modelId="{AC1D419B-23B2-4F0A-8CB3-DFC7C2F200D7}" type="pres">
      <dgm:prSet presAssocID="{28399F2F-7555-49A6-8C31-74DFBFFEBCBE}" presName="hierChild2" presStyleCnt="0"/>
      <dgm:spPr/>
    </dgm:pt>
    <dgm:pt modelId="{351E1DE4-D35F-4D6C-B038-DB08492BF608}" type="pres">
      <dgm:prSet presAssocID="{18954841-F665-4FDC-98A5-BD35535AD141}" presName="Name37" presStyleLbl="parChTrans1D2" presStyleIdx="0" presStyleCnt="4"/>
      <dgm:spPr/>
    </dgm:pt>
    <dgm:pt modelId="{2222715D-6185-4FF1-888B-5E6958B55E9F}" type="pres">
      <dgm:prSet presAssocID="{8ADF809D-6B6F-480E-AC4A-5BA5E3CBE1E0}" presName="hierRoot2" presStyleCnt="0">
        <dgm:presLayoutVars>
          <dgm:hierBranch val="init"/>
        </dgm:presLayoutVars>
      </dgm:prSet>
      <dgm:spPr/>
    </dgm:pt>
    <dgm:pt modelId="{3043A93C-5F4D-4907-91EB-D68A997A1A16}" type="pres">
      <dgm:prSet presAssocID="{8ADF809D-6B6F-480E-AC4A-5BA5E3CBE1E0}" presName="rootComposite" presStyleCnt="0"/>
      <dgm:spPr/>
    </dgm:pt>
    <dgm:pt modelId="{63C4387F-21FA-40A1-B447-06607839E34E}" type="pres">
      <dgm:prSet presAssocID="{8ADF809D-6B6F-480E-AC4A-5BA5E3CBE1E0}" presName="rootText" presStyleLbl="node2" presStyleIdx="0" presStyleCnt="3">
        <dgm:presLayoutVars>
          <dgm:chPref val="3"/>
        </dgm:presLayoutVars>
      </dgm:prSet>
      <dgm:spPr/>
    </dgm:pt>
    <dgm:pt modelId="{58026059-BDDB-429C-B270-9B185B2EFE03}" type="pres">
      <dgm:prSet presAssocID="{8ADF809D-6B6F-480E-AC4A-5BA5E3CBE1E0}" presName="rootPict" presStyleLbl="alignImgPlace1" presStyleIdx="1" presStyleCnt="5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13E6F636-6A3E-4170-940B-EEC253F07F04}" type="pres">
      <dgm:prSet presAssocID="{8ADF809D-6B6F-480E-AC4A-5BA5E3CBE1E0}" presName="rootConnector" presStyleLbl="node2" presStyleIdx="0" presStyleCnt="3"/>
      <dgm:spPr/>
    </dgm:pt>
    <dgm:pt modelId="{6400B705-7F8B-4CCF-92AC-CAE4151A4A56}" type="pres">
      <dgm:prSet presAssocID="{8ADF809D-6B6F-480E-AC4A-5BA5E3CBE1E0}" presName="hierChild4" presStyleCnt="0"/>
      <dgm:spPr/>
    </dgm:pt>
    <dgm:pt modelId="{73873F45-FFBF-4288-8512-87166AE9A688}" type="pres">
      <dgm:prSet presAssocID="{8ADF809D-6B6F-480E-AC4A-5BA5E3CBE1E0}" presName="hierChild5" presStyleCnt="0"/>
      <dgm:spPr/>
    </dgm:pt>
    <dgm:pt modelId="{A66D4CCD-7D94-4153-BDDE-62F08DE7C073}" type="pres">
      <dgm:prSet presAssocID="{53B5908D-4168-4441-B967-FD79BB90C925}" presName="Name37" presStyleLbl="parChTrans1D2" presStyleIdx="1" presStyleCnt="4"/>
      <dgm:spPr/>
    </dgm:pt>
    <dgm:pt modelId="{A432F212-A9EE-4602-96D2-0D910CF83CED}" type="pres">
      <dgm:prSet presAssocID="{FF9FAF05-F44F-48AF-9F95-063EF76BFC0B}" presName="hierRoot2" presStyleCnt="0">
        <dgm:presLayoutVars>
          <dgm:hierBranch val="init"/>
        </dgm:presLayoutVars>
      </dgm:prSet>
      <dgm:spPr/>
    </dgm:pt>
    <dgm:pt modelId="{BEFBBD3A-A921-49AA-8E6E-605AD22F6835}" type="pres">
      <dgm:prSet presAssocID="{FF9FAF05-F44F-48AF-9F95-063EF76BFC0B}" presName="rootComposite" presStyleCnt="0"/>
      <dgm:spPr/>
    </dgm:pt>
    <dgm:pt modelId="{F5E0D56A-7F70-4E65-A264-A7FC985B4778}" type="pres">
      <dgm:prSet presAssocID="{FF9FAF05-F44F-48AF-9F95-063EF76BFC0B}" presName="rootText" presStyleLbl="node2" presStyleIdx="1" presStyleCnt="3">
        <dgm:presLayoutVars>
          <dgm:chPref val="3"/>
        </dgm:presLayoutVars>
      </dgm:prSet>
      <dgm:spPr/>
    </dgm:pt>
    <dgm:pt modelId="{D470DF64-073D-4D03-A7B0-0E41F47CCE30}" type="pres">
      <dgm:prSet presAssocID="{FF9FAF05-F44F-48AF-9F95-063EF76BFC0B}" presName="rootPict" presStyleLbl="alignImgPlace1" presStyleIdx="2" presStyleCnt="5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A56C55EB-961E-41C7-9DC3-639EA30F93FF}" type="pres">
      <dgm:prSet presAssocID="{FF9FAF05-F44F-48AF-9F95-063EF76BFC0B}" presName="rootConnector" presStyleLbl="node2" presStyleIdx="1" presStyleCnt="3"/>
      <dgm:spPr/>
    </dgm:pt>
    <dgm:pt modelId="{29BBFDCB-96B9-47A1-9B58-38C5236E40EB}" type="pres">
      <dgm:prSet presAssocID="{FF9FAF05-F44F-48AF-9F95-063EF76BFC0B}" presName="hierChild4" presStyleCnt="0"/>
      <dgm:spPr/>
    </dgm:pt>
    <dgm:pt modelId="{94FB8C2A-B12D-4A92-B5A0-D738C4216F32}" type="pres">
      <dgm:prSet presAssocID="{FF9FAF05-F44F-48AF-9F95-063EF76BFC0B}" presName="hierChild5" presStyleCnt="0"/>
      <dgm:spPr/>
    </dgm:pt>
    <dgm:pt modelId="{D4B96FAC-D691-402E-BAB9-239A3DE52C9E}" type="pres">
      <dgm:prSet presAssocID="{80843CF1-1924-4BCC-8844-8C02591A3042}" presName="Name37" presStyleLbl="parChTrans1D2" presStyleIdx="2" presStyleCnt="4"/>
      <dgm:spPr/>
    </dgm:pt>
    <dgm:pt modelId="{D3061A15-A90F-4CBB-A1B5-35F7AD3B02D2}" type="pres">
      <dgm:prSet presAssocID="{39BA5518-2353-4851-B5BC-BE7EECABCB2E}" presName="hierRoot2" presStyleCnt="0">
        <dgm:presLayoutVars>
          <dgm:hierBranch val="init"/>
        </dgm:presLayoutVars>
      </dgm:prSet>
      <dgm:spPr/>
    </dgm:pt>
    <dgm:pt modelId="{CB78B646-6791-4E87-9E64-8C67FD7F92CF}" type="pres">
      <dgm:prSet presAssocID="{39BA5518-2353-4851-B5BC-BE7EECABCB2E}" presName="rootComposite" presStyleCnt="0"/>
      <dgm:spPr/>
    </dgm:pt>
    <dgm:pt modelId="{2F4F3946-5119-493B-95AF-A90D9CF13EEF}" type="pres">
      <dgm:prSet presAssocID="{39BA5518-2353-4851-B5BC-BE7EECABCB2E}" presName="rootText" presStyleLbl="node2" presStyleIdx="2" presStyleCnt="3">
        <dgm:presLayoutVars>
          <dgm:chPref val="3"/>
        </dgm:presLayoutVars>
      </dgm:prSet>
      <dgm:spPr/>
    </dgm:pt>
    <dgm:pt modelId="{DDC85576-9973-4F76-8AC5-C1B8B71235F3}" type="pres">
      <dgm:prSet presAssocID="{39BA5518-2353-4851-B5BC-BE7EECABCB2E}" presName="rootPict" presStyleLbl="alignImgPlace1" presStyleIdx="3" presStyleCnt="5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8C33DD70-B438-45EE-85E1-FF9318A2B23E}" type="pres">
      <dgm:prSet presAssocID="{39BA5518-2353-4851-B5BC-BE7EECABCB2E}" presName="rootConnector" presStyleLbl="node2" presStyleIdx="2" presStyleCnt="3"/>
      <dgm:spPr/>
    </dgm:pt>
    <dgm:pt modelId="{88EBBC4A-82B2-4A7A-90C6-3CDE8DDD6841}" type="pres">
      <dgm:prSet presAssocID="{39BA5518-2353-4851-B5BC-BE7EECABCB2E}" presName="hierChild4" presStyleCnt="0"/>
      <dgm:spPr/>
    </dgm:pt>
    <dgm:pt modelId="{7B379C2B-CC02-4D7C-A096-432D5AA63382}" type="pres">
      <dgm:prSet presAssocID="{39BA5518-2353-4851-B5BC-BE7EECABCB2E}" presName="hierChild5" presStyleCnt="0"/>
      <dgm:spPr/>
    </dgm:pt>
    <dgm:pt modelId="{277B49B0-E361-4C61-A1F1-268FFD5A3AD0}" type="pres">
      <dgm:prSet presAssocID="{28399F2F-7555-49A6-8C31-74DFBFFEBCBE}" presName="hierChild3" presStyleCnt="0"/>
      <dgm:spPr/>
    </dgm:pt>
    <dgm:pt modelId="{4D540C6B-F3B6-4C8A-9174-554FB645C968}" type="pres">
      <dgm:prSet presAssocID="{D7808FDC-6C3C-4BBD-8BED-752E957A5CB5}" presName="Name111" presStyleLbl="parChTrans1D2" presStyleIdx="3" presStyleCnt="4"/>
      <dgm:spPr/>
    </dgm:pt>
    <dgm:pt modelId="{2B64CB4C-3342-4D3D-980E-76396C6F1C50}" type="pres">
      <dgm:prSet presAssocID="{D034589A-3EC0-4093-9660-4B0653035581}" presName="hierRoot3" presStyleCnt="0">
        <dgm:presLayoutVars>
          <dgm:hierBranch val="init"/>
        </dgm:presLayoutVars>
      </dgm:prSet>
      <dgm:spPr/>
    </dgm:pt>
    <dgm:pt modelId="{83E7A8D5-3DDD-4DC4-A17A-31076E5C9065}" type="pres">
      <dgm:prSet presAssocID="{D034589A-3EC0-4093-9660-4B0653035581}" presName="rootComposite3" presStyleCnt="0"/>
      <dgm:spPr/>
    </dgm:pt>
    <dgm:pt modelId="{DF8CAEB2-4256-4AD6-B139-E1747799A5D1}" type="pres">
      <dgm:prSet presAssocID="{D034589A-3EC0-4093-9660-4B0653035581}" presName="rootText3" presStyleLbl="asst1" presStyleIdx="0" presStyleCnt="1">
        <dgm:presLayoutVars>
          <dgm:chPref val="3"/>
        </dgm:presLayoutVars>
      </dgm:prSet>
      <dgm:spPr/>
    </dgm:pt>
    <dgm:pt modelId="{29E9772A-C9CC-406E-9C4F-08F9F35CD1A4}" type="pres">
      <dgm:prSet presAssocID="{D034589A-3EC0-4093-9660-4B0653035581}" presName="rootPict3" presStyleLbl="alignImgPlace1" presStyleIdx="4" presStyleCnt="5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</dgm:pt>
    <dgm:pt modelId="{35968BDB-89A9-419A-B2B0-21E6A52643E7}" type="pres">
      <dgm:prSet presAssocID="{D034589A-3EC0-4093-9660-4B0653035581}" presName="rootConnector3" presStyleLbl="asst1" presStyleIdx="0" presStyleCnt="1"/>
      <dgm:spPr/>
    </dgm:pt>
    <dgm:pt modelId="{F35F1230-30FF-4413-8585-C9DEB1A8E6DE}" type="pres">
      <dgm:prSet presAssocID="{D034589A-3EC0-4093-9660-4B0653035581}" presName="hierChild6" presStyleCnt="0"/>
      <dgm:spPr/>
    </dgm:pt>
    <dgm:pt modelId="{6508E544-AD9D-4851-9C20-DEC4F23FFBA1}" type="pres">
      <dgm:prSet presAssocID="{D034589A-3EC0-4093-9660-4B0653035581}" presName="hierChild7" presStyleCnt="0"/>
      <dgm:spPr/>
    </dgm:pt>
  </dgm:ptLst>
  <dgm:cxnLst>
    <dgm:cxn modelId="{3F1B8601-44B4-4349-9117-68B3FE4ABB4D}" type="presOf" srcId="{39BA5518-2353-4851-B5BC-BE7EECABCB2E}" destId="{2F4F3946-5119-493B-95AF-A90D9CF13EEF}" srcOrd="0" destOrd="0" presId="urn:microsoft.com/office/officeart/2005/8/layout/pictureOrgChart+Icon"/>
    <dgm:cxn modelId="{D5719206-5CD6-42BE-BB79-5B2C41D7F570}" type="presOf" srcId="{28399F2F-7555-49A6-8C31-74DFBFFEBCBE}" destId="{1C2B8616-FA7C-4993-8B4C-485BF61BAAB8}" srcOrd="0" destOrd="0" presId="urn:microsoft.com/office/officeart/2005/8/layout/pictureOrgChart+Icon"/>
    <dgm:cxn modelId="{0008300D-EA52-407C-9CB5-0B3FCE9CF48F}" type="presOf" srcId="{D7808FDC-6C3C-4BBD-8BED-752E957A5CB5}" destId="{4D540C6B-F3B6-4C8A-9174-554FB645C968}" srcOrd="0" destOrd="0" presId="urn:microsoft.com/office/officeart/2005/8/layout/pictureOrgChart+Icon"/>
    <dgm:cxn modelId="{D3797B27-BB99-4F8B-A4E1-62B8C8B38763}" srcId="{28399F2F-7555-49A6-8C31-74DFBFFEBCBE}" destId="{8ADF809D-6B6F-480E-AC4A-5BA5E3CBE1E0}" srcOrd="1" destOrd="0" parTransId="{18954841-F665-4FDC-98A5-BD35535AD141}" sibTransId="{704F3F05-EE53-4EB3-AB14-5A1DF072D8AD}"/>
    <dgm:cxn modelId="{E1B8202E-0FAD-4717-9387-A6539ED350BE}" type="presOf" srcId="{D034589A-3EC0-4093-9660-4B0653035581}" destId="{DF8CAEB2-4256-4AD6-B139-E1747799A5D1}" srcOrd="0" destOrd="0" presId="urn:microsoft.com/office/officeart/2005/8/layout/pictureOrgChart+Icon"/>
    <dgm:cxn modelId="{36EABD42-FC80-41B7-A664-F7EDCCC03947}" type="presOf" srcId="{53B5908D-4168-4441-B967-FD79BB90C925}" destId="{A66D4CCD-7D94-4153-BDDE-62F08DE7C073}" srcOrd="0" destOrd="0" presId="urn:microsoft.com/office/officeart/2005/8/layout/pictureOrgChart+Icon"/>
    <dgm:cxn modelId="{6FA80B4B-B943-4CD5-B5BF-44B6E5F3666C}" type="presOf" srcId="{FF9FAF05-F44F-48AF-9F95-063EF76BFC0B}" destId="{F5E0D56A-7F70-4E65-A264-A7FC985B4778}" srcOrd="0" destOrd="0" presId="urn:microsoft.com/office/officeart/2005/8/layout/pictureOrgChart+Icon"/>
    <dgm:cxn modelId="{756B176B-8FEF-4DE6-87AE-D753DA6F920D}" srcId="{28399F2F-7555-49A6-8C31-74DFBFFEBCBE}" destId="{FF9FAF05-F44F-48AF-9F95-063EF76BFC0B}" srcOrd="2" destOrd="0" parTransId="{53B5908D-4168-4441-B967-FD79BB90C925}" sibTransId="{1A1B5B9A-0796-48A1-8058-73D43E9E6F34}"/>
    <dgm:cxn modelId="{75F4246D-097C-431F-9693-E78EBB37761E}" type="presOf" srcId="{8ADF809D-6B6F-480E-AC4A-5BA5E3CBE1E0}" destId="{63C4387F-21FA-40A1-B447-06607839E34E}" srcOrd="0" destOrd="0" presId="urn:microsoft.com/office/officeart/2005/8/layout/pictureOrgChart+Icon"/>
    <dgm:cxn modelId="{B9AC8379-FC9D-4247-A6B3-6A77D4C79D00}" type="presOf" srcId="{80843CF1-1924-4BCC-8844-8C02591A3042}" destId="{D4B96FAC-D691-402E-BAB9-239A3DE52C9E}" srcOrd="0" destOrd="0" presId="urn:microsoft.com/office/officeart/2005/8/layout/pictureOrgChart+Icon"/>
    <dgm:cxn modelId="{F857497A-3B8B-44A1-A5B9-13AF6E5EB1F7}" type="presOf" srcId="{28399F2F-7555-49A6-8C31-74DFBFFEBCBE}" destId="{F3CBAFA3-5509-4ABE-8F10-0E8393C339DC}" srcOrd="1" destOrd="0" presId="urn:microsoft.com/office/officeart/2005/8/layout/pictureOrgChart+Icon"/>
    <dgm:cxn modelId="{CF85087E-DFA2-4F04-B25F-4BA5351F9FEB}" type="presOf" srcId="{39BA5518-2353-4851-B5BC-BE7EECABCB2E}" destId="{8C33DD70-B438-45EE-85E1-FF9318A2B23E}" srcOrd="1" destOrd="0" presId="urn:microsoft.com/office/officeart/2005/8/layout/pictureOrgChart+Icon"/>
    <dgm:cxn modelId="{0731C589-7A52-4CB8-B8F7-83CA3F20E93D}" type="presOf" srcId="{D034589A-3EC0-4093-9660-4B0653035581}" destId="{35968BDB-89A9-419A-B2B0-21E6A52643E7}" srcOrd="1" destOrd="0" presId="urn:microsoft.com/office/officeart/2005/8/layout/pictureOrgChart+Icon"/>
    <dgm:cxn modelId="{0223E791-F281-42D1-A637-5BABEE126ED9}" srcId="{28399F2F-7555-49A6-8C31-74DFBFFEBCBE}" destId="{39BA5518-2353-4851-B5BC-BE7EECABCB2E}" srcOrd="3" destOrd="0" parTransId="{80843CF1-1924-4BCC-8844-8C02591A3042}" sibTransId="{BFCFB978-2F77-4EDA-A9E6-5C9B8B2735C6}"/>
    <dgm:cxn modelId="{615BBA94-05A0-4A1A-A644-285A572CA0CC}" type="presOf" srcId="{D8BA892E-5820-455C-8FA8-3518908DEC0C}" destId="{78A75F35-118A-4D74-9F83-1C2DFF92C669}" srcOrd="0" destOrd="0" presId="urn:microsoft.com/office/officeart/2005/8/layout/pictureOrgChart+Icon"/>
    <dgm:cxn modelId="{0C2549A7-71BF-4307-A417-A201120DA17D}" type="presOf" srcId="{8ADF809D-6B6F-480E-AC4A-5BA5E3CBE1E0}" destId="{13E6F636-6A3E-4170-940B-EEC253F07F04}" srcOrd="1" destOrd="0" presId="urn:microsoft.com/office/officeart/2005/8/layout/pictureOrgChart+Icon"/>
    <dgm:cxn modelId="{2EE138C8-2FD1-4D62-AE48-09508FDB9BF8}" srcId="{28399F2F-7555-49A6-8C31-74DFBFFEBCBE}" destId="{D034589A-3EC0-4093-9660-4B0653035581}" srcOrd="0" destOrd="0" parTransId="{D7808FDC-6C3C-4BBD-8BED-752E957A5CB5}" sibTransId="{A13F4949-4617-4E3C-9821-4383C88B5425}"/>
    <dgm:cxn modelId="{05BC7DCC-5BAE-4E1D-A88E-87EFE136EE2B}" type="presOf" srcId="{18954841-F665-4FDC-98A5-BD35535AD141}" destId="{351E1DE4-D35F-4D6C-B038-DB08492BF608}" srcOrd="0" destOrd="0" presId="urn:microsoft.com/office/officeart/2005/8/layout/pictureOrgChart+Icon"/>
    <dgm:cxn modelId="{E8BA5DE0-ACF8-46F5-B270-5886CC2410CE}" srcId="{D8BA892E-5820-455C-8FA8-3518908DEC0C}" destId="{28399F2F-7555-49A6-8C31-74DFBFFEBCBE}" srcOrd="0" destOrd="0" parTransId="{94C56204-A331-4F7E-AE27-C230956701FD}" sibTransId="{E448CCC7-A369-4A9B-8A07-B3E416944ABA}"/>
    <dgm:cxn modelId="{60DF49FE-F2C9-4B8D-A120-BE62BE35224E}" type="presOf" srcId="{FF9FAF05-F44F-48AF-9F95-063EF76BFC0B}" destId="{A56C55EB-961E-41C7-9DC3-639EA30F93FF}" srcOrd="1" destOrd="0" presId="urn:microsoft.com/office/officeart/2005/8/layout/pictureOrgChart+Icon"/>
    <dgm:cxn modelId="{F2908460-3132-4682-9E2F-B52942B8BC28}" type="presParOf" srcId="{78A75F35-118A-4D74-9F83-1C2DFF92C669}" destId="{445FFA02-5EAD-48D9-9C72-4B99BD3804A3}" srcOrd="0" destOrd="0" presId="urn:microsoft.com/office/officeart/2005/8/layout/pictureOrgChart+Icon"/>
    <dgm:cxn modelId="{FE9A1397-5044-44FC-9440-4EC6A12384EB}" type="presParOf" srcId="{445FFA02-5EAD-48D9-9C72-4B99BD3804A3}" destId="{75416B75-6911-4676-976D-DFD2FE831120}" srcOrd="0" destOrd="0" presId="urn:microsoft.com/office/officeart/2005/8/layout/pictureOrgChart+Icon"/>
    <dgm:cxn modelId="{9822822A-6C5B-4B88-BEFD-5DEB56D854D1}" type="presParOf" srcId="{75416B75-6911-4676-976D-DFD2FE831120}" destId="{1C2B8616-FA7C-4993-8B4C-485BF61BAAB8}" srcOrd="0" destOrd="0" presId="urn:microsoft.com/office/officeart/2005/8/layout/pictureOrgChart+Icon"/>
    <dgm:cxn modelId="{6D2FE905-F34F-41D9-B9CA-2B9DB0821EDB}" type="presParOf" srcId="{75416B75-6911-4676-976D-DFD2FE831120}" destId="{A7A47988-4CEB-426D-8FFC-EDC8DE7E255A}" srcOrd="1" destOrd="0" presId="urn:microsoft.com/office/officeart/2005/8/layout/pictureOrgChart+Icon"/>
    <dgm:cxn modelId="{C12DF135-C79E-440B-A027-78B68209178B}" type="presParOf" srcId="{75416B75-6911-4676-976D-DFD2FE831120}" destId="{F3CBAFA3-5509-4ABE-8F10-0E8393C339DC}" srcOrd="2" destOrd="0" presId="urn:microsoft.com/office/officeart/2005/8/layout/pictureOrgChart+Icon"/>
    <dgm:cxn modelId="{FF831765-CC4A-47BB-950A-B662C1A97523}" type="presParOf" srcId="{445FFA02-5EAD-48D9-9C72-4B99BD3804A3}" destId="{AC1D419B-23B2-4F0A-8CB3-DFC7C2F200D7}" srcOrd="1" destOrd="0" presId="urn:microsoft.com/office/officeart/2005/8/layout/pictureOrgChart+Icon"/>
    <dgm:cxn modelId="{1E1DDC08-ED78-46D0-9998-5F607359EE3E}" type="presParOf" srcId="{AC1D419B-23B2-4F0A-8CB3-DFC7C2F200D7}" destId="{351E1DE4-D35F-4D6C-B038-DB08492BF608}" srcOrd="0" destOrd="0" presId="urn:microsoft.com/office/officeart/2005/8/layout/pictureOrgChart+Icon"/>
    <dgm:cxn modelId="{140EECD0-CAEC-4018-865B-4DC90BFCEEF0}" type="presParOf" srcId="{AC1D419B-23B2-4F0A-8CB3-DFC7C2F200D7}" destId="{2222715D-6185-4FF1-888B-5E6958B55E9F}" srcOrd="1" destOrd="0" presId="urn:microsoft.com/office/officeart/2005/8/layout/pictureOrgChart+Icon"/>
    <dgm:cxn modelId="{E6662584-F7BF-4D24-ABD2-E05AC9C64E5B}" type="presParOf" srcId="{2222715D-6185-4FF1-888B-5E6958B55E9F}" destId="{3043A93C-5F4D-4907-91EB-D68A997A1A16}" srcOrd="0" destOrd="0" presId="urn:microsoft.com/office/officeart/2005/8/layout/pictureOrgChart+Icon"/>
    <dgm:cxn modelId="{5E36720B-7C2A-4B86-AD2A-6215325E8758}" type="presParOf" srcId="{3043A93C-5F4D-4907-91EB-D68A997A1A16}" destId="{63C4387F-21FA-40A1-B447-06607839E34E}" srcOrd="0" destOrd="0" presId="urn:microsoft.com/office/officeart/2005/8/layout/pictureOrgChart+Icon"/>
    <dgm:cxn modelId="{4194761C-C4C1-4831-B63C-B741D44CB9AE}" type="presParOf" srcId="{3043A93C-5F4D-4907-91EB-D68A997A1A16}" destId="{58026059-BDDB-429C-B270-9B185B2EFE03}" srcOrd="1" destOrd="0" presId="urn:microsoft.com/office/officeart/2005/8/layout/pictureOrgChart+Icon"/>
    <dgm:cxn modelId="{FB020EC5-0346-43F1-BBAD-E04EF829F717}" type="presParOf" srcId="{3043A93C-5F4D-4907-91EB-D68A997A1A16}" destId="{13E6F636-6A3E-4170-940B-EEC253F07F04}" srcOrd="2" destOrd="0" presId="urn:microsoft.com/office/officeart/2005/8/layout/pictureOrgChart+Icon"/>
    <dgm:cxn modelId="{8AC6B4C8-D27F-4E58-9DC6-9B2D2EEF4CC0}" type="presParOf" srcId="{2222715D-6185-4FF1-888B-5E6958B55E9F}" destId="{6400B705-7F8B-4CCF-92AC-CAE4151A4A56}" srcOrd="1" destOrd="0" presId="urn:microsoft.com/office/officeart/2005/8/layout/pictureOrgChart+Icon"/>
    <dgm:cxn modelId="{9083985B-B9E7-44B0-83CE-9B1E22B9765A}" type="presParOf" srcId="{2222715D-6185-4FF1-888B-5E6958B55E9F}" destId="{73873F45-FFBF-4288-8512-87166AE9A688}" srcOrd="2" destOrd="0" presId="urn:microsoft.com/office/officeart/2005/8/layout/pictureOrgChart+Icon"/>
    <dgm:cxn modelId="{A00961D3-7E74-475D-9147-3150B1FBDAFD}" type="presParOf" srcId="{AC1D419B-23B2-4F0A-8CB3-DFC7C2F200D7}" destId="{A66D4CCD-7D94-4153-BDDE-62F08DE7C073}" srcOrd="2" destOrd="0" presId="urn:microsoft.com/office/officeart/2005/8/layout/pictureOrgChart+Icon"/>
    <dgm:cxn modelId="{8629B63A-C8BF-4F69-8870-08E7B028EFB8}" type="presParOf" srcId="{AC1D419B-23B2-4F0A-8CB3-DFC7C2F200D7}" destId="{A432F212-A9EE-4602-96D2-0D910CF83CED}" srcOrd="3" destOrd="0" presId="urn:microsoft.com/office/officeart/2005/8/layout/pictureOrgChart+Icon"/>
    <dgm:cxn modelId="{F6C64D09-918B-4C46-9926-483E94FB1A55}" type="presParOf" srcId="{A432F212-A9EE-4602-96D2-0D910CF83CED}" destId="{BEFBBD3A-A921-49AA-8E6E-605AD22F6835}" srcOrd="0" destOrd="0" presId="urn:microsoft.com/office/officeart/2005/8/layout/pictureOrgChart+Icon"/>
    <dgm:cxn modelId="{6FC5989C-0B9B-4444-9CB7-D266577F94FD}" type="presParOf" srcId="{BEFBBD3A-A921-49AA-8E6E-605AD22F6835}" destId="{F5E0D56A-7F70-4E65-A264-A7FC985B4778}" srcOrd="0" destOrd="0" presId="urn:microsoft.com/office/officeart/2005/8/layout/pictureOrgChart+Icon"/>
    <dgm:cxn modelId="{6401C2F3-1B65-412B-9A1B-B1FACCED3DCB}" type="presParOf" srcId="{BEFBBD3A-A921-49AA-8E6E-605AD22F6835}" destId="{D470DF64-073D-4D03-A7B0-0E41F47CCE30}" srcOrd="1" destOrd="0" presId="urn:microsoft.com/office/officeart/2005/8/layout/pictureOrgChart+Icon"/>
    <dgm:cxn modelId="{97AEE224-7EF0-4104-86DA-472CBFF46E4F}" type="presParOf" srcId="{BEFBBD3A-A921-49AA-8E6E-605AD22F6835}" destId="{A56C55EB-961E-41C7-9DC3-639EA30F93FF}" srcOrd="2" destOrd="0" presId="urn:microsoft.com/office/officeart/2005/8/layout/pictureOrgChart+Icon"/>
    <dgm:cxn modelId="{0D1B3C4B-C5E2-4FE5-8C5A-3C9FFBE24BA0}" type="presParOf" srcId="{A432F212-A9EE-4602-96D2-0D910CF83CED}" destId="{29BBFDCB-96B9-47A1-9B58-38C5236E40EB}" srcOrd="1" destOrd="0" presId="urn:microsoft.com/office/officeart/2005/8/layout/pictureOrgChart+Icon"/>
    <dgm:cxn modelId="{D3B5C41B-75BE-429B-9554-F54B156B364B}" type="presParOf" srcId="{A432F212-A9EE-4602-96D2-0D910CF83CED}" destId="{94FB8C2A-B12D-4A92-B5A0-D738C4216F32}" srcOrd="2" destOrd="0" presId="urn:microsoft.com/office/officeart/2005/8/layout/pictureOrgChart+Icon"/>
    <dgm:cxn modelId="{4BFCA5C7-080B-4706-B491-5CCD3344C901}" type="presParOf" srcId="{AC1D419B-23B2-4F0A-8CB3-DFC7C2F200D7}" destId="{D4B96FAC-D691-402E-BAB9-239A3DE52C9E}" srcOrd="4" destOrd="0" presId="urn:microsoft.com/office/officeart/2005/8/layout/pictureOrgChart+Icon"/>
    <dgm:cxn modelId="{E5B4494E-1088-4AB2-8E56-DDD968F02D1D}" type="presParOf" srcId="{AC1D419B-23B2-4F0A-8CB3-DFC7C2F200D7}" destId="{D3061A15-A90F-4CBB-A1B5-35F7AD3B02D2}" srcOrd="5" destOrd="0" presId="urn:microsoft.com/office/officeart/2005/8/layout/pictureOrgChart+Icon"/>
    <dgm:cxn modelId="{A0C7A634-4C16-47F6-9D1C-F61A9F8706F1}" type="presParOf" srcId="{D3061A15-A90F-4CBB-A1B5-35F7AD3B02D2}" destId="{CB78B646-6791-4E87-9E64-8C67FD7F92CF}" srcOrd="0" destOrd="0" presId="urn:microsoft.com/office/officeart/2005/8/layout/pictureOrgChart+Icon"/>
    <dgm:cxn modelId="{E25BE157-0C64-46D6-8A33-BFB0AAF3D253}" type="presParOf" srcId="{CB78B646-6791-4E87-9E64-8C67FD7F92CF}" destId="{2F4F3946-5119-493B-95AF-A90D9CF13EEF}" srcOrd="0" destOrd="0" presId="urn:microsoft.com/office/officeart/2005/8/layout/pictureOrgChart+Icon"/>
    <dgm:cxn modelId="{3503CCC5-18A5-4DC0-8F0B-4A3F35B06E9B}" type="presParOf" srcId="{CB78B646-6791-4E87-9E64-8C67FD7F92CF}" destId="{DDC85576-9973-4F76-8AC5-C1B8B71235F3}" srcOrd="1" destOrd="0" presId="urn:microsoft.com/office/officeart/2005/8/layout/pictureOrgChart+Icon"/>
    <dgm:cxn modelId="{DDB60FD1-1275-4AF4-AB0F-6C8CFB0914E8}" type="presParOf" srcId="{CB78B646-6791-4E87-9E64-8C67FD7F92CF}" destId="{8C33DD70-B438-45EE-85E1-FF9318A2B23E}" srcOrd="2" destOrd="0" presId="urn:microsoft.com/office/officeart/2005/8/layout/pictureOrgChart+Icon"/>
    <dgm:cxn modelId="{964269AE-7971-4C35-BE29-DF5B623499A4}" type="presParOf" srcId="{D3061A15-A90F-4CBB-A1B5-35F7AD3B02D2}" destId="{88EBBC4A-82B2-4A7A-90C6-3CDE8DDD6841}" srcOrd="1" destOrd="0" presId="urn:microsoft.com/office/officeart/2005/8/layout/pictureOrgChart+Icon"/>
    <dgm:cxn modelId="{A3803572-B811-433F-B1FD-F82A69E297CE}" type="presParOf" srcId="{D3061A15-A90F-4CBB-A1B5-35F7AD3B02D2}" destId="{7B379C2B-CC02-4D7C-A096-432D5AA63382}" srcOrd="2" destOrd="0" presId="urn:microsoft.com/office/officeart/2005/8/layout/pictureOrgChart+Icon"/>
    <dgm:cxn modelId="{D8469244-5468-41A0-8AE6-86C002372621}" type="presParOf" srcId="{445FFA02-5EAD-48D9-9C72-4B99BD3804A3}" destId="{277B49B0-E361-4C61-A1F1-268FFD5A3AD0}" srcOrd="2" destOrd="0" presId="urn:microsoft.com/office/officeart/2005/8/layout/pictureOrgChart+Icon"/>
    <dgm:cxn modelId="{04C5F813-CA55-4F37-85E5-8FD678425928}" type="presParOf" srcId="{277B49B0-E361-4C61-A1F1-268FFD5A3AD0}" destId="{4D540C6B-F3B6-4C8A-9174-554FB645C968}" srcOrd="0" destOrd="0" presId="urn:microsoft.com/office/officeart/2005/8/layout/pictureOrgChart+Icon"/>
    <dgm:cxn modelId="{3A29961F-9797-43A7-81DA-9942E90E40E0}" type="presParOf" srcId="{277B49B0-E361-4C61-A1F1-268FFD5A3AD0}" destId="{2B64CB4C-3342-4D3D-980E-76396C6F1C50}" srcOrd="1" destOrd="0" presId="urn:microsoft.com/office/officeart/2005/8/layout/pictureOrgChart+Icon"/>
    <dgm:cxn modelId="{BD2D1030-6815-4BEC-8670-3A38C3449E51}" type="presParOf" srcId="{2B64CB4C-3342-4D3D-980E-76396C6F1C50}" destId="{83E7A8D5-3DDD-4DC4-A17A-31076E5C9065}" srcOrd="0" destOrd="0" presId="urn:microsoft.com/office/officeart/2005/8/layout/pictureOrgChart+Icon"/>
    <dgm:cxn modelId="{80C7A317-533F-4844-A5E0-E1A66DC3BF80}" type="presParOf" srcId="{83E7A8D5-3DDD-4DC4-A17A-31076E5C9065}" destId="{DF8CAEB2-4256-4AD6-B139-E1747799A5D1}" srcOrd="0" destOrd="0" presId="urn:microsoft.com/office/officeart/2005/8/layout/pictureOrgChart+Icon"/>
    <dgm:cxn modelId="{7933ADF9-1FDD-4B72-B0DA-0F0B23647733}" type="presParOf" srcId="{83E7A8D5-3DDD-4DC4-A17A-31076E5C9065}" destId="{29E9772A-C9CC-406E-9C4F-08F9F35CD1A4}" srcOrd="1" destOrd="0" presId="urn:microsoft.com/office/officeart/2005/8/layout/pictureOrgChart+Icon"/>
    <dgm:cxn modelId="{D1914886-89CB-40C8-B3B3-0C63AF79B7C3}" type="presParOf" srcId="{83E7A8D5-3DDD-4DC4-A17A-31076E5C9065}" destId="{35968BDB-89A9-419A-B2B0-21E6A52643E7}" srcOrd="2" destOrd="0" presId="urn:microsoft.com/office/officeart/2005/8/layout/pictureOrgChart+Icon"/>
    <dgm:cxn modelId="{156CDC26-119C-4ACC-88FF-AC82B3337D1D}" type="presParOf" srcId="{2B64CB4C-3342-4D3D-980E-76396C6F1C50}" destId="{F35F1230-30FF-4413-8585-C9DEB1A8E6DE}" srcOrd="1" destOrd="0" presId="urn:microsoft.com/office/officeart/2005/8/layout/pictureOrgChart+Icon"/>
    <dgm:cxn modelId="{E652338D-D716-4795-A807-5A2A029A1787}" type="presParOf" srcId="{2B64CB4C-3342-4D3D-980E-76396C6F1C50}" destId="{6508E544-AD9D-4851-9C20-DEC4F23FFBA1}" srcOrd="2" destOrd="0" presId="urn:microsoft.com/office/officeart/2005/8/layout/pictureOrgChar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47E9B-3A6C-4709-A76E-44005A5A77EE}">
      <dsp:nvSpPr>
        <dsp:cNvPr id="0" name=""/>
        <dsp:cNvSpPr/>
      </dsp:nvSpPr>
      <dsp:spPr>
        <a:xfrm>
          <a:off x="4618865" y="3052932"/>
          <a:ext cx="2699222" cy="14483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Возвращение ранних форм общественной жизни</a:t>
          </a:r>
        </a:p>
      </dsp:txBody>
      <dsp:txXfrm>
        <a:off x="5460447" y="3446824"/>
        <a:ext cx="1825826" cy="1022601"/>
      </dsp:txXfrm>
    </dsp:sp>
    <dsp:sp modelId="{2A31D749-909F-44A5-BB4D-0B63F9C27C59}">
      <dsp:nvSpPr>
        <dsp:cNvPr id="0" name=""/>
        <dsp:cNvSpPr/>
      </dsp:nvSpPr>
      <dsp:spPr>
        <a:xfrm>
          <a:off x="1023682" y="3077654"/>
          <a:ext cx="2235825" cy="14483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Отказ от развития</a:t>
          </a:r>
        </a:p>
      </dsp:txBody>
      <dsp:txXfrm>
        <a:off x="1055497" y="3471546"/>
        <a:ext cx="1501448" cy="1022601"/>
      </dsp:txXfrm>
    </dsp:sp>
    <dsp:sp modelId="{D6198198-5E31-4DA3-9311-12058546D63D}">
      <dsp:nvSpPr>
        <dsp:cNvPr id="0" name=""/>
        <dsp:cNvSpPr/>
      </dsp:nvSpPr>
      <dsp:spPr>
        <a:xfrm>
          <a:off x="4373126" y="0"/>
          <a:ext cx="2832791" cy="14483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Опережающее развитие</a:t>
          </a:r>
        </a:p>
      </dsp:txBody>
      <dsp:txXfrm>
        <a:off x="5254778" y="31815"/>
        <a:ext cx="1919323" cy="1022601"/>
      </dsp:txXfrm>
    </dsp:sp>
    <dsp:sp modelId="{2AFE1B4C-C3C2-42E4-96B6-DB33EDE4BF0D}">
      <dsp:nvSpPr>
        <dsp:cNvPr id="0" name=""/>
        <dsp:cNvSpPr/>
      </dsp:nvSpPr>
      <dsp:spPr>
        <a:xfrm>
          <a:off x="1023682" y="0"/>
          <a:ext cx="2235825" cy="14483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Догоняющее развитие</a:t>
          </a:r>
        </a:p>
      </dsp:txBody>
      <dsp:txXfrm>
        <a:off x="1055497" y="31815"/>
        <a:ext cx="1501448" cy="1022601"/>
      </dsp:txXfrm>
    </dsp:sp>
    <dsp:sp modelId="{5F9D2906-414E-4FBA-84EB-FF8E5F3597D5}">
      <dsp:nvSpPr>
        <dsp:cNvPr id="0" name=""/>
        <dsp:cNvSpPr/>
      </dsp:nvSpPr>
      <dsp:spPr>
        <a:xfrm>
          <a:off x="2109798" y="257979"/>
          <a:ext cx="1959741" cy="1959741"/>
        </a:xfrm>
        <a:prstGeom prst="pieWedg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Модерниза-ция</a:t>
          </a:r>
        </a:p>
      </dsp:txBody>
      <dsp:txXfrm>
        <a:off x="2683793" y="831974"/>
        <a:ext cx="1385746" cy="1385746"/>
      </dsp:txXfrm>
    </dsp:sp>
    <dsp:sp modelId="{F5986115-FFCF-41EC-97DB-482639330943}">
      <dsp:nvSpPr>
        <dsp:cNvPr id="0" name=""/>
        <dsp:cNvSpPr/>
      </dsp:nvSpPr>
      <dsp:spPr>
        <a:xfrm rot="5400000">
          <a:off x="4160059" y="257979"/>
          <a:ext cx="1959741" cy="1959741"/>
        </a:xfrm>
        <a:prstGeom prst="pieWedge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Инновация</a:t>
          </a:r>
        </a:p>
      </dsp:txBody>
      <dsp:txXfrm rot="-5400000">
        <a:off x="4160059" y="831974"/>
        <a:ext cx="1385746" cy="1385746"/>
      </dsp:txXfrm>
    </dsp:sp>
    <dsp:sp modelId="{67983A20-6F95-44CC-9D2D-2A4B33338584}">
      <dsp:nvSpPr>
        <dsp:cNvPr id="0" name=""/>
        <dsp:cNvSpPr/>
      </dsp:nvSpPr>
      <dsp:spPr>
        <a:xfrm rot="10800000">
          <a:off x="4160059" y="2308241"/>
          <a:ext cx="1959741" cy="1959741"/>
        </a:xfrm>
        <a:prstGeom prst="pieWedge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Архаиза-ция</a:t>
          </a:r>
        </a:p>
      </dsp:txBody>
      <dsp:txXfrm rot="10800000">
        <a:off x="4160059" y="2308241"/>
        <a:ext cx="1385746" cy="1385746"/>
      </dsp:txXfrm>
    </dsp:sp>
    <dsp:sp modelId="{BE80A30C-D945-4D2F-A40F-DACC92B1180C}">
      <dsp:nvSpPr>
        <dsp:cNvPr id="0" name=""/>
        <dsp:cNvSpPr/>
      </dsp:nvSpPr>
      <dsp:spPr>
        <a:xfrm rot="16200000">
          <a:off x="2109798" y="2308241"/>
          <a:ext cx="1959741" cy="1959741"/>
        </a:xfrm>
        <a:prstGeom prst="pieWedge">
          <a:avLst/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Консерва-ция</a:t>
          </a:r>
        </a:p>
      </dsp:txBody>
      <dsp:txXfrm rot="5400000">
        <a:off x="2683793" y="2308241"/>
        <a:ext cx="1385746" cy="1385746"/>
      </dsp:txXfrm>
    </dsp:sp>
    <dsp:sp modelId="{2B5598F0-92B5-4BA5-8DE9-9D55FC96FE07}">
      <dsp:nvSpPr>
        <dsp:cNvPr id="0" name=""/>
        <dsp:cNvSpPr/>
      </dsp:nvSpPr>
      <dsp:spPr>
        <a:xfrm>
          <a:off x="3776484" y="1855644"/>
          <a:ext cx="676631" cy="588375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73FA78-8C89-424E-A84C-60531FB40804}">
      <dsp:nvSpPr>
        <dsp:cNvPr id="0" name=""/>
        <dsp:cNvSpPr/>
      </dsp:nvSpPr>
      <dsp:spPr>
        <a:xfrm rot="10800000">
          <a:off x="3776484" y="2081942"/>
          <a:ext cx="676631" cy="588375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317C5C-F356-465B-980B-34A9D92AA979}">
      <dsp:nvSpPr>
        <dsp:cNvPr id="0" name=""/>
        <dsp:cNvSpPr/>
      </dsp:nvSpPr>
      <dsp:spPr>
        <a:xfrm>
          <a:off x="0" y="-37454"/>
          <a:ext cx="6583680" cy="107721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Социальная модернизация – «огораживание» земельных владений и замена арендаторов на наемных работников («овцы съели людей»).</a:t>
          </a:r>
        </a:p>
      </dsp:txBody>
      <dsp:txXfrm>
        <a:off x="31551" y="-5903"/>
        <a:ext cx="5330252" cy="1014115"/>
      </dsp:txXfrm>
    </dsp:sp>
    <dsp:sp modelId="{59556391-0098-418B-898C-829BB86F0700}">
      <dsp:nvSpPr>
        <dsp:cNvPr id="0" name=""/>
        <dsp:cNvSpPr/>
      </dsp:nvSpPr>
      <dsp:spPr>
        <a:xfrm>
          <a:off x="551383" y="1235620"/>
          <a:ext cx="6583680" cy="107721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Политическая модернизация – революция 1640 г. и «Славная революция» 1688 г. (ликвидация абсолютной монархии).</a:t>
          </a:r>
        </a:p>
      </dsp:txBody>
      <dsp:txXfrm>
        <a:off x="582934" y="1267171"/>
        <a:ext cx="5269003" cy="1014115"/>
      </dsp:txXfrm>
    </dsp:sp>
    <dsp:sp modelId="{B52B6942-9652-4BA2-BB4C-F64523835943}">
      <dsp:nvSpPr>
        <dsp:cNvPr id="0" name=""/>
        <dsp:cNvSpPr/>
      </dsp:nvSpPr>
      <dsp:spPr>
        <a:xfrm>
          <a:off x="1094536" y="2508696"/>
          <a:ext cx="6583680" cy="107721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Ментальный сдвиг – замена религиозности политическим мышлением («Английское просвещение»). Прорыв к инновациям.</a:t>
          </a:r>
        </a:p>
      </dsp:txBody>
      <dsp:txXfrm>
        <a:off x="1126087" y="2540247"/>
        <a:ext cx="5277232" cy="1014115"/>
      </dsp:txXfrm>
    </dsp:sp>
    <dsp:sp modelId="{9657B9F0-9E25-4B71-90AF-5A9EFA39F490}">
      <dsp:nvSpPr>
        <dsp:cNvPr id="0" name=""/>
        <dsp:cNvSpPr/>
      </dsp:nvSpPr>
      <dsp:spPr>
        <a:xfrm>
          <a:off x="1645920" y="3706862"/>
          <a:ext cx="6583680" cy="122703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Технологическая революция – создание ткаческих мануфактур и достижение превосходства над Голландией. Вытеснение Голландии,  Испании и Португалии из всемирной морской торговли.  Создание металлургических мануфактур. Второй прорыв к инновациям.</a:t>
          </a:r>
        </a:p>
      </dsp:txBody>
      <dsp:txXfrm>
        <a:off x="1681859" y="3742801"/>
        <a:ext cx="5260227" cy="1155159"/>
      </dsp:txXfrm>
    </dsp:sp>
    <dsp:sp modelId="{0DC1987B-7C7A-4B20-A39C-3799B1F08A04}">
      <dsp:nvSpPr>
        <dsp:cNvPr id="0" name=""/>
        <dsp:cNvSpPr/>
      </dsp:nvSpPr>
      <dsp:spPr>
        <a:xfrm>
          <a:off x="5883488" y="787596"/>
          <a:ext cx="700191" cy="700191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6041031" y="787596"/>
        <a:ext cx="385105" cy="526894"/>
      </dsp:txXfrm>
    </dsp:sp>
    <dsp:sp modelId="{A4D7632C-4954-4087-935B-C955A8AB370B}">
      <dsp:nvSpPr>
        <dsp:cNvPr id="0" name=""/>
        <dsp:cNvSpPr/>
      </dsp:nvSpPr>
      <dsp:spPr>
        <a:xfrm>
          <a:off x="6434871" y="2060671"/>
          <a:ext cx="700191" cy="700191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6592414" y="2060671"/>
        <a:ext cx="385105" cy="526894"/>
      </dsp:txXfrm>
    </dsp:sp>
    <dsp:sp modelId="{887082DE-D65A-4C5C-89FB-DA2B9FCAA86E}">
      <dsp:nvSpPr>
        <dsp:cNvPr id="0" name=""/>
        <dsp:cNvSpPr/>
      </dsp:nvSpPr>
      <dsp:spPr>
        <a:xfrm>
          <a:off x="6978025" y="3333747"/>
          <a:ext cx="700191" cy="700191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900" kern="1200" dirty="0"/>
        </a:p>
      </dsp:txBody>
      <dsp:txXfrm>
        <a:off x="7135568" y="3333747"/>
        <a:ext cx="385105" cy="5268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7B951-3B8E-407F-B734-5B70B4C83AAA}">
      <dsp:nvSpPr>
        <dsp:cNvPr id="0" name=""/>
        <dsp:cNvSpPr/>
      </dsp:nvSpPr>
      <dsp:spPr>
        <a:xfrm rot="5400000">
          <a:off x="-253090" y="255553"/>
          <a:ext cx="1687268" cy="1181088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Начало. </a:t>
          </a:r>
        </a:p>
      </dsp:txBody>
      <dsp:txXfrm rot="-5400000">
        <a:off x="0" y="593007"/>
        <a:ext cx="1181088" cy="506180"/>
      </dsp:txXfrm>
    </dsp:sp>
    <dsp:sp modelId="{BAB42E38-EDEA-4A98-B8F4-F258996D83DF}">
      <dsp:nvSpPr>
        <dsp:cNvPr id="0" name=""/>
        <dsp:cNvSpPr/>
      </dsp:nvSpPr>
      <dsp:spPr>
        <a:xfrm rot="5400000">
          <a:off x="4156981" y="-2973430"/>
          <a:ext cx="1096724" cy="70485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/>
            <a:t>Осмысление преимуществ европейских инноваций и первые попытки их использовать в России (Годунов и Лжедмитрий </a:t>
          </a:r>
          <a:r>
            <a:rPr lang="en-US" sz="1800" kern="1200" dirty="0"/>
            <a:t>I)</a:t>
          </a:r>
          <a:endParaRPr lang="ru-RU" sz="1800" kern="1200" dirty="0"/>
        </a:p>
      </dsp:txBody>
      <dsp:txXfrm rot="-5400000">
        <a:off x="1181088" y="56001"/>
        <a:ext cx="6994973" cy="989648"/>
      </dsp:txXfrm>
    </dsp:sp>
    <dsp:sp modelId="{6493354B-FD58-439A-AABC-4D4B8915DD6C}">
      <dsp:nvSpPr>
        <dsp:cNvPr id="0" name=""/>
        <dsp:cNvSpPr/>
      </dsp:nvSpPr>
      <dsp:spPr>
        <a:xfrm rot="5400000">
          <a:off x="-253090" y="1749715"/>
          <a:ext cx="1687268" cy="1181088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II – III </a:t>
          </a:r>
          <a:r>
            <a:rPr lang="ru-RU" sz="1500" kern="1200" dirty="0"/>
            <a:t>четверти </a:t>
          </a:r>
        </a:p>
      </dsp:txBody>
      <dsp:txXfrm rot="-5400000">
        <a:off x="0" y="2087169"/>
        <a:ext cx="1181088" cy="506180"/>
      </dsp:txXfrm>
    </dsp:sp>
    <dsp:sp modelId="{368EDBDA-D32B-4F47-9257-30AB1100F1AE}">
      <dsp:nvSpPr>
        <dsp:cNvPr id="0" name=""/>
        <dsp:cNvSpPr/>
      </dsp:nvSpPr>
      <dsp:spPr>
        <a:xfrm rot="5400000">
          <a:off x="4156981" y="-1479267"/>
          <a:ext cx="1096724" cy="70485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600" kern="1200" dirty="0"/>
            <a:t>Точечное заимствование европейских обычаев в экономике, армии и бытовой жизни российской элиты.</a:t>
          </a:r>
        </a:p>
        <a:p>
          <a:pPr marL="171450" marR="0" lvl="1" indent="0" algn="l" defTabSz="84455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ru-RU" sz="1600" kern="1200" dirty="0"/>
            <a:t>Начало раскола российской элиты на сторонников и противников прогресса.</a:t>
          </a:r>
        </a:p>
      </dsp:txBody>
      <dsp:txXfrm rot="-5400000">
        <a:off x="1181088" y="1550164"/>
        <a:ext cx="6994973" cy="989648"/>
      </dsp:txXfrm>
    </dsp:sp>
    <dsp:sp modelId="{5BDDCFB8-4C97-41C4-973D-1A98D9EE39FC}">
      <dsp:nvSpPr>
        <dsp:cNvPr id="0" name=""/>
        <dsp:cNvSpPr/>
      </dsp:nvSpPr>
      <dsp:spPr>
        <a:xfrm rot="5400000">
          <a:off x="-253090" y="3243878"/>
          <a:ext cx="1687268" cy="1181088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Последняя четверть</a:t>
          </a:r>
        </a:p>
      </dsp:txBody>
      <dsp:txXfrm rot="-5400000">
        <a:off x="0" y="3581332"/>
        <a:ext cx="1181088" cy="506180"/>
      </dsp:txXfrm>
    </dsp:sp>
    <dsp:sp modelId="{828220A9-56B8-4971-B77A-44B117CFA02A}">
      <dsp:nvSpPr>
        <dsp:cNvPr id="0" name=""/>
        <dsp:cNvSpPr/>
      </dsp:nvSpPr>
      <dsp:spPr>
        <a:xfrm rot="5400000">
          <a:off x="4156981" y="14894"/>
          <a:ext cx="1096724" cy="70485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ru-RU" sz="11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Формирование слоя реформаторов.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Разработка первых планов модернизации страны (Василий Голицын).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Выработка альтернативных действующим форм управления, вооруженных сил, быта (Петр в Немецкой слободе).</a:t>
          </a:r>
        </a:p>
      </dsp:txBody>
      <dsp:txXfrm rot="-5400000">
        <a:off x="1181088" y="3044325"/>
        <a:ext cx="6994973" cy="9896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50FB5-FD71-4A72-8A8B-356C02DB9D61}">
      <dsp:nvSpPr>
        <dsp:cNvPr id="0" name=""/>
        <dsp:cNvSpPr/>
      </dsp:nvSpPr>
      <dsp:spPr>
        <a:xfrm>
          <a:off x="4820850" y="3077654"/>
          <a:ext cx="2235825" cy="1448308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kern="1200" dirty="0"/>
            <a:t>Модель формируется в процессе сопротивления агрессору</a:t>
          </a:r>
          <a:r>
            <a:rPr lang="ru-RU" sz="1100" kern="1200" dirty="0"/>
            <a:t>.</a:t>
          </a:r>
        </a:p>
      </dsp:txBody>
      <dsp:txXfrm>
        <a:off x="5523412" y="3471546"/>
        <a:ext cx="1501448" cy="1022601"/>
      </dsp:txXfrm>
    </dsp:sp>
    <dsp:sp modelId="{2F8F1A6D-82AA-444D-B0D8-BD8B8EA35CD5}">
      <dsp:nvSpPr>
        <dsp:cNvPr id="0" name=""/>
        <dsp:cNvSpPr/>
      </dsp:nvSpPr>
      <dsp:spPr>
        <a:xfrm>
          <a:off x="1172924" y="3077654"/>
          <a:ext cx="2235825" cy="1448308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/>
            <a:t>«Снизу»</a:t>
          </a:r>
        </a:p>
      </dsp:txBody>
      <dsp:txXfrm>
        <a:off x="1204739" y="3471546"/>
        <a:ext cx="1501448" cy="1022601"/>
      </dsp:txXfrm>
    </dsp:sp>
    <dsp:sp modelId="{CDC06907-0065-4FE6-8110-07AA5E0E2CDA}">
      <dsp:nvSpPr>
        <dsp:cNvPr id="0" name=""/>
        <dsp:cNvSpPr/>
      </dsp:nvSpPr>
      <dsp:spPr>
        <a:xfrm>
          <a:off x="4820850" y="0"/>
          <a:ext cx="2235825" cy="1448308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Модель навязана победителем (агрессором)</a:t>
          </a:r>
        </a:p>
      </dsp:txBody>
      <dsp:txXfrm>
        <a:off x="5523412" y="31815"/>
        <a:ext cx="1501448" cy="1022601"/>
      </dsp:txXfrm>
    </dsp:sp>
    <dsp:sp modelId="{5F50622F-2CFE-4C79-8E8C-1226CCA944E2}">
      <dsp:nvSpPr>
        <dsp:cNvPr id="0" name=""/>
        <dsp:cNvSpPr/>
      </dsp:nvSpPr>
      <dsp:spPr>
        <a:xfrm>
          <a:off x="1172924" y="0"/>
          <a:ext cx="2235825" cy="1448308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/>
            <a:t>«Сверху»</a:t>
          </a:r>
        </a:p>
      </dsp:txBody>
      <dsp:txXfrm>
        <a:off x="1204739" y="31815"/>
        <a:ext cx="1501448" cy="1022601"/>
      </dsp:txXfrm>
    </dsp:sp>
    <dsp:sp modelId="{4A4B296A-7F68-4092-83D1-34748A96288B}">
      <dsp:nvSpPr>
        <dsp:cNvPr id="0" name=""/>
        <dsp:cNvSpPr/>
      </dsp:nvSpPr>
      <dsp:spPr>
        <a:xfrm>
          <a:off x="2109798" y="257979"/>
          <a:ext cx="1959741" cy="1959741"/>
        </a:xfrm>
        <a:prstGeom prst="pieWedge">
          <a:avLst/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Самостоятельно</a:t>
          </a:r>
        </a:p>
      </dsp:txBody>
      <dsp:txXfrm>
        <a:off x="2683793" y="831974"/>
        <a:ext cx="1385746" cy="1385746"/>
      </dsp:txXfrm>
    </dsp:sp>
    <dsp:sp modelId="{14A8FFCF-FE15-4E57-8DFE-227EF30324F4}">
      <dsp:nvSpPr>
        <dsp:cNvPr id="0" name=""/>
        <dsp:cNvSpPr/>
      </dsp:nvSpPr>
      <dsp:spPr>
        <a:xfrm rot="5400000">
          <a:off x="4160059" y="257979"/>
          <a:ext cx="1959741" cy="1959741"/>
        </a:xfrm>
        <a:prstGeom prst="pieWedge">
          <a:avLst/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Под воздействием извне</a:t>
          </a:r>
        </a:p>
      </dsp:txBody>
      <dsp:txXfrm rot="-5400000">
        <a:off x="4160059" y="831974"/>
        <a:ext cx="1385746" cy="1385746"/>
      </dsp:txXfrm>
    </dsp:sp>
    <dsp:sp modelId="{CFCF9E74-0C14-4380-8E78-D329C91C4975}">
      <dsp:nvSpPr>
        <dsp:cNvPr id="0" name=""/>
        <dsp:cNvSpPr/>
      </dsp:nvSpPr>
      <dsp:spPr>
        <a:xfrm rot="10800000">
          <a:off x="4160059" y="2308241"/>
          <a:ext cx="1959741" cy="1959741"/>
        </a:xfrm>
        <a:prstGeom prst="pieWedge">
          <a:avLst/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Под воздействием извне</a:t>
          </a:r>
        </a:p>
      </dsp:txBody>
      <dsp:txXfrm rot="10800000">
        <a:off x="4160059" y="2308241"/>
        <a:ext cx="1385746" cy="1385746"/>
      </dsp:txXfrm>
    </dsp:sp>
    <dsp:sp modelId="{8D92BCD2-AB0E-4CD7-B2A5-401D3464A511}">
      <dsp:nvSpPr>
        <dsp:cNvPr id="0" name=""/>
        <dsp:cNvSpPr/>
      </dsp:nvSpPr>
      <dsp:spPr>
        <a:xfrm rot="16200000">
          <a:off x="2109798" y="2308241"/>
          <a:ext cx="1959741" cy="1959741"/>
        </a:xfrm>
        <a:prstGeom prst="pieWedge">
          <a:avLst/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Самостоятельно</a:t>
          </a:r>
        </a:p>
      </dsp:txBody>
      <dsp:txXfrm rot="5400000">
        <a:off x="2683793" y="2308241"/>
        <a:ext cx="1385746" cy="1385746"/>
      </dsp:txXfrm>
    </dsp:sp>
    <dsp:sp modelId="{62FD7D84-E0D7-4AB7-9B7D-FF8A5561E6E5}">
      <dsp:nvSpPr>
        <dsp:cNvPr id="0" name=""/>
        <dsp:cNvSpPr/>
      </dsp:nvSpPr>
      <dsp:spPr>
        <a:xfrm>
          <a:off x="3776484" y="1855644"/>
          <a:ext cx="676631" cy="588375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A3E705-3D65-4DC5-929C-A7CD4EC9329A}">
      <dsp:nvSpPr>
        <dsp:cNvPr id="0" name=""/>
        <dsp:cNvSpPr/>
      </dsp:nvSpPr>
      <dsp:spPr>
        <a:xfrm rot="10800000">
          <a:off x="3776484" y="2081942"/>
          <a:ext cx="676631" cy="588375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50FB5-FD71-4A72-8A8B-356C02DB9D61}">
      <dsp:nvSpPr>
        <dsp:cNvPr id="0" name=""/>
        <dsp:cNvSpPr/>
      </dsp:nvSpPr>
      <dsp:spPr>
        <a:xfrm>
          <a:off x="5122910" y="3052932"/>
          <a:ext cx="2235825" cy="1448308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Революция.</a:t>
          </a:r>
        </a:p>
      </dsp:txBody>
      <dsp:txXfrm>
        <a:off x="5825472" y="3446824"/>
        <a:ext cx="1501448" cy="1022601"/>
      </dsp:txXfrm>
    </dsp:sp>
    <dsp:sp modelId="{2F8F1A6D-82AA-444D-B0D8-BD8B8EA35CD5}">
      <dsp:nvSpPr>
        <dsp:cNvPr id="0" name=""/>
        <dsp:cNvSpPr/>
      </dsp:nvSpPr>
      <dsp:spPr>
        <a:xfrm>
          <a:off x="946457" y="3077654"/>
          <a:ext cx="2235825" cy="1448308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Институциональная эволюция.</a:t>
          </a:r>
        </a:p>
      </dsp:txBody>
      <dsp:txXfrm>
        <a:off x="978272" y="3471546"/>
        <a:ext cx="1501448" cy="1022601"/>
      </dsp:txXfrm>
    </dsp:sp>
    <dsp:sp modelId="{CDC06907-0065-4FE6-8110-07AA5E0E2CDA}">
      <dsp:nvSpPr>
        <dsp:cNvPr id="0" name=""/>
        <dsp:cNvSpPr/>
      </dsp:nvSpPr>
      <dsp:spPr>
        <a:xfrm>
          <a:off x="5266919" y="72009"/>
          <a:ext cx="2235825" cy="1448308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«Революция сверху».</a:t>
          </a:r>
        </a:p>
      </dsp:txBody>
      <dsp:txXfrm>
        <a:off x="5969482" y="103824"/>
        <a:ext cx="1501448" cy="1022601"/>
      </dsp:txXfrm>
    </dsp:sp>
    <dsp:sp modelId="{5F50622F-2CFE-4C79-8E8C-1226CCA944E2}">
      <dsp:nvSpPr>
        <dsp:cNvPr id="0" name=""/>
        <dsp:cNvSpPr/>
      </dsp:nvSpPr>
      <dsp:spPr>
        <a:xfrm>
          <a:off x="946457" y="28604"/>
          <a:ext cx="2235825" cy="1448308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Институциональные реформы.</a:t>
          </a:r>
        </a:p>
      </dsp:txBody>
      <dsp:txXfrm>
        <a:off x="978272" y="60419"/>
        <a:ext cx="1501448" cy="1022601"/>
      </dsp:txXfrm>
    </dsp:sp>
    <dsp:sp modelId="{4A4B296A-7F68-4092-83D1-34748A96288B}">
      <dsp:nvSpPr>
        <dsp:cNvPr id="0" name=""/>
        <dsp:cNvSpPr/>
      </dsp:nvSpPr>
      <dsp:spPr>
        <a:xfrm>
          <a:off x="2098569" y="251963"/>
          <a:ext cx="1959741" cy="1959741"/>
        </a:xfrm>
        <a:prstGeom prst="pieWedge">
          <a:avLst/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Государством, при сочетании форм убеждения и принуждения.</a:t>
          </a:r>
        </a:p>
      </dsp:txBody>
      <dsp:txXfrm>
        <a:off x="2672564" y="825958"/>
        <a:ext cx="1385746" cy="1385746"/>
      </dsp:txXfrm>
    </dsp:sp>
    <dsp:sp modelId="{14A8FFCF-FE15-4E57-8DFE-227EF30324F4}">
      <dsp:nvSpPr>
        <dsp:cNvPr id="0" name=""/>
        <dsp:cNvSpPr/>
      </dsp:nvSpPr>
      <dsp:spPr>
        <a:xfrm rot="5400000">
          <a:off x="4160059" y="257979"/>
          <a:ext cx="1959741" cy="1959741"/>
        </a:xfrm>
        <a:prstGeom prst="pieWedge">
          <a:avLst/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Государством, опираясь на насильственные формы внедрения новых </a:t>
          </a:r>
        </a:p>
      </dsp:txBody>
      <dsp:txXfrm rot="-5400000">
        <a:off x="4160059" y="831974"/>
        <a:ext cx="1385746" cy="1385746"/>
      </dsp:txXfrm>
    </dsp:sp>
    <dsp:sp modelId="{CFCF9E74-0C14-4380-8E78-D329C91C4975}">
      <dsp:nvSpPr>
        <dsp:cNvPr id="0" name=""/>
        <dsp:cNvSpPr/>
      </dsp:nvSpPr>
      <dsp:spPr>
        <a:xfrm rot="10800000">
          <a:off x="4160059" y="2308241"/>
          <a:ext cx="1959741" cy="1959741"/>
        </a:xfrm>
        <a:prstGeom prst="pieWedge">
          <a:avLst/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Активной частью населения, с применением насилия</a:t>
          </a:r>
        </a:p>
      </dsp:txBody>
      <dsp:txXfrm rot="10800000">
        <a:off x="4160059" y="2308241"/>
        <a:ext cx="1385746" cy="1385746"/>
      </dsp:txXfrm>
    </dsp:sp>
    <dsp:sp modelId="{8D92BCD2-AB0E-4CD7-B2A5-401D3464A511}">
      <dsp:nvSpPr>
        <dsp:cNvPr id="0" name=""/>
        <dsp:cNvSpPr/>
      </dsp:nvSpPr>
      <dsp:spPr>
        <a:xfrm rot="16200000">
          <a:off x="2109798" y="2308241"/>
          <a:ext cx="1959741" cy="1959741"/>
        </a:xfrm>
        <a:prstGeom prst="pieWedge">
          <a:avLst/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Большинством населения, с последующим закреплением институциональных изменений в законах государства</a:t>
          </a:r>
        </a:p>
      </dsp:txBody>
      <dsp:txXfrm rot="5400000">
        <a:off x="2683793" y="2308241"/>
        <a:ext cx="1385746" cy="1385746"/>
      </dsp:txXfrm>
    </dsp:sp>
    <dsp:sp modelId="{62FD7D84-E0D7-4AB7-9B7D-FF8A5561E6E5}">
      <dsp:nvSpPr>
        <dsp:cNvPr id="0" name=""/>
        <dsp:cNvSpPr/>
      </dsp:nvSpPr>
      <dsp:spPr>
        <a:xfrm>
          <a:off x="3776484" y="1855644"/>
          <a:ext cx="676631" cy="588375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A3E705-3D65-4DC5-929C-A7CD4EC9329A}">
      <dsp:nvSpPr>
        <dsp:cNvPr id="0" name=""/>
        <dsp:cNvSpPr/>
      </dsp:nvSpPr>
      <dsp:spPr>
        <a:xfrm rot="10800000">
          <a:off x="3776484" y="2081942"/>
          <a:ext cx="676631" cy="588375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40C6B-F3B6-4C8A-9174-554FB645C968}">
      <dsp:nvSpPr>
        <dsp:cNvPr id="0" name=""/>
        <dsp:cNvSpPr/>
      </dsp:nvSpPr>
      <dsp:spPr>
        <a:xfrm>
          <a:off x="3867444" y="1179330"/>
          <a:ext cx="247355" cy="1083651"/>
        </a:xfrm>
        <a:custGeom>
          <a:avLst/>
          <a:gdLst/>
          <a:ahLst/>
          <a:cxnLst/>
          <a:rect l="0" t="0" r="0" b="0"/>
          <a:pathLst>
            <a:path>
              <a:moveTo>
                <a:pt x="247355" y="0"/>
              </a:moveTo>
              <a:lnTo>
                <a:pt x="247355" y="1083651"/>
              </a:lnTo>
              <a:lnTo>
                <a:pt x="0" y="1083651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B96FAC-D691-402E-BAB9-239A3DE52C9E}">
      <dsp:nvSpPr>
        <dsp:cNvPr id="0" name=""/>
        <dsp:cNvSpPr/>
      </dsp:nvSpPr>
      <dsp:spPr>
        <a:xfrm>
          <a:off x="4114800" y="1179330"/>
          <a:ext cx="2850473" cy="2167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9946"/>
              </a:lnTo>
              <a:lnTo>
                <a:pt x="2850473" y="1919946"/>
              </a:lnTo>
              <a:lnTo>
                <a:pt x="2850473" y="2167302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6D4CCD-7D94-4153-BDDE-62F08DE7C073}">
      <dsp:nvSpPr>
        <dsp:cNvPr id="0" name=""/>
        <dsp:cNvSpPr/>
      </dsp:nvSpPr>
      <dsp:spPr>
        <a:xfrm>
          <a:off x="4069080" y="1179330"/>
          <a:ext cx="91440" cy="21673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67302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E1DE4-D35F-4D6C-B038-DB08492BF608}">
      <dsp:nvSpPr>
        <dsp:cNvPr id="0" name=""/>
        <dsp:cNvSpPr/>
      </dsp:nvSpPr>
      <dsp:spPr>
        <a:xfrm>
          <a:off x="1264326" y="1179330"/>
          <a:ext cx="2850473" cy="2167302"/>
        </a:xfrm>
        <a:custGeom>
          <a:avLst/>
          <a:gdLst/>
          <a:ahLst/>
          <a:cxnLst/>
          <a:rect l="0" t="0" r="0" b="0"/>
          <a:pathLst>
            <a:path>
              <a:moveTo>
                <a:pt x="2850473" y="0"/>
              </a:moveTo>
              <a:lnTo>
                <a:pt x="2850473" y="1919946"/>
              </a:lnTo>
              <a:lnTo>
                <a:pt x="0" y="1919946"/>
              </a:lnTo>
              <a:lnTo>
                <a:pt x="0" y="2167302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2B8616-FA7C-4993-8B4C-485BF61BAAB8}">
      <dsp:nvSpPr>
        <dsp:cNvPr id="0" name=""/>
        <dsp:cNvSpPr/>
      </dsp:nvSpPr>
      <dsp:spPr>
        <a:xfrm>
          <a:off x="2936918" y="1448"/>
          <a:ext cx="2355763" cy="1177881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872614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Император</a:t>
          </a:r>
        </a:p>
      </dsp:txBody>
      <dsp:txXfrm>
        <a:off x="2936918" y="1448"/>
        <a:ext cx="2355763" cy="1177881"/>
      </dsp:txXfrm>
    </dsp:sp>
    <dsp:sp modelId="{A7A47988-4CEB-426D-8FFC-EDC8DE7E255A}">
      <dsp:nvSpPr>
        <dsp:cNvPr id="0" name=""/>
        <dsp:cNvSpPr/>
      </dsp:nvSpPr>
      <dsp:spPr>
        <a:xfrm>
          <a:off x="3054706" y="119237"/>
          <a:ext cx="706728" cy="942305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4387F-21FA-40A1-B447-06607839E34E}">
      <dsp:nvSpPr>
        <dsp:cNvPr id="0" name=""/>
        <dsp:cNvSpPr/>
      </dsp:nvSpPr>
      <dsp:spPr>
        <a:xfrm>
          <a:off x="86444" y="3346632"/>
          <a:ext cx="2355763" cy="1177881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872614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Часть старой аристократии: </a:t>
          </a:r>
          <a:r>
            <a:rPr lang="ru-RU" sz="11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Ромодановский, Шереметьев, Репнин, Матвеев Долгоруков, Голицыны, и др</a:t>
          </a:r>
          <a:endParaRPr lang="ru-RU" sz="1100" kern="1200" dirty="0"/>
        </a:p>
      </dsp:txBody>
      <dsp:txXfrm>
        <a:off x="86444" y="3346632"/>
        <a:ext cx="2355763" cy="1177881"/>
      </dsp:txXfrm>
    </dsp:sp>
    <dsp:sp modelId="{58026059-BDDB-429C-B270-9B185B2EFE03}">
      <dsp:nvSpPr>
        <dsp:cNvPr id="0" name=""/>
        <dsp:cNvSpPr/>
      </dsp:nvSpPr>
      <dsp:spPr>
        <a:xfrm>
          <a:off x="204233" y="3464420"/>
          <a:ext cx="706728" cy="942305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E0D56A-7F70-4E65-A264-A7FC985B4778}">
      <dsp:nvSpPr>
        <dsp:cNvPr id="0" name=""/>
        <dsp:cNvSpPr/>
      </dsp:nvSpPr>
      <dsp:spPr>
        <a:xfrm>
          <a:off x="2936918" y="3346632"/>
          <a:ext cx="2355763" cy="1177881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872614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«Выдвиженцы» из разных сословий: </a:t>
          </a:r>
          <a:r>
            <a:rPr lang="ru-RU" sz="11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Меньшиков, Шафиров, Бухвостов, Соловьев.</a:t>
          </a:r>
          <a:endParaRPr lang="ru-RU" sz="1100" kern="1200" dirty="0"/>
        </a:p>
      </dsp:txBody>
      <dsp:txXfrm>
        <a:off x="2936918" y="3346632"/>
        <a:ext cx="2355763" cy="1177881"/>
      </dsp:txXfrm>
    </dsp:sp>
    <dsp:sp modelId="{D470DF64-073D-4D03-A7B0-0E41F47CCE30}">
      <dsp:nvSpPr>
        <dsp:cNvPr id="0" name=""/>
        <dsp:cNvSpPr/>
      </dsp:nvSpPr>
      <dsp:spPr>
        <a:xfrm>
          <a:off x="3054706" y="3464420"/>
          <a:ext cx="706728" cy="942305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4F3946-5119-493B-95AF-A90D9CF13EEF}">
      <dsp:nvSpPr>
        <dsp:cNvPr id="0" name=""/>
        <dsp:cNvSpPr/>
      </dsp:nvSpPr>
      <dsp:spPr>
        <a:xfrm>
          <a:off x="5787391" y="3346632"/>
          <a:ext cx="2355763" cy="1177881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872614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Иностранцы на российской службе: </a:t>
          </a:r>
          <a:r>
            <a:rPr lang="ru-RU" sz="1100" kern="1200" dirty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Лефорт, (Швейцария) Ягужинский (Литва), Гордон и бр.. Брюсы (Шотландия) , Ренне (Германия) </a:t>
          </a:r>
          <a:endParaRPr lang="ru-RU" sz="1100" kern="1200" dirty="0"/>
        </a:p>
      </dsp:txBody>
      <dsp:txXfrm>
        <a:off x="5787391" y="3346632"/>
        <a:ext cx="2355763" cy="1177881"/>
      </dsp:txXfrm>
    </dsp:sp>
    <dsp:sp modelId="{DDC85576-9973-4F76-8AC5-C1B8B71235F3}">
      <dsp:nvSpPr>
        <dsp:cNvPr id="0" name=""/>
        <dsp:cNvSpPr/>
      </dsp:nvSpPr>
      <dsp:spPr>
        <a:xfrm>
          <a:off x="5905180" y="3464420"/>
          <a:ext cx="706728" cy="942305"/>
        </a:xfrm>
        <a:prstGeom prst="rect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CAEB2-4256-4AD6-B139-E1747799A5D1}">
      <dsp:nvSpPr>
        <dsp:cNvPr id="0" name=""/>
        <dsp:cNvSpPr/>
      </dsp:nvSpPr>
      <dsp:spPr>
        <a:xfrm>
          <a:off x="1511681" y="1674040"/>
          <a:ext cx="2355763" cy="1177881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872614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/>
            <a:t>Церковные иерархи: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С. Яворский, Ф. Прокопович</a:t>
          </a:r>
        </a:p>
      </dsp:txBody>
      <dsp:txXfrm>
        <a:off x="1511681" y="1674040"/>
        <a:ext cx="2355763" cy="1177881"/>
      </dsp:txXfrm>
    </dsp:sp>
    <dsp:sp modelId="{29E9772A-C9CC-406E-9C4F-08F9F35CD1A4}">
      <dsp:nvSpPr>
        <dsp:cNvPr id="0" name=""/>
        <dsp:cNvSpPr/>
      </dsp:nvSpPr>
      <dsp:spPr>
        <a:xfrm>
          <a:off x="1629469" y="1791828"/>
          <a:ext cx="706728" cy="942305"/>
        </a:xfrm>
        <a:prstGeom prst="rect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ictureOrgChart+Icon">
  <dgm:title val="Организационная диаграмма с рисунками"/>
  <dgm:desc val="Служит для отображения иерархических сведений или отношений подотчетности в организации с помощью соответствующих рисунков. С этим макетом доступны фигуры помощника, подчиненного и коллеги."/>
  <dgm:catLst>
    <dgm:cat type="hierarchy" pri="1050"/>
    <dgm:cat type="officeonline" pri="1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Pict1" styleLbl="alignImgPlace1">
              <dgm:alg type="sp"/>
              <dgm:shape xmlns:r="http://schemas.openxmlformats.org/officeDocument/2006/relationships" type="rect" r:blip="" blipPhldr="1">
                <dgm:adjLst/>
              </dgm:shape>
              <dgm:presOf/>
              <dgm:constrLst/>
              <dgm:ruleLst/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3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6AD1BD1-7870-48E0-BBBE-3003F38D8059}" type="datetimeFigureOut">
              <a:rPr lang="ru-RU" smtClean="0"/>
              <a:t>28.08.2023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7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2603375"/>
          </a:xfrm>
        </p:spPr>
        <p:txBody>
          <a:bodyPr/>
          <a:lstStyle/>
          <a:p>
            <a:r>
              <a:rPr lang="ru-RU" sz="4800" dirty="0"/>
              <a:t>История России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3648" y="3501008"/>
            <a:ext cx="6400800" cy="1219200"/>
          </a:xfrm>
        </p:spPr>
        <p:txBody>
          <a:bodyPr>
            <a:normAutofit lnSpcReduction="10000"/>
          </a:bodyPr>
          <a:lstStyle/>
          <a:p>
            <a:r>
              <a:rPr lang="ru-RU" sz="3600" dirty="0"/>
              <a:t>Россия в </a:t>
            </a:r>
            <a:r>
              <a:rPr lang="en-US" sz="3600" dirty="0"/>
              <a:t>I </a:t>
            </a:r>
            <a:r>
              <a:rPr lang="ru-RU" sz="3600" dirty="0"/>
              <a:t>четверти</a:t>
            </a:r>
          </a:p>
          <a:p>
            <a:r>
              <a:rPr lang="en-US" sz="3600" dirty="0"/>
              <a:t>XVIII </a:t>
            </a:r>
            <a:r>
              <a:rPr lang="ru-RU" sz="3600" dirty="0"/>
              <a:t>века</a:t>
            </a:r>
          </a:p>
        </p:txBody>
      </p:sp>
    </p:spTree>
    <p:extLst>
      <p:ext uri="{BB962C8B-B14F-4D97-AF65-F5344CB8AC3E}">
        <p14:creationId xmlns:p14="http://schemas.microsoft.com/office/powerpoint/2010/main" val="3402049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>
                <a:solidFill>
                  <a:srgbClr val="2F5897"/>
                </a:solidFill>
              </a:rPr>
              <a:t>Способы существования человеческих сообществ во времени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901335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486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20080"/>
          </a:xfrm>
        </p:spPr>
        <p:txBody>
          <a:bodyPr/>
          <a:lstStyle/>
          <a:p>
            <a:r>
              <a:rPr lang="ru-RU" sz="3600" dirty="0"/>
              <a:t>Инновационное развитие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505017" y="1268761"/>
            <a:ext cx="8229600" cy="4176464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Накапливаются, но не используются «резервные» знания.</a:t>
            </a:r>
          </a:p>
          <a:p>
            <a:r>
              <a:rPr lang="ru-RU" dirty="0">
                <a:solidFill>
                  <a:schemeClr val="tx1"/>
                </a:solidFill>
              </a:rPr>
              <a:t>Возникает ситуация «цивилизационного вызова».</a:t>
            </a:r>
          </a:p>
          <a:p>
            <a:r>
              <a:rPr lang="ru-RU" dirty="0">
                <a:solidFill>
                  <a:schemeClr val="tx1"/>
                </a:solidFill>
              </a:rPr>
              <a:t>В обществе формируются условия, способствующие активизации «резервных» знаний.</a:t>
            </a:r>
          </a:p>
          <a:p>
            <a:r>
              <a:rPr lang="ru-RU" dirty="0">
                <a:solidFill>
                  <a:schemeClr val="tx1"/>
                </a:solidFill>
              </a:rPr>
              <a:t>Формируется набор инструментальных и технологических  ответов на вызов.</a:t>
            </a:r>
          </a:p>
          <a:p>
            <a:r>
              <a:rPr lang="ru-RU" dirty="0">
                <a:solidFill>
                  <a:schemeClr val="tx1"/>
                </a:solidFill>
              </a:rPr>
              <a:t>Использование новейших технологий и инструментов дает преимущество перед другими сообществами</a:t>
            </a:r>
          </a:p>
          <a:p>
            <a:r>
              <a:rPr lang="ru-RU" dirty="0">
                <a:solidFill>
                  <a:schemeClr val="tx1"/>
                </a:solidFill>
              </a:rPr>
              <a:t>Возникают новые потребности и идет поиск возможностей в их исполнении.</a:t>
            </a:r>
          </a:p>
          <a:p>
            <a:r>
              <a:rPr lang="ru-RU" dirty="0">
                <a:solidFill>
                  <a:schemeClr val="tx1"/>
                </a:solidFill>
              </a:rPr>
              <a:t>Общество переходит на новый уровень развития.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539552" y="5517232"/>
            <a:ext cx="7920880" cy="77038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Примеры: античная Греция, Италия </a:t>
            </a:r>
            <a:r>
              <a:rPr lang="en-US" dirty="0"/>
              <a:t>XIV – XV </a:t>
            </a:r>
            <a:r>
              <a:rPr lang="ru-RU" dirty="0"/>
              <a:t>вв., Голландия </a:t>
            </a:r>
            <a:r>
              <a:rPr lang="en-US" dirty="0"/>
              <a:t>XVII </a:t>
            </a:r>
            <a:r>
              <a:rPr lang="ru-RU" dirty="0"/>
              <a:t>в, США </a:t>
            </a:r>
            <a:r>
              <a:rPr lang="en-US" dirty="0"/>
              <a:t>XIX </a:t>
            </a:r>
            <a:r>
              <a:rPr lang="ru-RU" dirty="0"/>
              <a:t>в.; разные страны Западной Европы в </a:t>
            </a:r>
            <a:r>
              <a:rPr lang="en-US" dirty="0"/>
              <a:t>XVIII – XX </a:t>
            </a:r>
            <a:r>
              <a:rPr lang="ru-RU" dirty="0"/>
              <a:t>вв.</a:t>
            </a:r>
          </a:p>
        </p:txBody>
      </p:sp>
    </p:spTree>
    <p:extLst>
      <p:ext uri="{BB962C8B-B14F-4D97-AF65-F5344CB8AC3E}">
        <p14:creationId xmlns:p14="http://schemas.microsoft.com/office/powerpoint/2010/main" val="3797226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92088"/>
          </a:xfrm>
        </p:spPr>
        <p:txBody>
          <a:bodyPr/>
          <a:lstStyle/>
          <a:p>
            <a:r>
              <a:rPr lang="ru-RU" sz="3600" dirty="0"/>
              <a:t>Модернизация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69371"/>
          </a:xfrm>
        </p:spPr>
        <p:txBody>
          <a:bodyPr>
            <a:normAutofit/>
          </a:bodyPr>
          <a:lstStyle/>
          <a:p>
            <a:pPr lvl="0"/>
            <a:r>
              <a:rPr lang="ru-RU" sz="1600" dirty="0">
                <a:solidFill>
                  <a:prstClr val="black"/>
                </a:solidFill>
              </a:rPr>
              <a:t>Ситуация в обществе не способствует формированию или же активации  «резервных» знаний.</a:t>
            </a:r>
          </a:p>
          <a:p>
            <a:pPr lvl="0"/>
            <a:r>
              <a:rPr lang="ru-RU" sz="1600" dirty="0">
                <a:solidFill>
                  <a:prstClr val="black"/>
                </a:solidFill>
              </a:rPr>
              <a:t>«Цивилизационный вызов» связан с тем, что другие сообщества обогнали в своем развитии. Возникает угроза потери экономических благ, политических преимуществ и т.п.</a:t>
            </a:r>
          </a:p>
          <a:p>
            <a:pPr lvl="0"/>
            <a:r>
              <a:rPr lang="ru-RU" sz="1600" dirty="0">
                <a:solidFill>
                  <a:prstClr val="black"/>
                </a:solidFill>
              </a:rPr>
              <a:t>Возникает раскол в элите: сторонники развития/прогресса против сторонников консервации/архаики.</a:t>
            </a:r>
          </a:p>
          <a:p>
            <a:pPr lvl="0"/>
            <a:r>
              <a:rPr lang="ru-RU" sz="1600" dirty="0">
                <a:solidFill>
                  <a:prstClr val="black"/>
                </a:solidFill>
              </a:rPr>
              <a:t>Сторонники прогресса, используя политическую власть и/или преимущественные  позиции в экономике, перенимают современные технологии и инструментарий, разработанные и применяемые другими сообществами.</a:t>
            </a:r>
          </a:p>
          <a:p>
            <a:pPr lvl="0"/>
            <a:r>
              <a:rPr lang="ru-RU" sz="1600" dirty="0">
                <a:solidFill>
                  <a:prstClr val="black"/>
                </a:solidFill>
              </a:rPr>
              <a:t>Распространение новых технологий приводит к «ментальному сдвигу» - переходу значимой части населения от консервативного/архаичного сознания к прогрессивному/инновационному.</a:t>
            </a:r>
          </a:p>
          <a:p>
            <a:pPr lvl="0"/>
            <a:r>
              <a:rPr lang="ru-RU" sz="1600" dirty="0">
                <a:solidFill>
                  <a:prstClr val="black"/>
                </a:solidFill>
              </a:rPr>
              <a:t>Общество догоняет те страны и народы, знания, технология и инструментарий которых оно использовало для модернизации, и получает возможность перейти к собственным инновациям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115616" y="5661248"/>
            <a:ext cx="7128792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Примеры</a:t>
            </a:r>
            <a:r>
              <a:rPr lang="ru-RU" sz="1600" dirty="0"/>
              <a:t>: Древний Рим, европейские страны II пол. XVIII в., Япония ХХ в. ; Южная Корея и Сингапур </a:t>
            </a:r>
            <a:r>
              <a:rPr lang="en-US" sz="1600" dirty="0"/>
              <a:t>II </a:t>
            </a:r>
            <a:r>
              <a:rPr lang="ru-RU" sz="1600" dirty="0"/>
              <a:t>пол. </a:t>
            </a:r>
            <a:r>
              <a:rPr lang="en-US" sz="1600" dirty="0"/>
              <a:t>XX </a:t>
            </a:r>
            <a:r>
              <a:rPr lang="ru-RU" sz="1600" dirty="0"/>
              <a:t>в., Китай начала </a:t>
            </a:r>
            <a:r>
              <a:rPr lang="en-US" sz="1600" dirty="0"/>
              <a:t>XXI </a:t>
            </a:r>
            <a:r>
              <a:rPr lang="ru-RU" sz="1600" dirty="0"/>
              <a:t>в.</a:t>
            </a:r>
          </a:p>
        </p:txBody>
      </p:sp>
    </p:spTree>
    <p:extLst>
      <p:ext uri="{BB962C8B-B14F-4D97-AF65-F5344CB8AC3E}">
        <p14:creationId xmlns:p14="http://schemas.microsoft.com/office/powerpoint/2010/main" val="968319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400" dirty="0"/>
              <a:t>Англия </a:t>
            </a:r>
            <a:r>
              <a:rPr lang="en-US" sz="2400" dirty="0"/>
              <a:t>II </a:t>
            </a:r>
            <a:r>
              <a:rPr lang="ru-RU" sz="2400" dirty="0"/>
              <a:t>пол. </a:t>
            </a:r>
            <a:r>
              <a:rPr lang="en-US" sz="2400" dirty="0"/>
              <a:t>XVII </a:t>
            </a:r>
            <a:r>
              <a:rPr lang="ru-RU" sz="2400" dirty="0"/>
              <a:t>в. – первый пример модернизации (с переходом к инновационному развитию).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6871943"/>
              </p:ext>
            </p:extLst>
          </p:nvPr>
        </p:nvGraphicFramePr>
        <p:xfrm>
          <a:off x="457200" y="1412874"/>
          <a:ext cx="8229600" cy="4896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966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8640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400" dirty="0"/>
              <a:t>Формирование предпосылок перехода</a:t>
            </a:r>
            <a:br>
              <a:rPr lang="ru-RU" sz="2400" dirty="0"/>
            </a:br>
            <a:r>
              <a:rPr lang="ru-RU" sz="2400" dirty="0"/>
              <a:t> к модернизации в России </a:t>
            </a:r>
            <a:r>
              <a:rPr lang="en-US" sz="2400" dirty="0"/>
              <a:t>XVII </a:t>
            </a:r>
            <a:r>
              <a:rPr lang="ru-RU" sz="2400" dirty="0"/>
              <a:t>века 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015493"/>
              </p:ext>
            </p:extLst>
          </p:nvPr>
        </p:nvGraphicFramePr>
        <p:xfrm>
          <a:off x="395536" y="1268760"/>
          <a:ext cx="8229600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9844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1FDFE8-90BB-C0FF-4620-CAA1C8C2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36104"/>
          </a:xfrm>
        </p:spPr>
        <p:txBody>
          <a:bodyPr/>
          <a:lstStyle/>
          <a:p>
            <a:r>
              <a:rPr lang="ru-RU" sz="2800" dirty="0"/>
              <a:t>Модернизация и </a:t>
            </a:r>
            <a:r>
              <a:rPr lang="ru-RU" sz="2800" dirty="0" err="1"/>
              <a:t>институализация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56177F-38D2-8818-13BE-82596CEA8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64904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Тезис: </a:t>
            </a:r>
            <a:r>
              <a:rPr lang="ru-RU" dirty="0"/>
              <a:t>модернизация только тогда бывает успешной (т.е. способствует прогрессу общества), когда сопровождается институциональным переходом.</a:t>
            </a:r>
          </a:p>
          <a:p>
            <a:pPr marL="0" indent="0">
              <a:buNone/>
            </a:pPr>
            <a:r>
              <a:rPr lang="ru-RU" b="1" dirty="0"/>
              <a:t>Институциональный переход </a:t>
            </a:r>
            <a:r>
              <a:rPr lang="ru-RU" dirty="0"/>
              <a:t>– замена действующей модели социального поведения на принципиально иную (не обязательно – лучшую).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5E246E2-25BA-97B2-25DA-2D1EF91F0C74}"/>
              </a:ext>
            </a:extLst>
          </p:cNvPr>
          <p:cNvSpPr/>
          <p:nvPr/>
        </p:nvSpPr>
        <p:spPr>
          <a:xfrm>
            <a:off x="457200" y="4653136"/>
            <a:ext cx="8291264" cy="172819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Примеры институциональных переходов в истории России: </a:t>
            </a:r>
          </a:p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замена родовой политеистической («языческой») модели поведения на раннефеодальную,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восточнохристианскую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 (с к. Х по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XV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вв.);</a:t>
            </a:r>
          </a:p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замена «земской» (вечевой) модели политического поведения на модель централизованного государства (сер.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XIII –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кон.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 XV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 вв.).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 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latino Linotyp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69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4C74C-CCF3-D6AA-509B-188D0E1C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868363"/>
          </a:xfrm>
        </p:spPr>
        <p:txBody>
          <a:bodyPr/>
          <a:lstStyle/>
          <a:p>
            <a:pPr indent="457200">
              <a:lnSpc>
                <a:spcPct val="100000"/>
              </a:lnSpc>
            </a:pPr>
            <a:r>
              <a:rPr lang="ru-RU" sz="2800" dirty="0"/>
              <a:t>Способы осуществления институционального перехода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6F2C284-60D9-146E-966C-8D3965C21D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C4A72EC-F7A9-B835-14B7-869FD3E46008}"/>
              </a:ext>
            </a:extLst>
          </p:cNvPr>
          <p:cNvSpPr/>
          <p:nvPr/>
        </p:nvSpPr>
        <p:spPr>
          <a:xfrm>
            <a:off x="7668344" y="4653136"/>
            <a:ext cx="1368152" cy="147302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Голландия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XVII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века 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65C98DE-E44A-3135-2521-A6F7F91B4AD6}"/>
              </a:ext>
            </a:extLst>
          </p:cNvPr>
          <p:cNvSpPr/>
          <p:nvPr/>
        </p:nvSpPr>
        <p:spPr>
          <a:xfrm>
            <a:off x="251520" y="4725144"/>
            <a:ext cx="1080120" cy="129401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Англия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XVII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века 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E143CAE-35DB-9930-79C2-20D572DDC5B8}"/>
              </a:ext>
            </a:extLst>
          </p:cNvPr>
          <p:cNvSpPr/>
          <p:nvPr/>
        </p:nvSpPr>
        <p:spPr>
          <a:xfrm>
            <a:off x="107504" y="1273027"/>
            <a:ext cx="1440160" cy="186794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Просвещен-</a:t>
            </a: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ный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 абсолютизм европейских государств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XVIII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века 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2E49130-91EB-1EB4-50AB-B876BEAB2D5D}"/>
              </a:ext>
            </a:extLst>
          </p:cNvPr>
          <p:cNvSpPr/>
          <p:nvPr/>
        </p:nvSpPr>
        <p:spPr>
          <a:xfrm>
            <a:off x="7668344" y="1412776"/>
            <a:ext cx="1296144" cy="165618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Действия </a:t>
            </a: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европей-ских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 государств в их колониях</a:t>
            </a:r>
          </a:p>
        </p:txBody>
      </p:sp>
    </p:spTree>
    <p:extLst>
      <p:ext uri="{BB962C8B-B14F-4D97-AF65-F5344CB8AC3E}">
        <p14:creationId xmlns:p14="http://schemas.microsoft.com/office/powerpoint/2010/main" val="131475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4C74C-CCF3-D6AA-509B-188D0E1C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868363"/>
          </a:xfrm>
        </p:spPr>
        <p:txBody>
          <a:bodyPr/>
          <a:lstStyle/>
          <a:p>
            <a:pPr indent="457200">
              <a:lnSpc>
                <a:spcPct val="100000"/>
              </a:lnSpc>
            </a:pPr>
            <a:r>
              <a:rPr lang="ru-RU" sz="2800" dirty="0"/>
              <a:t>Самостоятельный переход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6F2C284-60D9-146E-966C-8D3965C21D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0845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3226B-E461-A516-7094-365F3759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10515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Специфика институционального перехода в России </a:t>
            </a:r>
            <a:r>
              <a:rPr lang="en-US" sz="2800" dirty="0"/>
              <a:t>XVII – XVIII </a:t>
            </a:r>
            <a:r>
              <a:rPr lang="ru-RU" sz="2800" dirty="0"/>
              <a:t>вв.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8EAB74-0305-7C32-003B-435A8CB73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институциональные изменения происходили в элите и никак не затрагивали жизнь большинства населения в стране.</a:t>
            </a:r>
          </a:p>
          <a:p>
            <a:r>
              <a:rPr lang="ru-RU" dirty="0"/>
              <a:t>Необходимость институциональных изменений осмыслялась в парадигме внешнеполитической опасности, а в Европе – в парадигме «конечности» имеющихся ресурсов.</a:t>
            </a:r>
          </a:p>
          <a:p>
            <a:r>
              <a:rPr lang="ru-RU" dirty="0"/>
              <a:t>«Догоняющий» тип модернизации приводил к возможности заимствовать уже сложившиеся в других странах институты, не вырабатывая собственных.</a:t>
            </a:r>
          </a:p>
        </p:txBody>
      </p:sp>
    </p:spTree>
    <p:extLst>
      <p:ext uri="{BB962C8B-B14F-4D97-AF65-F5344CB8AC3E}">
        <p14:creationId xmlns:p14="http://schemas.microsoft.com/office/powerpoint/2010/main" val="360094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B1BFA-B7D9-A4CD-B344-E3BD3B690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648072"/>
          </a:xfrm>
        </p:spPr>
        <p:txBody>
          <a:bodyPr/>
          <a:lstStyle/>
          <a:p>
            <a:r>
              <a:rPr lang="ru-RU" sz="3200" dirty="0"/>
              <a:t>Институциональные изменения </a:t>
            </a:r>
            <a:r>
              <a:rPr lang="en-US" sz="3200" dirty="0"/>
              <a:t>XVII </a:t>
            </a:r>
            <a:r>
              <a:rPr lang="ru-RU" sz="3200" dirty="0"/>
              <a:t>века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BC648C31-1941-A1A7-2289-9649E726560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68760"/>
          <a:ext cx="8229600" cy="512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0664">
                  <a:extLst>
                    <a:ext uri="{9D8B030D-6E8A-4147-A177-3AD203B41FA5}">
                      <a16:colId xmlns:a16="http://schemas.microsoft.com/office/drawing/2014/main" val="1949823100"/>
                    </a:ext>
                  </a:extLst>
                </a:gridCol>
                <a:gridCol w="5338936">
                  <a:extLst>
                    <a:ext uri="{9D8B030D-6E8A-4147-A177-3AD203B41FA5}">
                      <a16:colId xmlns:a16="http://schemas.microsoft.com/office/drawing/2014/main" val="4227409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Сфера жизни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Изменения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217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Социальные отношения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Законодательное закрепление крепостного права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900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Управление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Ликвидация местничества (1682 г.)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54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Управление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Медленная эволюция в сторону «рациональной бюрократии» в рамках приказной системы.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5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Экономика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Формирование региональных рынков с\х и ремесленной продукции.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45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Экономика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Появление государственных и частных мануфактур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42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Экономика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Резкое увеличение объемов торговли с европейскими странами.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86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Религия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Институциональный раскол на государственное православие и «старообрядчество».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79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Образование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Создание славяно-греко-латинской академии (187).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71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Армия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Создание «полков нового строя» (солдатских).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274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Бытовая культура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Заимствование элементов европейской культуры в кругах столичной знати.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71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363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11A8AAB-5646-D620-8300-D2AE071BB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Общий тренд наметившихся институциональных изменений в </a:t>
            </a:r>
            <a:r>
              <a:rPr lang="en-US" dirty="0"/>
              <a:t>XVII </a:t>
            </a:r>
            <a:r>
              <a:rPr lang="ru-RU" dirty="0"/>
              <a:t>веке – институциональное сближение России со странами западной Европы.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Препятствия на пути к институциональному переходу:</a:t>
            </a:r>
          </a:p>
          <a:p>
            <a:pPr marL="457200" indent="-457200">
              <a:buAutoNum type="arabicPeriod"/>
            </a:pPr>
            <a:r>
              <a:rPr lang="ru-RU" dirty="0"/>
              <a:t>Крепостное право становиться «консервантом» архаичных форм экономики (натурального хозяйства) и главным препятствием для институционального перехода «снизу».</a:t>
            </a:r>
          </a:p>
          <a:p>
            <a:pPr marL="457200" indent="-457200">
              <a:buAutoNum type="arabicPeriod"/>
            </a:pPr>
            <a:r>
              <a:rPr lang="ru-RU" dirty="0"/>
              <a:t>Православное сознание враждебно  по отношению к изменениям вообще и к тем изменениям, которые приходят от народов других христианских конфессий.</a:t>
            </a:r>
          </a:p>
          <a:p>
            <a:pPr marL="457200" indent="-457200">
              <a:buAutoNum type="arabicPeriod"/>
            </a:pPr>
            <a:r>
              <a:rPr lang="ru-RU" dirty="0"/>
              <a:t>Крайне низкий уровень грамотности не только в «народе», но и элите.</a:t>
            </a:r>
          </a:p>
        </p:txBody>
      </p:sp>
    </p:spTree>
    <p:extLst>
      <p:ext uri="{BB962C8B-B14F-4D97-AF65-F5344CB8AC3E}">
        <p14:creationId xmlns:p14="http://schemas.microsoft.com/office/powerpoint/2010/main" val="538235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D5697-F7E5-0D3B-99BD-CF6E044AB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Выбор способа самостоятельного институционального перехода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9B2676-F867-AD96-A04E-264402F34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Вариант 1.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95CE88-4979-4EE0-B360-437D4B9520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Вариант 2.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81C7F2-449D-644F-B516-29064ACB5C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Эволюционный, предусматривающий проведения выборочных реформ и  медленное «вживление» прогрессивных институтов в социум.</a:t>
            </a:r>
          </a:p>
          <a:p>
            <a:pPr marL="0" indent="0">
              <a:buNone/>
            </a:pPr>
            <a:r>
              <a:rPr lang="ru-RU" dirty="0"/>
              <a:t>По этому пути в </a:t>
            </a:r>
            <a:r>
              <a:rPr lang="en-US" dirty="0"/>
              <a:t>XVIII – XIX</a:t>
            </a:r>
            <a:r>
              <a:rPr lang="ru-RU" dirty="0"/>
              <a:t>вв. Пытались идти Иран, Турция и Китай. Везде результат отрицательный: «архаика» возобладала над «модернизацией».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A5732342-6EE0-1EE1-1FF8-B84C65550D6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«Революция сверху» – насаждение новых институтов, с использованием государственного насилия.</a:t>
            </a:r>
          </a:p>
          <a:p>
            <a:pPr marL="0" indent="0">
              <a:buNone/>
            </a:pPr>
            <a:r>
              <a:rPr lang="ru-RU" dirty="0"/>
              <a:t>По этому пути в ХХ в. пошли Турция (результат половинчатый), Тайвань, южная Корея, Сингапур, Гонконг (результат успешный).</a:t>
            </a:r>
          </a:p>
        </p:txBody>
      </p:sp>
    </p:spTree>
    <p:extLst>
      <p:ext uri="{BB962C8B-B14F-4D97-AF65-F5344CB8AC3E}">
        <p14:creationId xmlns:p14="http://schemas.microsoft.com/office/powerpoint/2010/main" val="2281000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Логика перехода к модернизации страны на рубеже </a:t>
            </a:r>
            <a:r>
              <a:rPr lang="en-US" sz="3200" dirty="0"/>
              <a:t>XVII – XVIII </a:t>
            </a:r>
            <a:r>
              <a:rPr lang="ru-RU" sz="3200" dirty="0"/>
              <a:t>вв.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Борьба за власть между Софьей и Петром – это борьба двух кланов сторонников модернизации.</a:t>
            </a:r>
          </a:p>
          <a:p>
            <a:r>
              <a:rPr lang="ru-RU" dirty="0"/>
              <a:t>Победа Петра не привела к началу модернизации, поскольку управленческая элита страны продолжала действовать в логике экспансии: Крымские походы – Великое посольство – начало войны со Швецией.</a:t>
            </a:r>
          </a:p>
          <a:p>
            <a:r>
              <a:rPr lang="ru-RU" dirty="0"/>
              <a:t>Поражения в попытках экспансии на Черном и Балтийском морях стали триггером поворота от логики немедленной экспансии  к логике «сначала модернизация – потом экспансия».</a:t>
            </a:r>
          </a:p>
        </p:txBody>
      </p:sp>
    </p:spTree>
    <p:extLst>
      <p:ext uri="{BB962C8B-B14F-4D97-AF65-F5344CB8AC3E}">
        <p14:creationId xmlns:p14="http://schemas.microsoft.com/office/powerpoint/2010/main" val="524216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Акторы российской модернизации</a:t>
            </a:r>
            <a:br>
              <a:rPr lang="ru-RU" sz="3200" dirty="0"/>
            </a:br>
            <a:r>
              <a:rPr lang="en-US" sz="3200" dirty="0"/>
              <a:t>I </a:t>
            </a:r>
            <a:r>
              <a:rPr lang="ru-RU" sz="3200" dirty="0"/>
              <a:t>четв. </a:t>
            </a:r>
            <a:r>
              <a:rPr lang="en-US" sz="3200" dirty="0"/>
              <a:t>XVIII </a:t>
            </a:r>
            <a:r>
              <a:rPr lang="ru-RU" sz="3200" dirty="0"/>
              <a:t>века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116311"/>
              </p:ext>
            </p:extLst>
          </p:nvPr>
        </p:nvGraphicFramePr>
        <p:xfrm>
          <a:off x="467544" y="1196752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827584" y="5877272"/>
            <a:ext cx="7776864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Дворяне, прошедшие службу в гвардии: Преображенском и Семеновском полках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1" y="1232969"/>
            <a:ext cx="1039229" cy="92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232969"/>
            <a:ext cx="1147241" cy="813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6732240" y="2348880"/>
            <a:ext cx="2016223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Символы российской модернизации</a:t>
            </a:r>
          </a:p>
        </p:txBody>
      </p:sp>
    </p:spTree>
    <p:extLst>
      <p:ext uri="{BB962C8B-B14F-4D97-AF65-F5344CB8AC3E}">
        <p14:creationId xmlns:p14="http://schemas.microsoft.com/office/powerpoint/2010/main" val="3000651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/>
          <a:p>
            <a:r>
              <a:rPr lang="ru-RU" sz="3200" dirty="0"/>
              <a:t>Специфика «петровской» модернизации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104455"/>
          </a:xfrm>
        </p:spPr>
        <p:txBody>
          <a:bodyPr>
            <a:normAutofit fontScale="92500"/>
          </a:bodyPr>
          <a:lstStyle/>
          <a:p>
            <a:r>
              <a:rPr lang="ru-RU" dirty="0"/>
              <a:t>Модель: регулярное государство.</a:t>
            </a:r>
          </a:p>
          <a:p>
            <a:r>
              <a:rPr lang="ru-RU" dirty="0"/>
              <a:t>Направленность: обеспечение территориальной экспансии.</a:t>
            </a:r>
          </a:p>
          <a:p>
            <a:r>
              <a:rPr lang="ru-RU" dirty="0"/>
              <a:t>Методология: внедрение в российскую элиту новых знаний и технологий вместе с их носителями.</a:t>
            </a:r>
          </a:p>
          <a:p>
            <a:r>
              <a:rPr lang="ru-RU" dirty="0"/>
              <a:t>Стимулы: сочетание государственного насилия с государственным поощрением (модернизация «сверху»).</a:t>
            </a:r>
          </a:p>
          <a:p>
            <a:r>
              <a:rPr lang="ru-RU" dirty="0"/>
              <a:t>Глубина проникновения: управленческая элита + дворянство + чиновничество + предприниматели, связанные с поставками государству.</a:t>
            </a:r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99592" y="5517232"/>
            <a:ext cx="7128792" cy="8640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За время правления Петра </a:t>
            </a:r>
            <a:r>
              <a:rPr lang="en-US" dirty="0"/>
              <a:t>I </a:t>
            </a:r>
            <a:r>
              <a:rPr lang="ru-RU" dirty="0"/>
              <a:t>было издано 3314 указов, регламентов, уставов.</a:t>
            </a:r>
          </a:p>
        </p:txBody>
      </p:sp>
    </p:spTree>
    <p:extLst>
      <p:ext uri="{BB962C8B-B14F-4D97-AF65-F5344CB8AC3E}">
        <p14:creationId xmlns:p14="http://schemas.microsoft.com/office/powerpoint/2010/main" val="1515113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08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Главные черты «петровской модернизации»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467544" y="1340768"/>
            <a:ext cx="4040188" cy="432048"/>
          </a:xfrm>
        </p:spPr>
        <p:txBody>
          <a:bodyPr/>
          <a:lstStyle/>
          <a:p>
            <a:r>
              <a:rPr lang="ru-RU" dirty="0"/>
              <a:t>Управление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644008" y="1340768"/>
            <a:ext cx="4041775" cy="432048"/>
          </a:xfrm>
        </p:spPr>
        <p:txBody>
          <a:bodyPr/>
          <a:lstStyle/>
          <a:p>
            <a:r>
              <a:rPr lang="ru-RU" dirty="0"/>
              <a:t>Экономика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/>
          </p:nvPr>
        </p:nvSpPr>
        <p:spPr>
          <a:xfrm>
            <a:off x="457200" y="1988840"/>
            <a:ext cx="4041648" cy="413764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Замена думы Сенатом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Создание корпуса чиновников из дворян. «Табель о рангах».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Разделение страны на губернии и провинции.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Резкое усиление законотворческой деятельности.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Создание регулярной армии и флота.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14"/>
          </p:nvPr>
        </p:nvSpPr>
        <p:spPr>
          <a:xfrm>
            <a:off x="4672584" y="1988840"/>
            <a:ext cx="4041648" cy="4137195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ru-RU" sz="2500" dirty="0">
                <a:solidFill>
                  <a:prstClr val="black"/>
                </a:solidFill>
                <a:latin typeface="Calibri"/>
              </a:rPr>
              <a:t>С/Х: попытки внедрения передовых технологий со стороны государства (неудачно).</a:t>
            </a:r>
          </a:p>
          <a:p>
            <a:pPr lvl="0"/>
            <a:r>
              <a:rPr lang="ru-RU" sz="2500" dirty="0">
                <a:solidFill>
                  <a:prstClr val="black"/>
                </a:solidFill>
                <a:latin typeface="Calibri"/>
              </a:rPr>
              <a:t>Промышленность: крупное мануфактурное производство, организуемое государством.</a:t>
            </a:r>
          </a:p>
          <a:p>
            <a:pPr lvl="0"/>
            <a:r>
              <a:rPr lang="ru-RU" sz="2500" dirty="0">
                <a:solidFill>
                  <a:prstClr val="black"/>
                </a:solidFill>
                <a:latin typeface="Calibri"/>
              </a:rPr>
              <a:t>Торговля: жесткая политика государства во внешней торговле, меры по поощрению развития внутреннего рынка.</a:t>
            </a:r>
          </a:p>
          <a:p>
            <a:pPr lvl="0"/>
            <a:r>
              <a:rPr lang="ru-RU" sz="2500" dirty="0">
                <a:solidFill>
                  <a:prstClr val="black"/>
                </a:solidFill>
                <a:latin typeface="Calibri"/>
              </a:rPr>
              <a:t>Финансы: инфляционная политика для покрытия государственных расходов.</a:t>
            </a:r>
          </a:p>
          <a:p>
            <a:pPr lvl="0"/>
            <a:r>
              <a:rPr lang="ru-RU" sz="2500" dirty="0">
                <a:solidFill>
                  <a:prstClr val="black"/>
                </a:solidFill>
                <a:latin typeface="Calibri"/>
              </a:rPr>
              <a:t>Налоги: постоянное введение новых налогов, акцизов и повинностей.</a:t>
            </a:r>
          </a:p>
        </p:txBody>
      </p:sp>
    </p:spTree>
    <p:extLst>
      <p:ext uri="{BB962C8B-B14F-4D97-AF65-F5344CB8AC3E}">
        <p14:creationId xmlns:p14="http://schemas.microsoft.com/office/powerpoint/2010/main" val="2862966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>
                <a:solidFill>
                  <a:srgbClr val="2F5897"/>
                </a:solidFill>
              </a:rPr>
              <a:t>Главные черты «петровской модернизации»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1196752"/>
            <a:ext cx="4040188" cy="648072"/>
          </a:xfrm>
        </p:spPr>
        <p:txBody>
          <a:bodyPr/>
          <a:lstStyle/>
          <a:p>
            <a:r>
              <a:rPr lang="ru-RU" sz="2000" dirty="0"/>
              <a:t>Внутренняя (сословная) политика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"/>
          </p:nvPr>
        </p:nvSpPr>
        <p:spPr>
          <a:xfrm>
            <a:off x="4644008" y="1124744"/>
            <a:ext cx="4041775" cy="432048"/>
          </a:xfrm>
        </p:spPr>
        <p:txBody>
          <a:bodyPr/>
          <a:lstStyle/>
          <a:p>
            <a:r>
              <a:rPr lang="ru-RU" dirty="0"/>
              <a:t>Культура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457200" y="1988840"/>
            <a:ext cx="4041648" cy="4137640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Консолидация слоя землевладельцев, пожизненная служба дворянства, майорат.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Консолидация крестьянства (перепись 1718—1724 гг.), ликвидация холопства, рекрутчина, мобилизация на строительство.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Подчинение церкви государству с одновременным усилением борьбы с «расколом» и миссионерской деятельности.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Льготы для «промышленников», включая право на «приписных крестьян». 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672584" y="1988840"/>
            <a:ext cx="4041648" cy="4137195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ru-RU" sz="2800" dirty="0">
                <a:solidFill>
                  <a:prstClr val="black"/>
                </a:solidFill>
                <a:latin typeface="Calibri"/>
              </a:rPr>
              <a:t>«Цивилизационный поворот» в элите.</a:t>
            </a:r>
          </a:p>
          <a:p>
            <a:pPr lvl="0"/>
            <a:r>
              <a:rPr lang="ru-RU" sz="2800" dirty="0">
                <a:solidFill>
                  <a:prstClr val="black"/>
                </a:solidFill>
                <a:latin typeface="Calibri"/>
              </a:rPr>
              <a:t>Создание первых элементов начального и среднего образования (цифирные школы), Навигацкая и Артиллерийская школа.</a:t>
            </a:r>
          </a:p>
          <a:p>
            <a:pPr lvl="0"/>
            <a:r>
              <a:rPr lang="ru-RU" sz="2800" dirty="0">
                <a:solidFill>
                  <a:prstClr val="black"/>
                </a:solidFill>
                <a:latin typeface="Calibri"/>
              </a:rPr>
              <a:t>Обучение специалистов в Европе.</a:t>
            </a:r>
          </a:p>
          <a:p>
            <a:pPr lvl="0"/>
            <a:r>
              <a:rPr lang="ru-RU" sz="2800" dirty="0">
                <a:solidFill>
                  <a:prstClr val="black"/>
                </a:solidFill>
                <a:latin typeface="Calibri"/>
              </a:rPr>
              <a:t>Приглашение иностранных специалистов</a:t>
            </a:r>
          </a:p>
          <a:p>
            <a:pPr lvl="0"/>
            <a:r>
              <a:rPr lang="ru-RU" sz="2800" dirty="0">
                <a:solidFill>
                  <a:prstClr val="black"/>
                </a:solidFill>
                <a:latin typeface="Calibri"/>
              </a:rPr>
              <a:t>Создание Академии наук.</a:t>
            </a:r>
          </a:p>
        </p:txBody>
      </p:sp>
    </p:spTree>
    <p:extLst>
      <p:ext uri="{BB962C8B-B14F-4D97-AF65-F5344CB8AC3E}">
        <p14:creationId xmlns:p14="http://schemas.microsoft.com/office/powerpoint/2010/main" val="1545583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Инновационная часть «петровской» модернизации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3204" y="1268760"/>
            <a:ext cx="8229600" cy="3484984"/>
          </a:xfrm>
        </p:spPr>
        <p:txBody>
          <a:bodyPr>
            <a:normAutofit fontScale="77500" lnSpcReduction="20000"/>
          </a:bodyPr>
          <a:lstStyle/>
          <a:p>
            <a:pPr lvl="0" algn="ctr">
              <a:buNone/>
            </a:pPr>
            <a:r>
              <a:rPr lang="ru-RU" sz="3000" b="1" dirty="0">
                <a:solidFill>
                  <a:prstClr val="black"/>
                </a:solidFill>
                <a:latin typeface="Calibri"/>
              </a:rPr>
              <a:t>Правитель («работник на троне»):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подчиняет свою жизнь интересам государства;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зарабатывает чины в сражениях;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требует от подданных лишь того, что умеет сам;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не стесняется учиться и может научить;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прост в обращении;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уважает мастерство и заслуги;</a:t>
            </a:r>
          </a:p>
          <a:p>
            <a:pPr lvl="0"/>
            <a:r>
              <a:rPr lang="ru-RU" sz="3000" dirty="0">
                <a:solidFill>
                  <a:prstClr val="black"/>
                </a:solidFill>
                <a:latin typeface="Calibri"/>
              </a:rPr>
              <a:t>предпочитает наказывать за провинности сам, не доверяя закону.</a:t>
            </a:r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51147" y="4941168"/>
            <a:ext cx="7560840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Во </a:t>
            </a:r>
            <a:r>
              <a:rPr lang="en-US" dirty="0"/>
              <a:t>II </a:t>
            </a:r>
            <a:r>
              <a:rPr lang="ru-RU" dirty="0"/>
              <a:t>четверти – середине </a:t>
            </a:r>
            <a:r>
              <a:rPr lang="en-US" dirty="0"/>
              <a:t>XVIII </a:t>
            </a:r>
            <a:r>
              <a:rPr lang="ru-RU" dirty="0"/>
              <a:t>века служит примером Фридриху Прусскому для создания модели управления, а Вольтеру для описания модели «просвещенного абсолютизма».</a:t>
            </a:r>
          </a:p>
        </p:txBody>
      </p:sp>
    </p:spTree>
    <p:extLst>
      <p:ext uri="{BB962C8B-B14F-4D97-AF65-F5344CB8AC3E}">
        <p14:creationId xmlns:p14="http://schemas.microsoft.com/office/powerpoint/2010/main" val="1393920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8640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Элементы архаизации в «петровской модернизации»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24944"/>
          </a:xfrm>
        </p:spPr>
        <p:txBody>
          <a:bodyPr/>
          <a:lstStyle/>
          <a:p>
            <a:r>
              <a:rPr lang="ru-RU" dirty="0"/>
              <a:t>Сохранение и унификация системы крепостного права.</a:t>
            </a:r>
          </a:p>
          <a:p>
            <a:r>
              <a:rPr lang="ru-RU" dirty="0"/>
              <a:t>Закрепление государственных повинностей за каждым слоем российского населения.</a:t>
            </a:r>
          </a:p>
          <a:p>
            <a:r>
              <a:rPr lang="ru-RU" dirty="0"/>
              <a:t>Сознательный отказ от культурных преобразований для сельского населения (около 90%) населения.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187624" y="5013176"/>
            <a:ext cx="6984776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Понятия «свобода» и «петровская модернизация» несовместимы</a:t>
            </a:r>
          </a:p>
        </p:txBody>
      </p:sp>
    </p:spTree>
    <p:extLst>
      <p:ext uri="{BB962C8B-B14F-4D97-AF65-F5344CB8AC3E}">
        <p14:creationId xmlns:p14="http://schemas.microsoft.com/office/powerpoint/2010/main" val="3476833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864096"/>
          </a:xfrm>
        </p:spPr>
        <p:txBody>
          <a:bodyPr/>
          <a:lstStyle/>
          <a:p>
            <a:r>
              <a:rPr lang="ru-RU" sz="3200" dirty="0"/>
              <a:t>Итоги «петровской модернизации»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/>
          </a:bodyPr>
          <a:lstStyle/>
          <a:p>
            <a:r>
              <a:rPr lang="ru-RU" dirty="0"/>
              <a:t>Смена вектора развития страны: с «обособления» на «европейский путь».</a:t>
            </a:r>
          </a:p>
          <a:p>
            <a:r>
              <a:rPr lang="ru-RU" dirty="0"/>
              <a:t>Формирование «необходимых» условий для появления инноваций. Первые «достаточные» условия появятся во </a:t>
            </a:r>
            <a:r>
              <a:rPr lang="en-US" dirty="0"/>
              <a:t>II </a:t>
            </a:r>
            <a:r>
              <a:rPr lang="ru-RU" dirty="0"/>
              <a:t>четверти века: работа Академии наук и создание Московского университета.</a:t>
            </a:r>
          </a:p>
          <a:p>
            <a:r>
              <a:rPr lang="ru-RU" dirty="0"/>
              <a:t>Культурный раскол между элитой и всем остальным населением страны. Резкое ускорение в формировании «России-2».</a:t>
            </a:r>
          </a:p>
          <a:p>
            <a:r>
              <a:rPr lang="ru-RU" dirty="0"/>
              <a:t>Огосударствление всех проявлений общественной жизни.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6826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CE0FC-E104-C063-89E1-6C387AF8A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Институциональные изменения </a:t>
            </a:r>
            <a:r>
              <a:rPr lang="en-US" sz="3200" dirty="0"/>
              <a:t>I </a:t>
            </a:r>
            <a:r>
              <a:rPr lang="ru-RU" sz="3200" dirty="0"/>
              <a:t>четверти </a:t>
            </a:r>
            <a:r>
              <a:rPr lang="en-US" sz="3200" dirty="0"/>
              <a:t>XVIII </a:t>
            </a:r>
            <a:r>
              <a:rPr lang="ru-RU" sz="3200" dirty="0"/>
              <a:t>века: институции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A6B2076-A95C-CD4C-6F59-D953720C6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460648"/>
          </a:xfrm>
        </p:spPr>
        <p:txBody>
          <a:bodyPr/>
          <a:lstStyle/>
          <a:p>
            <a:r>
              <a:rPr lang="ru-RU" dirty="0"/>
              <a:t>Уничтожены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C03207F-3FBB-53C4-F36E-1AB45855D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460648"/>
          </a:xfrm>
        </p:spPr>
        <p:txBody>
          <a:bodyPr/>
          <a:lstStyle/>
          <a:p>
            <a:r>
              <a:rPr lang="ru-RU" dirty="0"/>
              <a:t>Созданы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7A9FD077-6043-6AA0-789E-3049FC5404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Боярство, высшая социальная группа, крупнейший </a:t>
            </a:r>
            <a:r>
              <a:rPr lang="ru-RU" dirty="0" err="1"/>
              <a:t>актор</a:t>
            </a:r>
            <a:r>
              <a:rPr lang="ru-RU" dirty="0"/>
              <a:t> в экономике и политике, управленческая элита.</a:t>
            </a:r>
          </a:p>
          <a:p>
            <a:r>
              <a:rPr lang="ru-RU" dirty="0"/>
              <a:t>Дворянство, как основа вооруженных сил.</a:t>
            </a:r>
          </a:p>
          <a:p>
            <a:r>
              <a:rPr lang="ru-RU" dirty="0"/>
              <a:t>Холопство – форма рабовладения, не связанного с землей.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4E0474B-1B66-4B8E-20D9-B10F18EE5F8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Дворянство (помещики), как главный институт в землевладении, военной и государственной службе.</a:t>
            </a:r>
          </a:p>
          <a:p>
            <a:r>
              <a:rPr lang="ru-RU" dirty="0"/>
              <a:t>Образование, ориентированное на профессиональные компетенции и европейскую науку.</a:t>
            </a:r>
          </a:p>
          <a:p>
            <a:r>
              <a:rPr lang="ru-RU" dirty="0"/>
              <a:t>Институт государственных повинностей, распространённый (в различных формах) на все сословия.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AF0C272-CA2D-802D-CFAF-FB3E42F4EE91}"/>
              </a:ext>
            </a:extLst>
          </p:cNvPr>
          <p:cNvSpPr/>
          <p:nvPr/>
        </p:nvSpPr>
        <p:spPr>
          <a:xfrm>
            <a:off x="1619672" y="6021287"/>
            <a:ext cx="6408712" cy="71739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/>
              <a:t>Особая форма </a:t>
            </a:r>
            <a:r>
              <a:rPr lang="ru-RU" sz="1400" b="1" dirty="0" err="1"/>
              <a:t>институализации</a:t>
            </a:r>
            <a:r>
              <a:rPr lang="ru-RU" sz="1400" b="1" dirty="0"/>
              <a:t> самого движения к прогрессу – создание столицы европейского типа – Санкт-Петербурга.</a:t>
            </a:r>
          </a:p>
        </p:txBody>
      </p:sp>
    </p:spTree>
    <p:extLst>
      <p:ext uri="{BB962C8B-B14F-4D97-AF65-F5344CB8AC3E}">
        <p14:creationId xmlns:p14="http://schemas.microsoft.com/office/powerpoint/2010/main" val="3550945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CE0FC-E104-C063-89E1-6C387AF8A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Институциональные изменения </a:t>
            </a:r>
            <a:r>
              <a:rPr lang="en-US" sz="3200" dirty="0"/>
              <a:t>I </a:t>
            </a:r>
            <a:r>
              <a:rPr lang="ru-RU" sz="3200" dirty="0"/>
              <a:t>четверти </a:t>
            </a:r>
            <a:r>
              <a:rPr lang="en-US" sz="3200" dirty="0"/>
              <a:t>XVIII </a:t>
            </a:r>
            <a:r>
              <a:rPr lang="ru-RU" sz="3200" dirty="0"/>
              <a:t>века: институции в управлении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A6B2076-A95C-CD4C-6F59-D953720C6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460648"/>
          </a:xfrm>
        </p:spPr>
        <p:txBody>
          <a:bodyPr/>
          <a:lstStyle/>
          <a:p>
            <a:r>
              <a:rPr lang="ru-RU" dirty="0"/>
              <a:t>Уничтожены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C03207F-3FBB-53C4-F36E-1AB45855D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460648"/>
          </a:xfrm>
        </p:spPr>
        <p:txBody>
          <a:bodyPr/>
          <a:lstStyle/>
          <a:p>
            <a:r>
              <a:rPr lang="ru-RU" dirty="0"/>
              <a:t>Созданы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7A9FD077-6043-6AA0-789E-3049FC5404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52040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Дума, орган управления ориентированный на компромиссы в высших сословиях.</a:t>
            </a:r>
          </a:p>
          <a:p>
            <a:r>
              <a:rPr lang="ru-RU" dirty="0"/>
              <a:t>Приказы, органы управления, работающие по принципу «выполнения поручений».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4E0474B-1B66-4B8E-20D9-B10F18EE5F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72584" y="2212849"/>
            <a:ext cx="4041648" cy="352040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Сенат, орган управления, ориентированный на реализацию воли монарха.</a:t>
            </a:r>
          </a:p>
          <a:p>
            <a:r>
              <a:rPr lang="ru-RU" dirty="0"/>
              <a:t>Коллегии, органы управления работающие (в идеале) по принципам «рациональной бюрократии»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74E6C9E-4B4F-87B6-F161-538223064F37}"/>
              </a:ext>
            </a:extLst>
          </p:cNvPr>
          <p:cNvSpPr/>
          <p:nvPr/>
        </p:nvSpPr>
        <p:spPr>
          <a:xfrm>
            <a:off x="1187624" y="5733256"/>
            <a:ext cx="7200800" cy="86409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Институция «царь» трансформирована в институцию «император». Заложено основание института «императорская власть».</a:t>
            </a:r>
          </a:p>
        </p:txBody>
      </p:sp>
    </p:spTree>
    <p:extLst>
      <p:ext uri="{BB962C8B-B14F-4D97-AF65-F5344CB8AC3E}">
        <p14:creationId xmlns:p14="http://schemas.microsoft.com/office/powerpoint/2010/main" val="774373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CE0FC-E104-C063-89E1-6C387AF8A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Институциональные изменения </a:t>
            </a:r>
            <a:r>
              <a:rPr lang="en-US" sz="3200" dirty="0"/>
              <a:t>I </a:t>
            </a:r>
            <a:r>
              <a:rPr lang="ru-RU" sz="3200" dirty="0"/>
              <a:t>четверти </a:t>
            </a:r>
            <a:r>
              <a:rPr lang="en-US" sz="3200" dirty="0"/>
              <a:t>XVIII </a:t>
            </a:r>
            <a:r>
              <a:rPr lang="ru-RU" sz="3200" dirty="0"/>
              <a:t>века: церковные институции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A6B2076-A95C-CD4C-6F59-D953720C6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460648"/>
          </a:xfrm>
        </p:spPr>
        <p:txBody>
          <a:bodyPr/>
          <a:lstStyle/>
          <a:p>
            <a:r>
              <a:rPr lang="ru-RU" dirty="0"/>
              <a:t>Уничтожены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C03207F-3FBB-53C4-F36E-1AB45855D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460648"/>
          </a:xfrm>
        </p:spPr>
        <p:txBody>
          <a:bodyPr/>
          <a:lstStyle/>
          <a:p>
            <a:r>
              <a:rPr lang="ru-RU" dirty="0"/>
              <a:t>Созданы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7A9FD077-6043-6AA0-789E-3049FC5404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Патриаршество – сословный орган управления, ориентированный на «симфонию» византийского образца.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4E0474B-1B66-4B8E-20D9-B10F18EE5F8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Синод – бюрократический орган управления, вписанный в создаваемый институт «императорская власть».</a:t>
            </a:r>
          </a:p>
        </p:txBody>
      </p:sp>
    </p:spTree>
    <p:extLst>
      <p:ext uri="{BB962C8B-B14F-4D97-AF65-F5344CB8AC3E}">
        <p14:creationId xmlns:p14="http://schemas.microsoft.com/office/powerpoint/2010/main" val="1144209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CE0FC-E104-C063-89E1-6C387AF8A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Институциональные изменения </a:t>
            </a:r>
            <a:r>
              <a:rPr lang="en-US" sz="3200" dirty="0"/>
              <a:t>I </a:t>
            </a:r>
            <a:r>
              <a:rPr lang="ru-RU" sz="3200" dirty="0"/>
              <a:t>четверти </a:t>
            </a:r>
            <a:r>
              <a:rPr lang="en-US" sz="3200" dirty="0"/>
              <a:t>XVIII </a:t>
            </a:r>
            <a:r>
              <a:rPr lang="ru-RU" sz="3200" dirty="0"/>
              <a:t>века: институции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A6B2076-A95C-CD4C-6F59-D953720C6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460648"/>
          </a:xfrm>
        </p:spPr>
        <p:txBody>
          <a:bodyPr/>
          <a:lstStyle/>
          <a:p>
            <a:r>
              <a:rPr lang="ru-RU" dirty="0"/>
              <a:t>Уничтожены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C03207F-3FBB-53C4-F36E-1AB45855D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460648"/>
          </a:xfrm>
        </p:spPr>
        <p:txBody>
          <a:bodyPr/>
          <a:lstStyle/>
          <a:p>
            <a:r>
              <a:rPr lang="ru-RU" dirty="0"/>
              <a:t>Созданы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7A9FD077-6043-6AA0-789E-3049FC5404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Дворянское ополчение, как способ организации кавалерии.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4E0474B-1B66-4B8E-20D9-B10F18EE5F8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Гвардия, как форма обучения дворянства военному делу и один из «социальных лифтов».</a:t>
            </a:r>
          </a:p>
          <a:p>
            <a:r>
              <a:rPr lang="ru-RU" dirty="0"/>
              <a:t>Драгунские полки, как способ организации кавалерии.</a:t>
            </a:r>
          </a:p>
          <a:p>
            <a:r>
              <a:rPr lang="ru-RU" dirty="0"/>
              <a:t>Военный флот.</a:t>
            </a:r>
          </a:p>
        </p:txBody>
      </p:sp>
    </p:spTree>
    <p:extLst>
      <p:ext uri="{BB962C8B-B14F-4D97-AF65-F5344CB8AC3E}">
        <p14:creationId xmlns:p14="http://schemas.microsoft.com/office/powerpoint/2010/main" val="15391979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</TotalTime>
  <Words>1925</Words>
  <Application>Microsoft Office PowerPoint</Application>
  <PresentationFormat>Экран (4:3)</PresentationFormat>
  <Paragraphs>207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Century Gothic</vt:lpstr>
      <vt:lpstr>Courier New</vt:lpstr>
      <vt:lpstr>Palatino Linotype</vt:lpstr>
      <vt:lpstr>Исполнительная</vt:lpstr>
      <vt:lpstr>История России</vt:lpstr>
      <vt:lpstr>Способы существования человеческих сообществ во времени</vt:lpstr>
      <vt:lpstr>Инновационное развитие</vt:lpstr>
      <vt:lpstr>Модернизация</vt:lpstr>
      <vt:lpstr>Англия II пол. XVII в. – первый пример модернизации (с переходом к инновационному развитию).</vt:lpstr>
      <vt:lpstr>Формирование предпосылок перехода  к модернизации в России XVII века </vt:lpstr>
      <vt:lpstr>Модернизация и институализация</vt:lpstr>
      <vt:lpstr>Способы осуществления институционального перехода</vt:lpstr>
      <vt:lpstr>Самостоятельный переход</vt:lpstr>
      <vt:lpstr>Специфика институционального перехода в России XVII – XVIII вв.</vt:lpstr>
      <vt:lpstr>Институциональные изменения XVII века</vt:lpstr>
      <vt:lpstr>Презентация PowerPoint</vt:lpstr>
      <vt:lpstr>Выбор способа самостоятельного институционального перехода</vt:lpstr>
      <vt:lpstr>Логика перехода к модернизации страны на рубеже XVII – XVIII вв.</vt:lpstr>
      <vt:lpstr>Акторы российской модернизации I четв. XVIII века</vt:lpstr>
      <vt:lpstr>Специфика «петровской» модернизации</vt:lpstr>
      <vt:lpstr>Главные черты «петровской модернизации»</vt:lpstr>
      <vt:lpstr>Главные черты «петровской модернизации»</vt:lpstr>
      <vt:lpstr>Инновационная часть «петровской» модернизации</vt:lpstr>
      <vt:lpstr>Элементы архаизации в «петровской модернизации»</vt:lpstr>
      <vt:lpstr>Итоги «петровской модернизации»</vt:lpstr>
      <vt:lpstr>Институциональные изменения I четверти XVIII века: институции</vt:lpstr>
      <vt:lpstr>Институциональные изменения I четверти XVIII века: институции в управлении</vt:lpstr>
      <vt:lpstr>Институциональные изменения I четверти XVIII века: церковные институции</vt:lpstr>
      <vt:lpstr>Институциональные изменения I четверти XVIII века: институции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России</dc:title>
  <dc:creator>User</dc:creator>
  <cp:lastModifiedBy>Константин Соловьев</cp:lastModifiedBy>
  <cp:revision>40</cp:revision>
  <dcterms:created xsi:type="dcterms:W3CDTF">2017-07-26T07:37:53Z</dcterms:created>
  <dcterms:modified xsi:type="dcterms:W3CDTF">2023-08-28T09:26:03Z</dcterms:modified>
</cp:coreProperties>
</file>