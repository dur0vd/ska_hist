
<file path=[Content_Types].xml><?xml version="1.0" encoding="utf-8"?>
<Types xmlns="http://schemas.openxmlformats.org/package/2006/content-types">
  <Default Extension="gif" ContentType="image/gif"/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26"/>
  </p:notesMasterIdLst>
  <p:sldIdLst>
    <p:sldId id="256" r:id="rId3"/>
    <p:sldId id="270" r:id="rId4"/>
    <p:sldId id="280" r:id="rId5"/>
    <p:sldId id="272" r:id="rId6"/>
    <p:sldId id="271" r:id="rId7"/>
    <p:sldId id="274" r:id="rId8"/>
    <p:sldId id="275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76" r:id="rId18"/>
    <p:sldId id="277" r:id="rId19"/>
    <p:sldId id="278" r:id="rId20"/>
    <p:sldId id="266" r:id="rId21"/>
    <p:sldId id="267" r:id="rId22"/>
    <p:sldId id="279" r:id="rId23"/>
    <p:sldId id="268" r:id="rId24"/>
    <p:sldId id="269" r:id="rId25"/>
  </p:sldIdLst>
  <p:sldSz cx="9144000" cy="6858000" type="screen4x3"/>
  <p:notesSz cx="6858000" cy="9144000"/>
  <p:defaultTextStyle>
    <a:defPPr>
      <a:defRPr lang="ru-RU"/>
    </a:defPPr>
    <a:lvl1pPr marL="0" algn="l" defTabSz="91421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06" algn="l" defTabSz="91421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10" algn="l" defTabSz="91421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16" algn="l" defTabSz="91421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21" algn="l" defTabSz="91421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26" algn="l" defTabSz="91421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30" algn="l" defTabSz="91421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36" algn="l" defTabSz="91421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41" algn="l" defTabSz="91421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8E9CE7E-7E26-4B8C-966A-0A6BC3B2FD6A}" type="doc">
      <dgm:prSet loTypeId="urn:microsoft.com/office/officeart/2005/8/layout/lProcess2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6E6752FC-F10A-48F3-B074-A7FD38112921}">
      <dgm:prSet phldrT="[Текст]" custT="1"/>
      <dgm:spPr/>
      <dgm:t>
        <a:bodyPr/>
        <a:lstStyle/>
        <a:p>
          <a:r>
            <a:rPr lang="ru-RU" sz="2400" dirty="0"/>
            <a:t>Признаки государства (теория)</a:t>
          </a:r>
        </a:p>
      </dgm:t>
    </dgm:pt>
    <dgm:pt modelId="{00D4E9D0-BD83-49F8-8A42-9625E96E71DE}" type="parTrans" cxnId="{A876D805-462E-453A-86AC-5ADDBE3CF6D0}">
      <dgm:prSet/>
      <dgm:spPr/>
      <dgm:t>
        <a:bodyPr/>
        <a:lstStyle/>
        <a:p>
          <a:endParaRPr lang="ru-RU"/>
        </a:p>
      </dgm:t>
    </dgm:pt>
    <dgm:pt modelId="{ECF59781-8016-4F54-BD75-984655DC425E}" type="sibTrans" cxnId="{A876D805-462E-453A-86AC-5ADDBE3CF6D0}">
      <dgm:prSet/>
      <dgm:spPr/>
      <dgm:t>
        <a:bodyPr/>
        <a:lstStyle/>
        <a:p>
          <a:endParaRPr lang="ru-RU"/>
        </a:p>
      </dgm:t>
    </dgm:pt>
    <dgm:pt modelId="{EADA386C-223C-4722-AA7D-4EFFB5581483}">
      <dgm:prSet phldrT="[Текст]"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600" dirty="0"/>
            <a:t>Единство границ</a:t>
          </a:r>
        </a:p>
      </dgm:t>
    </dgm:pt>
    <dgm:pt modelId="{8073B68B-7763-4EC5-B1DB-5874A7E40C16}" type="parTrans" cxnId="{5D2EF7F1-9C6B-419E-A587-7F841D8494C6}">
      <dgm:prSet/>
      <dgm:spPr/>
      <dgm:t>
        <a:bodyPr/>
        <a:lstStyle/>
        <a:p>
          <a:endParaRPr lang="ru-RU"/>
        </a:p>
      </dgm:t>
    </dgm:pt>
    <dgm:pt modelId="{DCD4CD3D-DFD0-4F81-83D9-16D333D82415}" type="sibTrans" cxnId="{5D2EF7F1-9C6B-419E-A587-7F841D8494C6}">
      <dgm:prSet/>
      <dgm:spPr/>
      <dgm:t>
        <a:bodyPr/>
        <a:lstStyle/>
        <a:p>
          <a:endParaRPr lang="ru-RU"/>
        </a:p>
      </dgm:t>
    </dgm:pt>
    <dgm:pt modelId="{95174D77-5937-41BA-A330-5A49C3178620}">
      <dgm:prSet phldrT="[Текст]"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600" dirty="0"/>
            <a:t>Единство законов и суда</a:t>
          </a:r>
        </a:p>
      </dgm:t>
    </dgm:pt>
    <dgm:pt modelId="{CD337B29-95DD-4ADB-B8BB-9F60CF939C95}" type="parTrans" cxnId="{D398383D-C2E3-4E0C-9170-D891630FC4FE}">
      <dgm:prSet/>
      <dgm:spPr/>
      <dgm:t>
        <a:bodyPr/>
        <a:lstStyle/>
        <a:p>
          <a:endParaRPr lang="ru-RU"/>
        </a:p>
      </dgm:t>
    </dgm:pt>
    <dgm:pt modelId="{49B50B48-0643-43C9-99FD-CEFDE5227A70}" type="sibTrans" cxnId="{D398383D-C2E3-4E0C-9170-D891630FC4FE}">
      <dgm:prSet/>
      <dgm:spPr/>
      <dgm:t>
        <a:bodyPr/>
        <a:lstStyle/>
        <a:p>
          <a:endParaRPr lang="ru-RU"/>
        </a:p>
      </dgm:t>
    </dgm:pt>
    <dgm:pt modelId="{251C65FF-3CF0-4914-A459-77FE9EB2C268}">
      <dgm:prSet phldrT="[Текст]" custT="1"/>
      <dgm:spPr/>
      <dgm:t>
        <a:bodyPr/>
        <a:lstStyle/>
        <a:p>
          <a:r>
            <a:rPr lang="ru-RU" sz="2400" dirty="0"/>
            <a:t>Средневековая реальность</a:t>
          </a:r>
        </a:p>
      </dgm:t>
    </dgm:pt>
    <dgm:pt modelId="{EA876AE1-8BAD-4BC0-B2EE-C84CD2B71E86}" type="parTrans" cxnId="{954844F4-4624-4AA0-84BB-4584266034AD}">
      <dgm:prSet/>
      <dgm:spPr/>
      <dgm:t>
        <a:bodyPr/>
        <a:lstStyle/>
        <a:p>
          <a:endParaRPr lang="ru-RU"/>
        </a:p>
      </dgm:t>
    </dgm:pt>
    <dgm:pt modelId="{44E2399A-1044-42EA-9FB0-0D95F605C1E4}" type="sibTrans" cxnId="{954844F4-4624-4AA0-84BB-4584266034AD}">
      <dgm:prSet/>
      <dgm:spPr/>
      <dgm:t>
        <a:bodyPr/>
        <a:lstStyle/>
        <a:p>
          <a:endParaRPr lang="ru-RU"/>
        </a:p>
      </dgm:t>
    </dgm:pt>
    <dgm:pt modelId="{5522D769-6E5E-4394-96E6-14230684A44E}">
      <dgm:prSet phldrT="[Текст]"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600" dirty="0"/>
            <a:t>Границы государства зависят от прочности вассальных отношений</a:t>
          </a:r>
        </a:p>
      </dgm:t>
    </dgm:pt>
    <dgm:pt modelId="{8453B1E1-6DE3-4F01-8A62-E14EEA5C9E77}" type="parTrans" cxnId="{3D945F92-76C4-4F16-A3DF-341B8981223C}">
      <dgm:prSet/>
      <dgm:spPr/>
      <dgm:t>
        <a:bodyPr/>
        <a:lstStyle/>
        <a:p>
          <a:endParaRPr lang="ru-RU"/>
        </a:p>
      </dgm:t>
    </dgm:pt>
    <dgm:pt modelId="{0718C847-9565-4DE5-9ED9-B92F077A8857}" type="sibTrans" cxnId="{3D945F92-76C4-4F16-A3DF-341B8981223C}">
      <dgm:prSet/>
      <dgm:spPr/>
      <dgm:t>
        <a:bodyPr/>
        <a:lstStyle/>
        <a:p>
          <a:endParaRPr lang="ru-RU"/>
        </a:p>
      </dgm:t>
    </dgm:pt>
    <dgm:pt modelId="{232C9E21-BE40-4BDE-B671-36EA35CABC47}">
      <dgm:prSet phldrT="[Текст]"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600" dirty="0"/>
            <a:t>Закон имеет характер традиции. Суд осуществляется сеньором.</a:t>
          </a:r>
        </a:p>
      </dgm:t>
    </dgm:pt>
    <dgm:pt modelId="{723F2BD4-DD91-4186-9444-B3B180C7C49A}" type="parTrans" cxnId="{5E49CF33-78ED-4759-896D-0D9E0D262332}">
      <dgm:prSet/>
      <dgm:spPr/>
      <dgm:t>
        <a:bodyPr/>
        <a:lstStyle/>
        <a:p>
          <a:endParaRPr lang="ru-RU"/>
        </a:p>
      </dgm:t>
    </dgm:pt>
    <dgm:pt modelId="{D01916F1-7D35-46E2-9E3E-A3C098EB0D20}" type="sibTrans" cxnId="{5E49CF33-78ED-4759-896D-0D9E0D262332}">
      <dgm:prSet/>
      <dgm:spPr/>
      <dgm:t>
        <a:bodyPr/>
        <a:lstStyle/>
        <a:p>
          <a:endParaRPr lang="ru-RU"/>
        </a:p>
      </dgm:t>
    </dgm:pt>
    <dgm:pt modelId="{48E1D8B0-647C-401C-83A3-D8FE422B72FF}">
      <dgm:prSet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600" dirty="0"/>
            <a:t>Единство управления, осуществляемое отделенным от населения аппаратом</a:t>
          </a:r>
        </a:p>
      </dgm:t>
    </dgm:pt>
    <dgm:pt modelId="{664164A7-43EA-4BE6-9280-C670F8172AC2}" type="parTrans" cxnId="{0240F730-17CE-4A58-BEE7-BEC3263822E6}">
      <dgm:prSet/>
      <dgm:spPr/>
      <dgm:t>
        <a:bodyPr/>
        <a:lstStyle/>
        <a:p>
          <a:endParaRPr lang="ru-RU"/>
        </a:p>
      </dgm:t>
    </dgm:pt>
    <dgm:pt modelId="{7E2412C8-6A75-4219-BDD3-731DCC35EA28}" type="sibTrans" cxnId="{0240F730-17CE-4A58-BEE7-BEC3263822E6}">
      <dgm:prSet/>
      <dgm:spPr/>
      <dgm:t>
        <a:bodyPr/>
        <a:lstStyle/>
        <a:p>
          <a:endParaRPr lang="ru-RU"/>
        </a:p>
      </dgm:t>
    </dgm:pt>
    <dgm:pt modelId="{4817816E-B8C3-4E05-971F-41ED2F059D69}">
      <dgm:prSet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600" dirty="0"/>
            <a:t>Управление осуществляется сеньором с опорой на его вассалов и гражданских  слуг (министериалов)</a:t>
          </a:r>
        </a:p>
      </dgm:t>
    </dgm:pt>
    <dgm:pt modelId="{73721843-954C-4433-BA4A-CF18D937C7AF}" type="parTrans" cxnId="{78213ADA-ED29-4EBE-8E54-05FE2B3D0A89}">
      <dgm:prSet/>
      <dgm:spPr/>
      <dgm:t>
        <a:bodyPr/>
        <a:lstStyle/>
        <a:p>
          <a:endParaRPr lang="ru-RU"/>
        </a:p>
      </dgm:t>
    </dgm:pt>
    <dgm:pt modelId="{9DF14B38-DFE4-4E4A-ACFC-2ECEDD7B5F31}" type="sibTrans" cxnId="{78213ADA-ED29-4EBE-8E54-05FE2B3D0A89}">
      <dgm:prSet/>
      <dgm:spPr/>
      <dgm:t>
        <a:bodyPr/>
        <a:lstStyle/>
        <a:p>
          <a:endParaRPr lang="ru-RU"/>
        </a:p>
      </dgm:t>
    </dgm:pt>
    <dgm:pt modelId="{F0FAC86D-02AB-470F-85BE-2940985D3936}" type="pres">
      <dgm:prSet presAssocID="{E8E9CE7E-7E26-4B8C-966A-0A6BC3B2FD6A}" presName="theList" presStyleCnt="0">
        <dgm:presLayoutVars>
          <dgm:dir/>
          <dgm:animLvl val="lvl"/>
          <dgm:resizeHandles val="exact"/>
        </dgm:presLayoutVars>
      </dgm:prSet>
      <dgm:spPr/>
    </dgm:pt>
    <dgm:pt modelId="{EB6D572E-A181-4FA3-9A74-1C0231ACC626}" type="pres">
      <dgm:prSet presAssocID="{6E6752FC-F10A-48F3-B074-A7FD38112921}" presName="compNode" presStyleCnt="0"/>
      <dgm:spPr/>
    </dgm:pt>
    <dgm:pt modelId="{2BCA7139-2D37-4EB7-9475-A25C2521F29E}" type="pres">
      <dgm:prSet presAssocID="{6E6752FC-F10A-48F3-B074-A7FD38112921}" presName="aNode" presStyleLbl="bgShp" presStyleIdx="0" presStyleCnt="2"/>
      <dgm:spPr/>
    </dgm:pt>
    <dgm:pt modelId="{232A5985-99BA-4D84-8CCE-BA5919E7EEB9}" type="pres">
      <dgm:prSet presAssocID="{6E6752FC-F10A-48F3-B074-A7FD38112921}" presName="textNode" presStyleLbl="bgShp" presStyleIdx="0" presStyleCnt="2"/>
      <dgm:spPr/>
    </dgm:pt>
    <dgm:pt modelId="{C9E9D287-69BF-4D33-BA0B-27EFE4B52E24}" type="pres">
      <dgm:prSet presAssocID="{6E6752FC-F10A-48F3-B074-A7FD38112921}" presName="compChildNode" presStyleCnt="0"/>
      <dgm:spPr/>
    </dgm:pt>
    <dgm:pt modelId="{1AE70F76-E8F0-4B7A-83D1-98D7836F44E0}" type="pres">
      <dgm:prSet presAssocID="{6E6752FC-F10A-48F3-B074-A7FD38112921}" presName="theInnerList" presStyleCnt="0"/>
      <dgm:spPr/>
    </dgm:pt>
    <dgm:pt modelId="{B35E1209-3880-4024-9A97-F497B69AC460}" type="pres">
      <dgm:prSet presAssocID="{EADA386C-223C-4722-AA7D-4EFFB5581483}" presName="childNode" presStyleLbl="node1" presStyleIdx="0" presStyleCnt="6">
        <dgm:presLayoutVars>
          <dgm:bulletEnabled val="1"/>
        </dgm:presLayoutVars>
      </dgm:prSet>
      <dgm:spPr/>
    </dgm:pt>
    <dgm:pt modelId="{0ECD0CA6-E982-457F-8D37-B16DB6034D2C}" type="pres">
      <dgm:prSet presAssocID="{EADA386C-223C-4722-AA7D-4EFFB5581483}" presName="aSpace2" presStyleCnt="0"/>
      <dgm:spPr/>
    </dgm:pt>
    <dgm:pt modelId="{1FFC6900-3B29-494A-AC9D-AA2F1684F1C3}" type="pres">
      <dgm:prSet presAssocID="{95174D77-5937-41BA-A330-5A49C3178620}" presName="childNode" presStyleLbl="node1" presStyleIdx="1" presStyleCnt="6">
        <dgm:presLayoutVars>
          <dgm:bulletEnabled val="1"/>
        </dgm:presLayoutVars>
      </dgm:prSet>
      <dgm:spPr/>
    </dgm:pt>
    <dgm:pt modelId="{CC6FD350-04CF-44D6-95CD-D005100DF6AF}" type="pres">
      <dgm:prSet presAssocID="{95174D77-5937-41BA-A330-5A49C3178620}" presName="aSpace2" presStyleCnt="0"/>
      <dgm:spPr/>
    </dgm:pt>
    <dgm:pt modelId="{22FF80BD-ED2C-4436-BE06-FC336C36CA38}" type="pres">
      <dgm:prSet presAssocID="{48E1D8B0-647C-401C-83A3-D8FE422B72FF}" presName="childNode" presStyleLbl="node1" presStyleIdx="2" presStyleCnt="6">
        <dgm:presLayoutVars>
          <dgm:bulletEnabled val="1"/>
        </dgm:presLayoutVars>
      </dgm:prSet>
      <dgm:spPr/>
    </dgm:pt>
    <dgm:pt modelId="{5C26BC40-DFB4-40FD-A3D3-7852E341E5D4}" type="pres">
      <dgm:prSet presAssocID="{6E6752FC-F10A-48F3-B074-A7FD38112921}" presName="aSpace" presStyleCnt="0"/>
      <dgm:spPr/>
    </dgm:pt>
    <dgm:pt modelId="{9EDE5792-AE16-4005-8132-594AA53F4080}" type="pres">
      <dgm:prSet presAssocID="{251C65FF-3CF0-4914-A459-77FE9EB2C268}" presName="compNode" presStyleCnt="0"/>
      <dgm:spPr/>
    </dgm:pt>
    <dgm:pt modelId="{F9C81D37-6C02-454E-8865-32E20013FD24}" type="pres">
      <dgm:prSet presAssocID="{251C65FF-3CF0-4914-A459-77FE9EB2C268}" presName="aNode" presStyleLbl="bgShp" presStyleIdx="1" presStyleCnt="2"/>
      <dgm:spPr/>
    </dgm:pt>
    <dgm:pt modelId="{AFE49068-7C9D-4784-87F7-B5159E339409}" type="pres">
      <dgm:prSet presAssocID="{251C65FF-3CF0-4914-A459-77FE9EB2C268}" presName="textNode" presStyleLbl="bgShp" presStyleIdx="1" presStyleCnt="2"/>
      <dgm:spPr/>
    </dgm:pt>
    <dgm:pt modelId="{90E1D5AE-D0E3-4490-BAE8-4E7179389825}" type="pres">
      <dgm:prSet presAssocID="{251C65FF-3CF0-4914-A459-77FE9EB2C268}" presName="compChildNode" presStyleCnt="0"/>
      <dgm:spPr/>
    </dgm:pt>
    <dgm:pt modelId="{A1643342-7B36-48B7-B9C4-132759F7DA17}" type="pres">
      <dgm:prSet presAssocID="{251C65FF-3CF0-4914-A459-77FE9EB2C268}" presName="theInnerList" presStyleCnt="0"/>
      <dgm:spPr/>
    </dgm:pt>
    <dgm:pt modelId="{F3D071FF-3728-4C7A-ABFD-E6EE0492E1B0}" type="pres">
      <dgm:prSet presAssocID="{5522D769-6E5E-4394-96E6-14230684A44E}" presName="childNode" presStyleLbl="node1" presStyleIdx="3" presStyleCnt="6">
        <dgm:presLayoutVars>
          <dgm:bulletEnabled val="1"/>
        </dgm:presLayoutVars>
      </dgm:prSet>
      <dgm:spPr/>
    </dgm:pt>
    <dgm:pt modelId="{5BF99F18-9689-4008-843B-F2891A842D4D}" type="pres">
      <dgm:prSet presAssocID="{5522D769-6E5E-4394-96E6-14230684A44E}" presName="aSpace2" presStyleCnt="0"/>
      <dgm:spPr/>
    </dgm:pt>
    <dgm:pt modelId="{BB214BB3-A23C-4E3F-9DD1-6AB47456DF41}" type="pres">
      <dgm:prSet presAssocID="{232C9E21-BE40-4BDE-B671-36EA35CABC47}" presName="childNode" presStyleLbl="node1" presStyleIdx="4" presStyleCnt="6">
        <dgm:presLayoutVars>
          <dgm:bulletEnabled val="1"/>
        </dgm:presLayoutVars>
      </dgm:prSet>
      <dgm:spPr/>
    </dgm:pt>
    <dgm:pt modelId="{CA76C8C5-E64A-4806-B3A6-BFABF3036198}" type="pres">
      <dgm:prSet presAssocID="{232C9E21-BE40-4BDE-B671-36EA35CABC47}" presName="aSpace2" presStyleCnt="0"/>
      <dgm:spPr/>
    </dgm:pt>
    <dgm:pt modelId="{E5CF7929-63E9-48FB-AC33-16C16F742394}" type="pres">
      <dgm:prSet presAssocID="{4817816E-B8C3-4E05-971F-41ED2F059D69}" presName="childNode" presStyleLbl="node1" presStyleIdx="5" presStyleCnt="6">
        <dgm:presLayoutVars>
          <dgm:bulletEnabled val="1"/>
        </dgm:presLayoutVars>
      </dgm:prSet>
      <dgm:spPr/>
    </dgm:pt>
  </dgm:ptLst>
  <dgm:cxnLst>
    <dgm:cxn modelId="{A876D805-462E-453A-86AC-5ADDBE3CF6D0}" srcId="{E8E9CE7E-7E26-4B8C-966A-0A6BC3B2FD6A}" destId="{6E6752FC-F10A-48F3-B074-A7FD38112921}" srcOrd="0" destOrd="0" parTransId="{00D4E9D0-BD83-49F8-8A42-9625E96E71DE}" sibTransId="{ECF59781-8016-4F54-BD75-984655DC425E}"/>
    <dgm:cxn modelId="{7915CE29-A0C4-4533-93DF-6E7AF59E2FCB}" type="presOf" srcId="{251C65FF-3CF0-4914-A459-77FE9EB2C268}" destId="{AFE49068-7C9D-4784-87F7-B5159E339409}" srcOrd="1" destOrd="0" presId="urn:microsoft.com/office/officeart/2005/8/layout/lProcess2"/>
    <dgm:cxn modelId="{0240F730-17CE-4A58-BEE7-BEC3263822E6}" srcId="{6E6752FC-F10A-48F3-B074-A7FD38112921}" destId="{48E1D8B0-647C-401C-83A3-D8FE422B72FF}" srcOrd="2" destOrd="0" parTransId="{664164A7-43EA-4BE6-9280-C670F8172AC2}" sibTransId="{7E2412C8-6A75-4219-BDD3-731DCC35EA28}"/>
    <dgm:cxn modelId="{5E49CF33-78ED-4759-896D-0D9E0D262332}" srcId="{251C65FF-3CF0-4914-A459-77FE9EB2C268}" destId="{232C9E21-BE40-4BDE-B671-36EA35CABC47}" srcOrd="1" destOrd="0" parTransId="{723F2BD4-DD91-4186-9444-B3B180C7C49A}" sibTransId="{D01916F1-7D35-46E2-9E3E-A3C098EB0D20}"/>
    <dgm:cxn modelId="{442CB33A-50B9-415C-865B-3943F19F750C}" type="presOf" srcId="{5522D769-6E5E-4394-96E6-14230684A44E}" destId="{F3D071FF-3728-4C7A-ABFD-E6EE0492E1B0}" srcOrd="0" destOrd="0" presId="urn:microsoft.com/office/officeart/2005/8/layout/lProcess2"/>
    <dgm:cxn modelId="{D398383D-C2E3-4E0C-9170-D891630FC4FE}" srcId="{6E6752FC-F10A-48F3-B074-A7FD38112921}" destId="{95174D77-5937-41BA-A330-5A49C3178620}" srcOrd="1" destOrd="0" parTransId="{CD337B29-95DD-4ADB-B8BB-9F60CF939C95}" sibTransId="{49B50B48-0643-43C9-99FD-CEFDE5227A70}"/>
    <dgm:cxn modelId="{D1F13C65-FBDA-4AA9-A67E-63C5212C808E}" type="presOf" srcId="{232C9E21-BE40-4BDE-B671-36EA35CABC47}" destId="{BB214BB3-A23C-4E3F-9DD1-6AB47456DF41}" srcOrd="0" destOrd="0" presId="urn:microsoft.com/office/officeart/2005/8/layout/lProcess2"/>
    <dgm:cxn modelId="{8C99836A-7FC3-4937-967E-2335CAB9AF6E}" type="presOf" srcId="{4817816E-B8C3-4E05-971F-41ED2F059D69}" destId="{E5CF7929-63E9-48FB-AC33-16C16F742394}" srcOrd="0" destOrd="0" presId="urn:microsoft.com/office/officeart/2005/8/layout/lProcess2"/>
    <dgm:cxn modelId="{08A68051-5BF3-42CE-A3D9-DF1496EC801C}" type="presOf" srcId="{EADA386C-223C-4722-AA7D-4EFFB5581483}" destId="{B35E1209-3880-4024-9A97-F497B69AC460}" srcOrd="0" destOrd="0" presId="urn:microsoft.com/office/officeart/2005/8/layout/lProcess2"/>
    <dgm:cxn modelId="{89837D7A-0F5B-4B8F-9105-6D7D60B2CA99}" type="presOf" srcId="{E8E9CE7E-7E26-4B8C-966A-0A6BC3B2FD6A}" destId="{F0FAC86D-02AB-470F-85BE-2940985D3936}" srcOrd="0" destOrd="0" presId="urn:microsoft.com/office/officeart/2005/8/layout/lProcess2"/>
    <dgm:cxn modelId="{2C107487-AD17-485F-8360-3D295F1711A2}" type="presOf" srcId="{95174D77-5937-41BA-A330-5A49C3178620}" destId="{1FFC6900-3B29-494A-AC9D-AA2F1684F1C3}" srcOrd="0" destOrd="0" presId="urn:microsoft.com/office/officeart/2005/8/layout/lProcess2"/>
    <dgm:cxn modelId="{6BC6BD8E-91B8-474F-9169-A824D00E61A2}" type="presOf" srcId="{48E1D8B0-647C-401C-83A3-D8FE422B72FF}" destId="{22FF80BD-ED2C-4436-BE06-FC336C36CA38}" srcOrd="0" destOrd="0" presId="urn:microsoft.com/office/officeart/2005/8/layout/lProcess2"/>
    <dgm:cxn modelId="{3D945F92-76C4-4F16-A3DF-341B8981223C}" srcId="{251C65FF-3CF0-4914-A459-77FE9EB2C268}" destId="{5522D769-6E5E-4394-96E6-14230684A44E}" srcOrd="0" destOrd="0" parTransId="{8453B1E1-6DE3-4F01-8A62-E14EEA5C9E77}" sibTransId="{0718C847-9565-4DE5-9ED9-B92F077A8857}"/>
    <dgm:cxn modelId="{B1E537A5-C19B-4EC4-B390-C33F4B141FA0}" type="presOf" srcId="{251C65FF-3CF0-4914-A459-77FE9EB2C268}" destId="{F9C81D37-6C02-454E-8865-32E20013FD24}" srcOrd="0" destOrd="0" presId="urn:microsoft.com/office/officeart/2005/8/layout/lProcess2"/>
    <dgm:cxn modelId="{3E3F78A9-3EA1-4403-947C-552560A94434}" type="presOf" srcId="{6E6752FC-F10A-48F3-B074-A7FD38112921}" destId="{2BCA7139-2D37-4EB7-9475-A25C2521F29E}" srcOrd="0" destOrd="0" presId="urn:microsoft.com/office/officeart/2005/8/layout/lProcess2"/>
    <dgm:cxn modelId="{7AC3DAD3-9C0A-49C8-AB63-185413970E5D}" type="presOf" srcId="{6E6752FC-F10A-48F3-B074-A7FD38112921}" destId="{232A5985-99BA-4D84-8CCE-BA5919E7EEB9}" srcOrd="1" destOrd="0" presId="urn:microsoft.com/office/officeart/2005/8/layout/lProcess2"/>
    <dgm:cxn modelId="{78213ADA-ED29-4EBE-8E54-05FE2B3D0A89}" srcId="{251C65FF-3CF0-4914-A459-77FE9EB2C268}" destId="{4817816E-B8C3-4E05-971F-41ED2F059D69}" srcOrd="2" destOrd="0" parTransId="{73721843-954C-4433-BA4A-CF18D937C7AF}" sibTransId="{9DF14B38-DFE4-4E4A-ACFC-2ECEDD7B5F31}"/>
    <dgm:cxn modelId="{5D2EF7F1-9C6B-419E-A587-7F841D8494C6}" srcId="{6E6752FC-F10A-48F3-B074-A7FD38112921}" destId="{EADA386C-223C-4722-AA7D-4EFFB5581483}" srcOrd="0" destOrd="0" parTransId="{8073B68B-7763-4EC5-B1DB-5874A7E40C16}" sibTransId="{DCD4CD3D-DFD0-4F81-83D9-16D333D82415}"/>
    <dgm:cxn modelId="{954844F4-4624-4AA0-84BB-4584266034AD}" srcId="{E8E9CE7E-7E26-4B8C-966A-0A6BC3B2FD6A}" destId="{251C65FF-3CF0-4914-A459-77FE9EB2C268}" srcOrd="1" destOrd="0" parTransId="{EA876AE1-8BAD-4BC0-B2EE-C84CD2B71E86}" sibTransId="{44E2399A-1044-42EA-9FB0-0D95F605C1E4}"/>
    <dgm:cxn modelId="{C5D94D60-1249-4CEF-A100-2321064B3A96}" type="presParOf" srcId="{F0FAC86D-02AB-470F-85BE-2940985D3936}" destId="{EB6D572E-A181-4FA3-9A74-1C0231ACC626}" srcOrd="0" destOrd="0" presId="urn:microsoft.com/office/officeart/2005/8/layout/lProcess2"/>
    <dgm:cxn modelId="{2AD88102-9E06-4FDC-ACAE-BE97A9F89236}" type="presParOf" srcId="{EB6D572E-A181-4FA3-9A74-1C0231ACC626}" destId="{2BCA7139-2D37-4EB7-9475-A25C2521F29E}" srcOrd="0" destOrd="0" presId="urn:microsoft.com/office/officeart/2005/8/layout/lProcess2"/>
    <dgm:cxn modelId="{6832D878-11F0-40B6-B257-D33AEB8AA41D}" type="presParOf" srcId="{EB6D572E-A181-4FA3-9A74-1C0231ACC626}" destId="{232A5985-99BA-4D84-8CCE-BA5919E7EEB9}" srcOrd="1" destOrd="0" presId="urn:microsoft.com/office/officeart/2005/8/layout/lProcess2"/>
    <dgm:cxn modelId="{C7E2D5AD-7F88-4239-B81B-4AB577CA248A}" type="presParOf" srcId="{EB6D572E-A181-4FA3-9A74-1C0231ACC626}" destId="{C9E9D287-69BF-4D33-BA0B-27EFE4B52E24}" srcOrd="2" destOrd="0" presId="urn:microsoft.com/office/officeart/2005/8/layout/lProcess2"/>
    <dgm:cxn modelId="{17F01E75-030C-4009-8295-F3170B500263}" type="presParOf" srcId="{C9E9D287-69BF-4D33-BA0B-27EFE4B52E24}" destId="{1AE70F76-E8F0-4B7A-83D1-98D7836F44E0}" srcOrd="0" destOrd="0" presId="urn:microsoft.com/office/officeart/2005/8/layout/lProcess2"/>
    <dgm:cxn modelId="{182F2E0F-741F-455E-B74E-B4F572F33EF4}" type="presParOf" srcId="{1AE70F76-E8F0-4B7A-83D1-98D7836F44E0}" destId="{B35E1209-3880-4024-9A97-F497B69AC460}" srcOrd="0" destOrd="0" presId="urn:microsoft.com/office/officeart/2005/8/layout/lProcess2"/>
    <dgm:cxn modelId="{D3F442EF-12BE-499F-8B30-BA96BAFF7242}" type="presParOf" srcId="{1AE70F76-E8F0-4B7A-83D1-98D7836F44E0}" destId="{0ECD0CA6-E982-457F-8D37-B16DB6034D2C}" srcOrd="1" destOrd="0" presId="urn:microsoft.com/office/officeart/2005/8/layout/lProcess2"/>
    <dgm:cxn modelId="{8455C435-8E66-4741-805B-30D61999EA4F}" type="presParOf" srcId="{1AE70F76-E8F0-4B7A-83D1-98D7836F44E0}" destId="{1FFC6900-3B29-494A-AC9D-AA2F1684F1C3}" srcOrd="2" destOrd="0" presId="urn:microsoft.com/office/officeart/2005/8/layout/lProcess2"/>
    <dgm:cxn modelId="{F45F8CD6-2A16-4859-96DD-14EB62FFCDFC}" type="presParOf" srcId="{1AE70F76-E8F0-4B7A-83D1-98D7836F44E0}" destId="{CC6FD350-04CF-44D6-95CD-D005100DF6AF}" srcOrd="3" destOrd="0" presId="urn:microsoft.com/office/officeart/2005/8/layout/lProcess2"/>
    <dgm:cxn modelId="{2675B0E0-833C-436C-8A07-D3F60DE5DD8F}" type="presParOf" srcId="{1AE70F76-E8F0-4B7A-83D1-98D7836F44E0}" destId="{22FF80BD-ED2C-4436-BE06-FC336C36CA38}" srcOrd="4" destOrd="0" presId="urn:microsoft.com/office/officeart/2005/8/layout/lProcess2"/>
    <dgm:cxn modelId="{5EBF59A6-3B19-4B93-9C37-A7FD5D3F3531}" type="presParOf" srcId="{F0FAC86D-02AB-470F-85BE-2940985D3936}" destId="{5C26BC40-DFB4-40FD-A3D3-7852E341E5D4}" srcOrd="1" destOrd="0" presId="urn:microsoft.com/office/officeart/2005/8/layout/lProcess2"/>
    <dgm:cxn modelId="{0333A2ED-6F66-4EC2-B83B-F540016765EA}" type="presParOf" srcId="{F0FAC86D-02AB-470F-85BE-2940985D3936}" destId="{9EDE5792-AE16-4005-8132-594AA53F4080}" srcOrd="2" destOrd="0" presId="urn:microsoft.com/office/officeart/2005/8/layout/lProcess2"/>
    <dgm:cxn modelId="{AD847E6B-1CB0-4472-8886-59096CFCE085}" type="presParOf" srcId="{9EDE5792-AE16-4005-8132-594AA53F4080}" destId="{F9C81D37-6C02-454E-8865-32E20013FD24}" srcOrd="0" destOrd="0" presId="urn:microsoft.com/office/officeart/2005/8/layout/lProcess2"/>
    <dgm:cxn modelId="{E441552C-6870-4768-9E76-561F2BCCC473}" type="presParOf" srcId="{9EDE5792-AE16-4005-8132-594AA53F4080}" destId="{AFE49068-7C9D-4784-87F7-B5159E339409}" srcOrd="1" destOrd="0" presId="urn:microsoft.com/office/officeart/2005/8/layout/lProcess2"/>
    <dgm:cxn modelId="{71806F01-3A31-40CE-8718-6D9CC8F816B0}" type="presParOf" srcId="{9EDE5792-AE16-4005-8132-594AA53F4080}" destId="{90E1D5AE-D0E3-4490-BAE8-4E7179389825}" srcOrd="2" destOrd="0" presId="urn:microsoft.com/office/officeart/2005/8/layout/lProcess2"/>
    <dgm:cxn modelId="{82695748-0FA9-41C8-B979-78C00A2E0A6A}" type="presParOf" srcId="{90E1D5AE-D0E3-4490-BAE8-4E7179389825}" destId="{A1643342-7B36-48B7-B9C4-132759F7DA17}" srcOrd="0" destOrd="0" presId="urn:microsoft.com/office/officeart/2005/8/layout/lProcess2"/>
    <dgm:cxn modelId="{97107D61-2575-465D-8382-7E57CD01A17D}" type="presParOf" srcId="{A1643342-7B36-48B7-B9C4-132759F7DA17}" destId="{F3D071FF-3728-4C7A-ABFD-E6EE0492E1B0}" srcOrd="0" destOrd="0" presId="urn:microsoft.com/office/officeart/2005/8/layout/lProcess2"/>
    <dgm:cxn modelId="{B84E7A00-399C-40D7-B9A7-BB97C01B3587}" type="presParOf" srcId="{A1643342-7B36-48B7-B9C4-132759F7DA17}" destId="{5BF99F18-9689-4008-843B-F2891A842D4D}" srcOrd="1" destOrd="0" presId="urn:microsoft.com/office/officeart/2005/8/layout/lProcess2"/>
    <dgm:cxn modelId="{400B5BF0-DDEC-4239-B56A-D184E4775FB4}" type="presParOf" srcId="{A1643342-7B36-48B7-B9C4-132759F7DA17}" destId="{BB214BB3-A23C-4E3F-9DD1-6AB47456DF41}" srcOrd="2" destOrd="0" presId="urn:microsoft.com/office/officeart/2005/8/layout/lProcess2"/>
    <dgm:cxn modelId="{34689763-11AE-4221-A69E-88B32531B19B}" type="presParOf" srcId="{A1643342-7B36-48B7-B9C4-132759F7DA17}" destId="{CA76C8C5-E64A-4806-B3A6-BFABF3036198}" srcOrd="3" destOrd="0" presId="urn:microsoft.com/office/officeart/2005/8/layout/lProcess2"/>
    <dgm:cxn modelId="{30CE5A52-2946-4B60-9085-4C26B8A944BB}" type="presParOf" srcId="{A1643342-7B36-48B7-B9C4-132759F7DA17}" destId="{E5CF7929-63E9-48FB-AC33-16C16F742394}" srcOrd="4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4A0F8E5-3841-47BE-9CAD-592AD3C20B2B}" type="doc">
      <dgm:prSet loTypeId="urn:microsoft.com/office/officeart/2005/8/layout/hierarchy6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A965F7A1-B2EE-415C-83E0-1368DEEC6238}">
      <dgm:prSet phldrT="[Текст]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>
        <a:effectLst>
          <a:glow rad="101600">
            <a:schemeClr val="accent3">
              <a:satMod val="175000"/>
              <a:alpha val="40000"/>
            </a:schemeClr>
          </a:glow>
        </a:effectLst>
      </dgm:spPr>
      <dgm:t>
        <a:bodyPr/>
        <a:lstStyle/>
        <a:p>
          <a:r>
            <a:rPr lang="ru-RU" dirty="0"/>
            <a:t>Орда</a:t>
          </a:r>
        </a:p>
      </dgm:t>
    </dgm:pt>
    <dgm:pt modelId="{412A0231-D4F4-4378-85DB-4ABD371EAA18}" type="parTrans" cxnId="{08BE8498-5CDD-409C-AC6F-E1AF8AC46B60}">
      <dgm:prSet/>
      <dgm:spPr/>
      <dgm:t>
        <a:bodyPr/>
        <a:lstStyle/>
        <a:p>
          <a:endParaRPr lang="ru-RU"/>
        </a:p>
      </dgm:t>
    </dgm:pt>
    <dgm:pt modelId="{6A52BF2D-305F-4130-B354-FDD1B5C1EC96}" type="sibTrans" cxnId="{08BE8498-5CDD-409C-AC6F-E1AF8AC46B60}">
      <dgm:prSet/>
      <dgm:spPr/>
      <dgm:t>
        <a:bodyPr/>
        <a:lstStyle/>
        <a:p>
          <a:endParaRPr lang="ru-RU"/>
        </a:p>
      </dgm:t>
    </dgm:pt>
    <dgm:pt modelId="{F2930D4B-02A6-4121-84AE-93A0B4709E23}">
      <dgm:prSet phldrT="[Текст]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>
        <a:effectLst>
          <a:glow rad="101600">
            <a:schemeClr val="accent3">
              <a:satMod val="175000"/>
              <a:alpha val="40000"/>
            </a:schemeClr>
          </a:glow>
        </a:effectLst>
      </dgm:spPr>
      <dgm:t>
        <a:bodyPr/>
        <a:lstStyle/>
        <a:p>
          <a:r>
            <a:rPr lang="ru-RU" dirty="0"/>
            <a:t>Великий князь</a:t>
          </a:r>
        </a:p>
      </dgm:t>
    </dgm:pt>
    <dgm:pt modelId="{0A99F8E3-F651-4FBC-AC41-5008F26C3AFE}" type="parTrans" cxnId="{911F4138-0DBC-4DAE-9AFE-166CBA084D8F}">
      <dgm:prSet/>
      <dgm:spPr/>
      <dgm:t>
        <a:bodyPr/>
        <a:lstStyle/>
        <a:p>
          <a:endParaRPr lang="ru-RU"/>
        </a:p>
      </dgm:t>
    </dgm:pt>
    <dgm:pt modelId="{2750E30E-A0AB-4F24-98A7-30DD33D3A762}" type="sibTrans" cxnId="{911F4138-0DBC-4DAE-9AFE-166CBA084D8F}">
      <dgm:prSet/>
      <dgm:spPr/>
      <dgm:t>
        <a:bodyPr/>
        <a:lstStyle/>
        <a:p>
          <a:endParaRPr lang="ru-RU"/>
        </a:p>
      </dgm:t>
    </dgm:pt>
    <dgm:pt modelId="{547BF6AE-CCFC-479C-A8F3-C00EB076CC7B}">
      <dgm:prSet phldrT="[Текст]">
        <dgm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dgm:style>
      </dgm:prSet>
      <dgm:spPr>
        <a:effectLst>
          <a:glow rad="101600">
            <a:schemeClr val="accent5">
              <a:satMod val="175000"/>
              <a:alpha val="40000"/>
            </a:schemeClr>
          </a:glow>
        </a:effectLst>
      </dgm:spPr>
      <dgm:t>
        <a:bodyPr/>
        <a:lstStyle/>
        <a:p>
          <a:r>
            <a:rPr lang="ru-RU" dirty="0"/>
            <a:t>Удельные князья</a:t>
          </a:r>
        </a:p>
      </dgm:t>
    </dgm:pt>
    <dgm:pt modelId="{31E09775-021C-4173-B0BD-E041F0054DA5}" type="parTrans" cxnId="{78299F20-A76C-4C0C-9955-ABB99A476F3F}">
      <dgm:prSet/>
      <dgm:spPr/>
      <dgm:t>
        <a:bodyPr/>
        <a:lstStyle/>
        <a:p>
          <a:endParaRPr lang="ru-RU"/>
        </a:p>
      </dgm:t>
    </dgm:pt>
    <dgm:pt modelId="{55D11F68-F690-445E-859F-1F1083C151EF}" type="sibTrans" cxnId="{78299F20-A76C-4C0C-9955-ABB99A476F3F}">
      <dgm:prSet/>
      <dgm:spPr/>
      <dgm:t>
        <a:bodyPr/>
        <a:lstStyle/>
        <a:p>
          <a:endParaRPr lang="ru-RU"/>
        </a:p>
      </dgm:t>
    </dgm:pt>
    <dgm:pt modelId="{B728584B-F1D8-4FF8-8FDD-ECC2FD2AC47A}">
      <dgm:prSet phldrT="[Текст]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>
        <a:effectLst>
          <a:glow rad="101600">
            <a:schemeClr val="accent3">
              <a:satMod val="175000"/>
              <a:alpha val="40000"/>
            </a:schemeClr>
          </a:glow>
        </a:effectLst>
      </dgm:spPr>
      <dgm:t>
        <a:bodyPr/>
        <a:lstStyle/>
        <a:p>
          <a:r>
            <a:rPr lang="ru-RU" dirty="0"/>
            <a:t>Великий князь</a:t>
          </a:r>
        </a:p>
      </dgm:t>
    </dgm:pt>
    <dgm:pt modelId="{75E245CE-2A57-43C2-96DF-56A2E67752B7}" type="parTrans" cxnId="{D70D4819-BA73-41DD-AA9D-5FD4BC10AA93}">
      <dgm:prSet/>
      <dgm:spPr/>
      <dgm:t>
        <a:bodyPr/>
        <a:lstStyle/>
        <a:p>
          <a:endParaRPr lang="ru-RU"/>
        </a:p>
      </dgm:t>
    </dgm:pt>
    <dgm:pt modelId="{F613E0C1-9D19-423D-A110-E3F9349F3A96}" type="sibTrans" cxnId="{D70D4819-BA73-41DD-AA9D-5FD4BC10AA93}">
      <dgm:prSet/>
      <dgm:spPr/>
      <dgm:t>
        <a:bodyPr/>
        <a:lstStyle/>
        <a:p>
          <a:endParaRPr lang="ru-RU"/>
        </a:p>
      </dgm:t>
    </dgm:pt>
    <dgm:pt modelId="{608F5E58-D1F5-40D3-AFE8-B81AF9B4D6A8}">
      <dgm:prSet phldrT="[Текст]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>
        <a:effectLst>
          <a:glow rad="101600">
            <a:schemeClr val="accent5">
              <a:satMod val="175000"/>
              <a:alpha val="40000"/>
            </a:schemeClr>
          </a:glow>
        </a:effectLst>
      </dgm:spPr>
      <dgm:t>
        <a:bodyPr/>
        <a:lstStyle/>
        <a:p>
          <a:r>
            <a:rPr lang="ru-RU" dirty="0"/>
            <a:t>Удельные князья</a:t>
          </a:r>
        </a:p>
      </dgm:t>
    </dgm:pt>
    <dgm:pt modelId="{FD1C403F-6E35-46D3-8F89-C7E5FCD99068}" type="parTrans" cxnId="{98EDDA09-9A15-46BD-93AE-F566099E5120}">
      <dgm:prSet/>
      <dgm:spPr/>
      <dgm:t>
        <a:bodyPr/>
        <a:lstStyle/>
        <a:p>
          <a:endParaRPr lang="ru-RU"/>
        </a:p>
      </dgm:t>
    </dgm:pt>
    <dgm:pt modelId="{07234DA9-2FFD-4ABB-A7C6-6CDB9811EFE6}" type="sibTrans" cxnId="{98EDDA09-9A15-46BD-93AE-F566099E5120}">
      <dgm:prSet/>
      <dgm:spPr/>
      <dgm:t>
        <a:bodyPr/>
        <a:lstStyle/>
        <a:p>
          <a:endParaRPr lang="ru-RU"/>
        </a:p>
      </dgm:t>
    </dgm:pt>
    <dgm:pt modelId="{4C4D350B-30DB-4187-8ABA-A0349BF76C7F}">
      <dgm:prSet phldrT="[Текст]"/>
      <dgm:spPr/>
      <dgm:t>
        <a:bodyPr/>
        <a:lstStyle/>
        <a:p>
          <a:r>
            <a:rPr lang="ru-RU" dirty="0"/>
            <a:t>Высший уровень власти (мнимый)</a:t>
          </a:r>
        </a:p>
      </dgm:t>
    </dgm:pt>
    <dgm:pt modelId="{729F6F94-10E7-4923-BC5A-8A6D0D3413B9}" type="parTrans" cxnId="{B4D9B779-31BB-409B-AB8D-EDB0CFE32AB0}">
      <dgm:prSet/>
      <dgm:spPr/>
      <dgm:t>
        <a:bodyPr/>
        <a:lstStyle/>
        <a:p>
          <a:endParaRPr lang="ru-RU"/>
        </a:p>
      </dgm:t>
    </dgm:pt>
    <dgm:pt modelId="{9145CB40-51A9-44F3-B805-A55CD4E0D400}" type="sibTrans" cxnId="{B4D9B779-31BB-409B-AB8D-EDB0CFE32AB0}">
      <dgm:prSet/>
      <dgm:spPr/>
      <dgm:t>
        <a:bodyPr/>
        <a:lstStyle/>
        <a:p>
          <a:endParaRPr lang="ru-RU"/>
        </a:p>
      </dgm:t>
    </dgm:pt>
    <dgm:pt modelId="{BF2C21AD-C8FE-424E-94F8-B59350A9BBE0}">
      <dgm:prSet phldrT="[Текст]"/>
      <dgm:spPr/>
      <dgm:t>
        <a:bodyPr/>
        <a:lstStyle/>
        <a:p>
          <a:r>
            <a:rPr lang="ru-RU" dirty="0"/>
            <a:t>Высший уровень власти</a:t>
          </a:r>
        </a:p>
        <a:p>
          <a:r>
            <a:rPr lang="ru-RU" dirty="0"/>
            <a:t>(реальный)</a:t>
          </a:r>
        </a:p>
      </dgm:t>
    </dgm:pt>
    <dgm:pt modelId="{34A47A77-804B-4901-A5E9-50F9965BA3DC}" type="parTrans" cxnId="{6FF0655F-B92E-4D6A-94A1-D928F2EC621C}">
      <dgm:prSet/>
      <dgm:spPr/>
      <dgm:t>
        <a:bodyPr/>
        <a:lstStyle/>
        <a:p>
          <a:endParaRPr lang="ru-RU"/>
        </a:p>
      </dgm:t>
    </dgm:pt>
    <dgm:pt modelId="{CF5D0B08-A6C0-41C3-8F39-CB1BD217CE56}" type="sibTrans" cxnId="{6FF0655F-B92E-4D6A-94A1-D928F2EC621C}">
      <dgm:prSet/>
      <dgm:spPr/>
      <dgm:t>
        <a:bodyPr/>
        <a:lstStyle/>
        <a:p>
          <a:endParaRPr lang="ru-RU"/>
        </a:p>
      </dgm:t>
    </dgm:pt>
    <dgm:pt modelId="{07424E86-5EEB-4B55-A263-29E0EF5915D0}">
      <dgm:prSet phldrT="[Текст]"/>
      <dgm:spPr/>
      <dgm:t>
        <a:bodyPr/>
        <a:lstStyle/>
        <a:p>
          <a:r>
            <a:rPr lang="ru-RU" dirty="0"/>
            <a:t>Низший уровень власти</a:t>
          </a:r>
        </a:p>
      </dgm:t>
    </dgm:pt>
    <dgm:pt modelId="{75AFC273-1DFA-4B57-903F-E4E5EF8DF156}" type="parTrans" cxnId="{B05BEFBE-359A-4E23-A7A6-9C7CAD1D16DE}">
      <dgm:prSet/>
      <dgm:spPr/>
      <dgm:t>
        <a:bodyPr/>
        <a:lstStyle/>
        <a:p>
          <a:endParaRPr lang="ru-RU"/>
        </a:p>
      </dgm:t>
    </dgm:pt>
    <dgm:pt modelId="{87083B59-0C43-4BBC-B029-7CF5F6EA1C1F}" type="sibTrans" cxnId="{B05BEFBE-359A-4E23-A7A6-9C7CAD1D16DE}">
      <dgm:prSet/>
      <dgm:spPr/>
      <dgm:t>
        <a:bodyPr/>
        <a:lstStyle/>
        <a:p>
          <a:endParaRPr lang="ru-RU"/>
        </a:p>
      </dgm:t>
    </dgm:pt>
    <dgm:pt modelId="{4D04394A-746F-48D3-9D5C-F8DE6EC3FAED}">
      <dgm:prSet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>
        <a:effectLst>
          <a:glow rad="63500">
            <a:schemeClr val="accent6">
              <a:satMod val="175000"/>
              <a:alpha val="40000"/>
            </a:schemeClr>
          </a:glow>
        </a:effectLst>
      </dgm:spPr>
      <dgm:t>
        <a:bodyPr/>
        <a:lstStyle/>
        <a:p>
          <a:r>
            <a:rPr lang="ru-RU" dirty="0"/>
            <a:t>Бояре</a:t>
          </a:r>
        </a:p>
      </dgm:t>
    </dgm:pt>
    <dgm:pt modelId="{CC817E08-B7E7-45D7-9557-7E55114736D9}" type="parTrans" cxnId="{1D19A97A-7C89-4776-8D00-52FB48D8F830}">
      <dgm:prSet/>
      <dgm:spPr/>
      <dgm:t>
        <a:bodyPr/>
        <a:lstStyle/>
        <a:p>
          <a:endParaRPr lang="ru-RU"/>
        </a:p>
      </dgm:t>
    </dgm:pt>
    <dgm:pt modelId="{C99701C8-2FAE-41EA-A4FD-18772C2ABAF3}" type="sibTrans" cxnId="{1D19A97A-7C89-4776-8D00-52FB48D8F830}">
      <dgm:prSet/>
      <dgm:spPr/>
      <dgm:t>
        <a:bodyPr/>
        <a:lstStyle/>
        <a:p>
          <a:endParaRPr lang="ru-RU"/>
        </a:p>
      </dgm:t>
    </dgm:pt>
    <dgm:pt modelId="{1AC48F45-3A49-4397-ACAA-E3829C19DA0D}">
      <dgm:prSet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>
        <a:effectLst>
          <a:glow rad="63500">
            <a:schemeClr val="accent6">
              <a:satMod val="175000"/>
              <a:alpha val="40000"/>
            </a:schemeClr>
          </a:glow>
        </a:effectLst>
      </dgm:spPr>
      <dgm:t>
        <a:bodyPr/>
        <a:lstStyle/>
        <a:p>
          <a:r>
            <a:rPr lang="ru-RU" dirty="0"/>
            <a:t>Бояре</a:t>
          </a:r>
        </a:p>
      </dgm:t>
    </dgm:pt>
    <dgm:pt modelId="{14A6DD98-7844-46D8-80CF-2D62FCCBFB65}" type="parTrans" cxnId="{8E072F53-66AD-4F80-B366-387990248C50}">
      <dgm:prSet/>
      <dgm:spPr/>
      <dgm:t>
        <a:bodyPr/>
        <a:lstStyle/>
        <a:p>
          <a:endParaRPr lang="ru-RU"/>
        </a:p>
      </dgm:t>
    </dgm:pt>
    <dgm:pt modelId="{959FC92E-C104-4E53-88B4-A9D461E6E1AF}" type="sibTrans" cxnId="{8E072F53-66AD-4F80-B366-387990248C50}">
      <dgm:prSet/>
      <dgm:spPr/>
      <dgm:t>
        <a:bodyPr/>
        <a:lstStyle/>
        <a:p>
          <a:endParaRPr lang="ru-RU"/>
        </a:p>
      </dgm:t>
    </dgm:pt>
    <dgm:pt modelId="{75AD20B7-E388-4E75-9635-44289C3E4BDF}">
      <dgm:prSet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>
        <a:effectLst>
          <a:glow rad="63500">
            <a:schemeClr val="accent6">
              <a:satMod val="175000"/>
              <a:alpha val="40000"/>
            </a:schemeClr>
          </a:glow>
        </a:effectLst>
      </dgm:spPr>
      <dgm:t>
        <a:bodyPr/>
        <a:lstStyle/>
        <a:p>
          <a:r>
            <a:rPr lang="ru-RU" dirty="0"/>
            <a:t>Бояре</a:t>
          </a:r>
        </a:p>
      </dgm:t>
    </dgm:pt>
    <dgm:pt modelId="{F9D6045F-5BB5-4F63-8777-013950436E5B}" type="parTrans" cxnId="{F69F954E-A0AA-40DE-9165-B20897618370}">
      <dgm:prSet/>
      <dgm:spPr/>
      <dgm:t>
        <a:bodyPr/>
        <a:lstStyle/>
        <a:p>
          <a:endParaRPr lang="ru-RU"/>
        </a:p>
      </dgm:t>
    </dgm:pt>
    <dgm:pt modelId="{522F715B-5829-4578-87AE-071846591F83}" type="sibTrans" cxnId="{F69F954E-A0AA-40DE-9165-B20897618370}">
      <dgm:prSet/>
      <dgm:spPr/>
      <dgm:t>
        <a:bodyPr/>
        <a:lstStyle/>
        <a:p>
          <a:endParaRPr lang="ru-RU"/>
        </a:p>
      </dgm:t>
    </dgm:pt>
    <dgm:pt modelId="{400B9ECC-C72A-4FA6-B660-91B02E25E27E}">
      <dgm:prSet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>
        <a:effectLst>
          <a:glow rad="63500">
            <a:schemeClr val="accent6">
              <a:satMod val="175000"/>
              <a:alpha val="40000"/>
            </a:schemeClr>
          </a:glow>
        </a:effectLst>
      </dgm:spPr>
      <dgm:t>
        <a:bodyPr/>
        <a:lstStyle/>
        <a:p>
          <a:r>
            <a:rPr lang="ru-RU" dirty="0"/>
            <a:t>Бояре</a:t>
          </a:r>
        </a:p>
      </dgm:t>
    </dgm:pt>
    <dgm:pt modelId="{0F7E6A89-980B-43B0-B525-6003EE4D7AED}" type="parTrans" cxnId="{CD39D20B-80BE-4807-A9D2-C26A5A9DF131}">
      <dgm:prSet/>
      <dgm:spPr/>
      <dgm:t>
        <a:bodyPr/>
        <a:lstStyle/>
        <a:p>
          <a:endParaRPr lang="ru-RU"/>
        </a:p>
      </dgm:t>
    </dgm:pt>
    <dgm:pt modelId="{4A0DC479-850F-464C-8416-44EEC77CB352}" type="sibTrans" cxnId="{CD39D20B-80BE-4807-A9D2-C26A5A9DF131}">
      <dgm:prSet/>
      <dgm:spPr/>
      <dgm:t>
        <a:bodyPr/>
        <a:lstStyle/>
        <a:p>
          <a:endParaRPr lang="ru-RU"/>
        </a:p>
      </dgm:t>
    </dgm:pt>
    <dgm:pt modelId="{BDBEF4FE-DA44-432D-94C4-FE2B4C34FFFF}" type="pres">
      <dgm:prSet presAssocID="{54A0F8E5-3841-47BE-9CAD-592AD3C20B2B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A4F510CF-D05B-4F53-A56B-407BA07FBFC2}" type="pres">
      <dgm:prSet presAssocID="{54A0F8E5-3841-47BE-9CAD-592AD3C20B2B}" presName="hierFlow" presStyleCnt="0"/>
      <dgm:spPr/>
    </dgm:pt>
    <dgm:pt modelId="{F5A96A64-98A0-4F51-94C4-67573CA09114}" type="pres">
      <dgm:prSet presAssocID="{54A0F8E5-3841-47BE-9CAD-592AD3C20B2B}" presName="firstBuf" presStyleCnt="0"/>
      <dgm:spPr/>
    </dgm:pt>
    <dgm:pt modelId="{52F9213C-F969-4C03-AEDC-383A24248480}" type="pres">
      <dgm:prSet presAssocID="{54A0F8E5-3841-47BE-9CAD-592AD3C20B2B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91903C36-6279-4B9B-AD50-3E3BDF997C94}" type="pres">
      <dgm:prSet presAssocID="{A965F7A1-B2EE-415C-83E0-1368DEEC6238}" presName="Name14" presStyleCnt="0"/>
      <dgm:spPr/>
    </dgm:pt>
    <dgm:pt modelId="{9DB8F3F4-8370-4941-A407-5CC9D50CCF57}" type="pres">
      <dgm:prSet presAssocID="{A965F7A1-B2EE-415C-83E0-1368DEEC6238}" presName="level1Shape" presStyleLbl="node0" presStyleIdx="0" presStyleCnt="1">
        <dgm:presLayoutVars>
          <dgm:chPref val="3"/>
        </dgm:presLayoutVars>
      </dgm:prSet>
      <dgm:spPr/>
    </dgm:pt>
    <dgm:pt modelId="{954116A1-0E81-4D51-B0C5-B2CCE60DE3DC}" type="pres">
      <dgm:prSet presAssocID="{A965F7A1-B2EE-415C-83E0-1368DEEC6238}" presName="hierChild2" presStyleCnt="0"/>
      <dgm:spPr/>
    </dgm:pt>
    <dgm:pt modelId="{64758DDF-9936-49AE-A006-7918A4BBD670}" type="pres">
      <dgm:prSet presAssocID="{0A99F8E3-F651-4FBC-AC41-5008F26C3AFE}" presName="Name19" presStyleLbl="parChTrans1D2" presStyleIdx="0" presStyleCnt="2"/>
      <dgm:spPr/>
    </dgm:pt>
    <dgm:pt modelId="{C729CEC7-6BCA-444B-ABBC-01797D9993F2}" type="pres">
      <dgm:prSet presAssocID="{F2930D4B-02A6-4121-84AE-93A0B4709E23}" presName="Name21" presStyleCnt="0"/>
      <dgm:spPr/>
    </dgm:pt>
    <dgm:pt modelId="{8B83687E-9984-4714-970F-2D8190DFECE7}" type="pres">
      <dgm:prSet presAssocID="{F2930D4B-02A6-4121-84AE-93A0B4709E23}" presName="level2Shape" presStyleLbl="node2" presStyleIdx="0" presStyleCnt="2"/>
      <dgm:spPr/>
    </dgm:pt>
    <dgm:pt modelId="{61A04444-0954-4E58-8BEC-79FA3833ADB5}" type="pres">
      <dgm:prSet presAssocID="{F2930D4B-02A6-4121-84AE-93A0B4709E23}" presName="hierChild3" presStyleCnt="0"/>
      <dgm:spPr/>
    </dgm:pt>
    <dgm:pt modelId="{9D781EAB-41CF-44D9-AED2-CB7C2068AC52}" type="pres">
      <dgm:prSet presAssocID="{31E09775-021C-4173-B0BD-E041F0054DA5}" presName="Name19" presStyleLbl="parChTrans1D3" presStyleIdx="0" presStyleCnt="4"/>
      <dgm:spPr/>
    </dgm:pt>
    <dgm:pt modelId="{6582810F-4F0C-46E5-AF17-4AE30B55FABD}" type="pres">
      <dgm:prSet presAssocID="{547BF6AE-CCFC-479C-A8F3-C00EB076CC7B}" presName="Name21" presStyleCnt="0"/>
      <dgm:spPr/>
    </dgm:pt>
    <dgm:pt modelId="{636C46CA-08E3-4E88-A9FC-BEA17479CFCF}" type="pres">
      <dgm:prSet presAssocID="{547BF6AE-CCFC-479C-A8F3-C00EB076CC7B}" presName="level2Shape" presStyleLbl="node3" presStyleIdx="0" presStyleCnt="4" custLinFactNeighborX="3803" custLinFactNeighborY="-1014"/>
      <dgm:spPr/>
    </dgm:pt>
    <dgm:pt modelId="{6F85DF25-0CDC-4A7B-AB37-C8364E78CDC6}" type="pres">
      <dgm:prSet presAssocID="{547BF6AE-CCFC-479C-A8F3-C00EB076CC7B}" presName="hierChild3" presStyleCnt="0"/>
      <dgm:spPr/>
    </dgm:pt>
    <dgm:pt modelId="{34E485F7-D496-4721-B797-49B40290FB48}" type="pres">
      <dgm:prSet presAssocID="{14A6DD98-7844-46D8-80CF-2D62FCCBFB65}" presName="Name19" presStyleLbl="parChTrans1D4" presStyleIdx="0" presStyleCnt="2"/>
      <dgm:spPr/>
    </dgm:pt>
    <dgm:pt modelId="{41D91258-6CC8-456F-8E16-9EC221D72551}" type="pres">
      <dgm:prSet presAssocID="{1AC48F45-3A49-4397-ACAA-E3829C19DA0D}" presName="Name21" presStyleCnt="0"/>
      <dgm:spPr/>
    </dgm:pt>
    <dgm:pt modelId="{AD4D9307-0596-4659-874D-340F2740AC59}" type="pres">
      <dgm:prSet presAssocID="{1AC48F45-3A49-4397-ACAA-E3829C19DA0D}" presName="level2Shape" presStyleLbl="node4" presStyleIdx="0" presStyleCnt="2"/>
      <dgm:spPr/>
    </dgm:pt>
    <dgm:pt modelId="{80307C5B-F91E-4CF0-A0F0-1C85DD5EDC4B}" type="pres">
      <dgm:prSet presAssocID="{1AC48F45-3A49-4397-ACAA-E3829C19DA0D}" presName="hierChild3" presStyleCnt="0"/>
      <dgm:spPr/>
    </dgm:pt>
    <dgm:pt modelId="{E356194D-519B-4962-8092-B04ED362354A}" type="pres">
      <dgm:prSet presAssocID="{F9D6045F-5BB5-4F63-8777-013950436E5B}" presName="Name19" presStyleLbl="parChTrans1D3" presStyleIdx="1" presStyleCnt="4"/>
      <dgm:spPr/>
    </dgm:pt>
    <dgm:pt modelId="{C50972D6-2F49-4DF7-A32D-FF214B023124}" type="pres">
      <dgm:prSet presAssocID="{75AD20B7-E388-4E75-9635-44289C3E4BDF}" presName="Name21" presStyleCnt="0"/>
      <dgm:spPr/>
    </dgm:pt>
    <dgm:pt modelId="{4031EC56-839E-4F81-84D4-6AC036DE3659}" type="pres">
      <dgm:prSet presAssocID="{75AD20B7-E388-4E75-9635-44289C3E4BDF}" presName="level2Shape" presStyleLbl="node3" presStyleIdx="1" presStyleCnt="4" custScaleX="113072" custScaleY="116453" custLinFactY="39028" custLinFactNeighborX="-3255" custLinFactNeighborY="100000"/>
      <dgm:spPr/>
    </dgm:pt>
    <dgm:pt modelId="{C67B546E-6484-40C3-B6C1-9058C1C2F3F0}" type="pres">
      <dgm:prSet presAssocID="{75AD20B7-E388-4E75-9635-44289C3E4BDF}" presName="hierChild3" presStyleCnt="0"/>
      <dgm:spPr/>
    </dgm:pt>
    <dgm:pt modelId="{2173F65F-EE46-4229-A8CC-C468D61BA2D3}" type="pres">
      <dgm:prSet presAssocID="{75E245CE-2A57-43C2-96DF-56A2E67752B7}" presName="Name19" presStyleLbl="parChTrans1D2" presStyleIdx="1" presStyleCnt="2"/>
      <dgm:spPr/>
    </dgm:pt>
    <dgm:pt modelId="{77D9A7B9-57F4-4AF8-A895-31E65C918C88}" type="pres">
      <dgm:prSet presAssocID="{B728584B-F1D8-4FF8-8FDD-ECC2FD2AC47A}" presName="Name21" presStyleCnt="0"/>
      <dgm:spPr/>
    </dgm:pt>
    <dgm:pt modelId="{066B4016-E1A8-4F19-BB65-761B4C83B61E}" type="pres">
      <dgm:prSet presAssocID="{B728584B-F1D8-4FF8-8FDD-ECC2FD2AC47A}" presName="level2Shape" presStyleLbl="node2" presStyleIdx="1" presStyleCnt="2"/>
      <dgm:spPr/>
    </dgm:pt>
    <dgm:pt modelId="{1559C288-B4F2-494A-B827-C2D33C7E2811}" type="pres">
      <dgm:prSet presAssocID="{B728584B-F1D8-4FF8-8FDD-ECC2FD2AC47A}" presName="hierChild3" presStyleCnt="0"/>
      <dgm:spPr/>
    </dgm:pt>
    <dgm:pt modelId="{E9A855A8-6D0F-4C8D-BF26-E5224B41CD31}" type="pres">
      <dgm:prSet presAssocID="{FD1C403F-6E35-46D3-8F89-C7E5FCD99068}" presName="Name19" presStyleLbl="parChTrans1D3" presStyleIdx="2" presStyleCnt="4"/>
      <dgm:spPr/>
    </dgm:pt>
    <dgm:pt modelId="{F921FCB4-781E-4203-A5D0-37A67BB601AB}" type="pres">
      <dgm:prSet presAssocID="{608F5E58-D1F5-40D3-AFE8-B81AF9B4D6A8}" presName="Name21" presStyleCnt="0"/>
      <dgm:spPr/>
    </dgm:pt>
    <dgm:pt modelId="{A44C8340-058A-4889-BE35-6575FF569CAA}" type="pres">
      <dgm:prSet presAssocID="{608F5E58-D1F5-40D3-AFE8-B81AF9B4D6A8}" presName="level2Shape" presStyleLbl="node3" presStyleIdx="2" presStyleCnt="4"/>
      <dgm:spPr/>
    </dgm:pt>
    <dgm:pt modelId="{4916CFF9-9F09-4A2B-AA86-06E0E74B20B0}" type="pres">
      <dgm:prSet presAssocID="{608F5E58-D1F5-40D3-AFE8-B81AF9B4D6A8}" presName="hierChild3" presStyleCnt="0"/>
      <dgm:spPr/>
    </dgm:pt>
    <dgm:pt modelId="{E47CE689-87B3-4357-9B5A-519B40D29007}" type="pres">
      <dgm:prSet presAssocID="{CC817E08-B7E7-45D7-9557-7E55114736D9}" presName="Name19" presStyleLbl="parChTrans1D4" presStyleIdx="1" presStyleCnt="2"/>
      <dgm:spPr/>
    </dgm:pt>
    <dgm:pt modelId="{828EC3AC-0043-46A0-AFE0-63A0F730C9FC}" type="pres">
      <dgm:prSet presAssocID="{4D04394A-746F-48D3-9D5C-F8DE6EC3FAED}" presName="Name21" presStyleCnt="0"/>
      <dgm:spPr/>
    </dgm:pt>
    <dgm:pt modelId="{BC443B5F-B660-40F9-B412-2D3820D17E08}" type="pres">
      <dgm:prSet presAssocID="{4D04394A-746F-48D3-9D5C-F8DE6EC3FAED}" presName="level2Shape" presStyleLbl="node4" presStyleIdx="1" presStyleCnt="2"/>
      <dgm:spPr/>
    </dgm:pt>
    <dgm:pt modelId="{82381085-EB79-409F-A2DE-298C0642D2E0}" type="pres">
      <dgm:prSet presAssocID="{4D04394A-746F-48D3-9D5C-F8DE6EC3FAED}" presName="hierChild3" presStyleCnt="0"/>
      <dgm:spPr/>
    </dgm:pt>
    <dgm:pt modelId="{382A917C-36AD-45DB-953D-5115CF33B7DC}" type="pres">
      <dgm:prSet presAssocID="{0F7E6A89-980B-43B0-B525-6003EE4D7AED}" presName="Name19" presStyleLbl="parChTrans1D3" presStyleIdx="3" presStyleCnt="4"/>
      <dgm:spPr/>
    </dgm:pt>
    <dgm:pt modelId="{993561BB-FC48-427E-AEDF-4727B342B1BC}" type="pres">
      <dgm:prSet presAssocID="{400B9ECC-C72A-4FA6-B660-91B02E25E27E}" presName="Name21" presStyleCnt="0"/>
      <dgm:spPr/>
    </dgm:pt>
    <dgm:pt modelId="{FE9CAD92-4A98-4E64-ADDE-FFB44DB5EB4B}" type="pres">
      <dgm:prSet presAssocID="{400B9ECC-C72A-4FA6-B660-91B02E25E27E}" presName="level2Shape" presStyleLbl="node3" presStyleIdx="3" presStyleCnt="4" custScaleX="93014" custScaleY="123717" custLinFactY="24191" custLinFactNeighborX="-2500" custLinFactNeighborY="100000"/>
      <dgm:spPr/>
    </dgm:pt>
    <dgm:pt modelId="{1D35318E-5DF5-46D8-9325-F436472D18A5}" type="pres">
      <dgm:prSet presAssocID="{400B9ECC-C72A-4FA6-B660-91B02E25E27E}" presName="hierChild3" presStyleCnt="0"/>
      <dgm:spPr/>
    </dgm:pt>
    <dgm:pt modelId="{71650731-5680-4CAD-B610-2AC8AE506908}" type="pres">
      <dgm:prSet presAssocID="{54A0F8E5-3841-47BE-9CAD-592AD3C20B2B}" presName="bgShapesFlow" presStyleCnt="0"/>
      <dgm:spPr/>
    </dgm:pt>
    <dgm:pt modelId="{550FAFC4-3871-49B9-AD6C-7B73A9850640}" type="pres">
      <dgm:prSet presAssocID="{4C4D350B-30DB-4187-8ABA-A0349BF76C7F}" presName="rectComp" presStyleCnt="0"/>
      <dgm:spPr/>
    </dgm:pt>
    <dgm:pt modelId="{2C6059C5-3F99-48AE-959D-6632A006A0CD}" type="pres">
      <dgm:prSet presAssocID="{4C4D350B-30DB-4187-8ABA-A0349BF76C7F}" presName="bgRect" presStyleLbl="bgShp" presStyleIdx="0" presStyleCnt="3" custLinFactNeighborX="-749" custLinFactNeighborY="-3682"/>
      <dgm:spPr/>
    </dgm:pt>
    <dgm:pt modelId="{F0D589E9-8103-4CC7-AD74-9ADD7A20AA6C}" type="pres">
      <dgm:prSet presAssocID="{4C4D350B-30DB-4187-8ABA-A0349BF76C7F}" presName="bgRectTx" presStyleLbl="bgShp" presStyleIdx="0" presStyleCnt="3">
        <dgm:presLayoutVars>
          <dgm:bulletEnabled val="1"/>
        </dgm:presLayoutVars>
      </dgm:prSet>
      <dgm:spPr/>
    </dgm:pt>
    <dgm:pt modelId="{D6FBDA60-B748-4321-BBC3-2277FD8B7B80}" type="pres">
      <dgm:prSet presAssocID="{4C4D350B-30DB-4187-8ABA-A0349BF76C7F}" presName="spComp" presStyleCnt="0"/>
      <dgm:spPr/>
    </dgm:pt>
    <dgm:pt modelId="{B82C7954-AFD0-472D-A7EB-971E99749674}" type="pres">
      <dgm:prSet presAssocID="{4C4D350B-30DB-4187-8ABA-A0349BF76C7F}" presName="vSp" presStyleCnt="0"/>
      <dgm:spPr/>
    </dgm:pt>
    <dgm:pt modelId="{DE8D8B2C-FE83-40A7-AEC8-8067D6F9C423}" type="pres">
      <dgm:prSet presAssocID="{BF2C21AD-C8FE-424E-94F8-B59350A9BBE0}" presName="rectComp" presStyleCnt="0"/>
      <dgm:spPr/>
    </dgm:pt>
    <dgm:pt modelId="{DE5A29E7-4300-42F3-AB4C-5A4F2471550F}" type="pres">
      <dgm:prSet presAssocID="{BF2C21AD-C8FE-424E-94F8-B59350A9BBE0}" presName="bgRect" presStyleLbl="bgShp" presStyleIdx="1" presStyleCnt="3"/>
      <dgm:spPr/>
    </dgm:pt>
    <dgm:pt modelId="{F9A7EE29-8BBE-4E77-8B61-C92A6C97F3D5}" type="pres">
      <dgm:prSet presAssocID="{BF2C21AD-C8FE-424E-94F8-B59350A9BBE0}" presName="bgRectTx" presStyleLbl="bgShp" presStyleIdx="1" presStyleCnt="3">
        <dgm:presLayoutVars>
          <dgm:bulletEnabled val="1"/>
        </dgm:presLayoutVars>
      </dgm:prSet>
      <dgm:spPr/>
    </dgm:pt>
    <dgm:pt modelId="{1813976A-675E-4818-8EAA-772D7406BD99}" type="pres">
      <dgm:prSet presAssocID="{BF2C21AD-C8FE-424E-94F8-B59350A9BBE0}" presName="spComp" presStyleCnt="0"/>
      <dgm:spPr/>
    </dgm:pt>
    <dgm:pt modelId="{E627F26F-B1E4-4955-863F-DF3F3BFE0A64}" type="pres">
      <dgm:prSet presAssocID="{BF2C21AD-C8FE-424E-94F8-B59350A9BBE0}" presName="vSp" presStyleCnt="0"/>
      <dgm:spPr/>
    </dgm:pt>
    <dgm:pt modelId="{6C92615C-B825-45D2-9A35-E38335AD3AF9}" type="pres">
      <dgm:prSet presAssocID="{07424E86-5EEB-4B55-A263-29E0EF5915D0}" presName="rectComp" presStyleCnt="0"/>
      <dgm:spPr/>
    </dgm:pt>
    <dgm:pt modelId="{513817E4-29BC-4AF7-81C4-F62A2E2C9BCD}" type="pres">
      <dgm:prSet presAssocID="{07424E86-5EEB-4B55-A263-29E0EF5915D0}" presName="bgRect" presStyleLbl="bgShp" presStyleIdx="2" presStyleCnt="3"/>
      <dgm:spPr/>
    </dgm:pt>
    <dgm:pt modelId="{0FF32ADD-3C5A-432A-B815-331E7F02FF41}" type="pres">
      <dgm:prSet presAssocID="{07424E86-5EEB-4B55-A263-29E0EF5915D0}" presName="bgRectTx" presStyleLbl="bgShp" presStyleIdx="2" presStyleCnt="3">
        <dgm:presLayoutVars>
          <dgm:bulletEnabled val="1"/>
        </dgm:presLayoutVars>
      </dgm:prSet>
      <dgm:spPr/>
    </dgm:pt>
  </dgm:ptLst>
  <dgm:cxnLst>
    <dgm:cxn modelId="{35091D04-6345-41C1-9DA0-A4EA52F35032}" type="presOf" srcId="{14A6DD98-7844-46D8-80CF-2D62FCCBFB65}" destId="{34E485F7-D496-4721-B797-49B40290FB48}" srcOrd="0" destOrd="0" presId="urn:microsoft.com/office/officeart/2005/8/layout/hierarchy6"/>
    <dgm:cxn modelId="{98EDDA09-9A15-46BD-93AE-F566099E5120}" srcId="{B728584B-F1D8-4FF8-8FDD-ECC2FD2AC47A}" destId="{608F5E58-D1F5-40D3-AFE8-B81AF9B4D6A8}" srcOrd="0" destOrd="0" parTransId="{FD1C403F-6E35-46D3-8F89-C7E5FCD99068}" sibTransId="{07234DA9-2FFD-4ABB-A7C6-6CDB9811EFE6}"/>
    <dgm:cxn modelId="{CD39D20B-80BE-4807-A9D2-C26A5A9DF131}" srcId="{B728584B-F1D8-4FF8-8FDD-ECC2FD2AC47A}" destId="{400B9ECC-C72A-4FA6-B660-91B02E25E27E}" srcOrd="1" destOrd="0" parTransId="{0F7E6A89-980B-43B0-B525-6003EE4D7AED}" sibTransId="{4A0DC479-850F-464C-8416-44EEC77CB352}"/>
    <dgm:cxn modelId="{D70D4819-BA73-41DD-AA9D-5FD4BC10AA93}" srcId="{A965F7A1-B2EE-415C-83E0-1368DEEC6238}" destId="{B728584B-F1D8-4FF8-8FDD-ECC2FD2AC47A}" srcOrd="1" destOrd="0" parTransId="{75E245CE-2A57-43C2-96DF-56A2E67752B7}" sibTransId="{F613E0C1-9D19-423D-A110-E3F9349F3A96}"/>
    <dgm:cxn modelId="{ED26B31C-C90F-49BB-99BA-9D55F8ADED38}" type="presOf" srcId="{75E245CE-2A57-43C2-96DF-56A2E67752B7}" destId="{2173F65F-EE46-4229-A8CC-C468D61BA2D3}" srcOrd="0" destOrd="0" presId="urn:microsoft.com/office/officeart/2005/8/layout/hierarchy6"/>
    <dgm:cxn modelId="{78299F20-A76C-4C0C-9955-ABB99A476F3F}" srcId="{F2930D4B-02A6-4121-84AE-93A0B4709E23}" destId="{547BF6AE-CCFC-479C-A8F3-C00EB076CC7B}" srcOrd="0" destOrd="0" parTransId="{31E09775-021C-4173-B0BD-E041F0054DA5}" sibTransId="{55D11F68-F690-445E-859F-1F1083C151EF}"/>
    <dgm:cxn modelId="{5E103231-ECFC-48AA-A393-A88C5C35E0F8}" type="presOf" srcId="{54A0F8E5-3841-47BE-9CAD-592AD3C20B2B}" destId="{BDBEF4FE-DA44-432D-94C4-FE2B4C34FFFF}" srcOrd="0" destOrd="0" presId="urn:microsoft.com/office/officeart/2005/8/layout/hierarchy6"/>
    <dgm:cxn modelId="{7734A335-AA04-4497-A24F-B3DCFFD28233}" type="presOf" srcId="{75AD20B7-E388-4E75-9635-44289C3E4BDF}" destId="{4031EC56-839E-4F81-84D4-6AC036DE3659}" srcOrd="0" destOrd="0" presId="urn:microsoft.com/office/officeart/2005/8/layout/hierarchy6"/>
    <dgm:cxn modelId="{911F4138-0DBC-4DAE-9AFE-166CBA084D8F}" srcId="{A965F7A1-B2EE-415C-83E0-1368DEEC6238}" destId="{F2930D4B-02A6-4121-84AE-93A0B4709E23}" srcOrd="0" destOrd="0" parTransId="{0A99F8E3-F651-4FBC-AC41-5008F26C3AFE}" sibTransId="{2750E30E-A0AB-4F24-98A7-30DD33D3A762}"/>
    <dgm:cxn modelId="{ABAAC538-77CF-4C3D-BA6C-7419A522FF07}" type="presOf" srcId="{4C4D350B-30DB-4187-8ABA-A0349BF76C7F}" destId="{F0D589E9-8103-4CC7-AD74-9ADD7A20AA6C}" srcOrd="1" destOrd="0" presId="urn:microsoft.com/office/officeart/2005/8/layout/hierarchy6"/>
    <dgm:cxn modelId="{97983D5E-6F8B-4D33-BBB6-06E8FC99999F}" type="presOf" srcId="{F2930D4B-02A6-4121-84AE-93A0B4709E23}" destId="{8B83687E-9984-4714-970F-2D8190DFECE7}" srcOrd="0" destOrd="0" presId="urn:microsoft.com/office/officeart/2005/8/layout/hierarchy6"/>
    <dgm:cxn modelId="{6FF0655F-B92E-4D6A-94A1-D928F2EC621C}" srcId="{54A0F8E5-3841-47BE-9CAD-592AD3C20B2B}" destId="{BF2C21AD-C8FE-424E-94F8-B59350A9BBE0}" srcOrd="2" destOrd="0" parTransId="{34A47A77-804B-4901-A5E9-50F9965BA3DC}" sibTransId="{CF5D0B08-A6C0-41C3-8F39-CB1BD217CE56}"/>
    <dgm:cxn modelId="{782F8B42-26D0-4AC5-A393-CA09CBA58B1F}" type="presOf" srcId="{CC817E08-B7E7-45D7-9557-7E55114736D9}" destId="{E47CE689-87B3-4357-9B5A-519B40D29007}" srcOrd="0" destOrd="0" presId="urn:microsoft.com/office/officeart/2005/8/layout/hierarchy6"/>
    <dgm:cxn modelId="{86A0D363-B2F4-4C18-A643-24AF2529B11E}" type="presOf" srcId="{0F7E6A89-980B-43B0-B525-6003EE4D7AED}" destId="{382A917C-36AD-45DB-953D-5115CF33B7DC}" srcOrd="0" destOrd="0" presId="urn:microsoft.com/office/officeart/2005/8/layout/hierarchy6"/>
    <dgm:cxn modelId="{1D349247-83FF-489B-87CB-D7690389FC72}" type="presOf" srcId="{4D04394A-746F-48D3-9D5C-F8DE6EC3FAED}" destId="{BC443B5F-B660-40F9-B412-2D3820D17E08}" srcOrd="0" destOrd="0" presId="urn:microsoft.com/office/officeart/2005/8/layout/hierarchy6"/>
    <dgm:cxn modelId="{F69F954E-A0AA-40DE-9165-B20897618370}" srcId="{F2930D4B-02A6-4121-84AE-93A0B4709E23}" destId="{75AD20B7-E388-4E75-9635-44289C3E4BDF}" srcOrd="1" destOrd="0" parTransId="{F9D6045F-5BB5-4F63-8777-013950436E5B}" sibTransId="{522F715B-5829-4578-87AE-071846591F83}"/>
    <dgm:cxn modelId="{8FE92150-2514-419B-8FFB-8D18CD112EFD}" type="presOf" srcId="{31E09775-021C-4173-B0BD-E041F0054DA5}" destId="{9D781EAB-41CF-44D9-AED2-CB7C2068AC52}" srcOrd="0" destOrd="0" presId="urn:microsoft.com/office/officeart/2005/8/layout/hierarchy6"/>
    <dgm:cxn modelId="{8E072F53-66AD-4F80-B366-387990248C50}" srcId="{547BF6AE-CCFC-479C-A8F3-C00EB076CC7B}" destId="{1AC48F45-3A49-4397-ACAA-E3829C19DA0D}" srcOrd="0" destOrd="0" parTransId="{14A6DD98-7844-46D8-80CF-2D62FCCBFB65}" sibTransId="{959FC92E-C104-4E53-88B4-A9D461E6E1AF}"/>
    <dgm:cxn modelId="{B4D9B779-31BB-409B-AB8D-EDB0CFE32AB0}" srcId="{54A0F8E5-3841-47BE-9CAD-592AD3C20B2B}" destId="{4C4D350B-30DB-4187-8ABA-A0349BF76C7F}" srcOrd="1" destOrd="0" parTransId="{729F6F94-10E7-4923-BC5A-8A6D0D3413B9}" sibTransId="{9145CB40-51A9-44F3-B805-A55CD4E0D400}"/>
    <dgm:cxn modelId="{1D19A97A-7C89-4776-8D00-52FB48D8F830}" srcId="{608F5E58-D1F5-40D3-AFE8-B81AF9B4D6A8}" destId="{4D04394A-746F-48D3-9D5C-F8DE6EC3FAED}" srcOrd="0" destOrd="0" parTransId="{CC817E08-B7E7-45D7-9557-7E55114736D9}" sibTransId="{C99701C8-2FAE-41EA-A4FD-18772C2ABAF3}"/>
    <dgm:cxn modelId="{28FCE37A-5CAE-40A3-8C10-066BC355FFAB}" type="presOf" srcId="{FD1C403F-6E35-46D3-8F89-C7E5FCD99068}" destId="{E9A855A8-6D0F-4C8D-BF26-E5224B41CD31}" srcOrd="0" destOrd="0" presId="urn:microsoft.com/office/officeart/2005/8/layout/hierarchy6"/>
    <dgm:cxn modelId="{6200758B-31B1-4B16-863C-C2E0F5B0773F}" type="presOf" srcId="{07424E86-5EEB-4B55-A263-29E0EF5915D0}" destId="{0FF32ADD-3C5A-432A-B815-331E7F02FF41}" srcOrd="1" destOrd="0" presId="urn:microsoft.com/office/officeart/2005/8/layout/hierarchy6"/>
    <dgm:cxn modelId="{08BE8498-5CDD-409C-AC6F-E1AF8AC46B60}" srcId="{54A0F8E5-3841-47BE-9CAD-592AD3C20B2B}" destId="{A965F7A1-B2EE-415C-83E0-1368DEEC6238}" srcOrd="0" destOrd="0" parTransId="{412A0231-D4F4-4378-85DB-4ABD371EAA18}" sibTransId="{6A52BF2D-305F-4130-B354-FDD1B5C1EC96}"/>
    <dgm:cxn modelId="{56E010A6-BE22-497F-AE76-9B5607EE4E95}" type="presOf" srcId="{1AC48F45-3A49-4397-ACAA-E3829C19DA0D}" destId="{AD4D9307-0596-4659-874D-340F2740AC59}" srcOrd="0" destOrd="0" presId="urn:microsoft.com/office/officeart/2005/8/layout/hierarchy6"/>
    <dgm:cxn modelId="{7F1EEDA8-98AF-49AF-98A4-920DCE8072D1}" type="presOf" srcId="{547BF6AE-CCFC-479C-A8F3-C00EB076CC7B}" destId="{636C46CA-08E3-4E88-A9FC-BEA17479CFCF}" srcOrd="0" destOrd="0" presId="urn:microsoft.com/office/officeart/2005/8/layout/hierarchy6"/>
    <dgm:cxn modelId="{2DB0EBAB-BB5A-4D81-8470-4F1526884065}" type="presOf" srcId="{0A99F8E3-F651-4FBC-AC41-5008F26C3AFE}" destId="{64758DDF-9936-49AE-A006-7918A4BBD670}" srcOrd="0" destOrd="0" presId="urn:microsoft.com/office/officeart/2005/8/layout/hierarchy6"/>
    <dgm:cxn modelId="{44F3D5B4-9C57-4BF9-A5A5-29602BE638B6}" type="presOf" srcId="{BF2C21AD-C8FE-424E-94F8-B59350A9BBE0}" destId="{DE5A29E7-4300-42F3-AB4C-5A4F2471550F}" srcOrd="0" destOrd="0" presId="urn:microsoft.com/office/officeart/2005/8/layout/hierarchy6"/>
    <dgm:cxn modelId="{AB575CB5-04AC-41FA-AF6C-21E003BC3B98}" type="presOf" srcId="{608F5E58-D1F5-40D3-AFE8-B81AF9B4D6A8}" destId="{A44C8340-058A-4889-BE35-6575FF569CAA}" srcOrd="0" destOrd="0" presId="urn:microsoft.com/office/officeart/2005/8/layout/hierarchy6"/>
    <dgm:cxn modelId="{61BA9EBA-3790-4440-B681-966ED29839E2}" type="presOf" srcId="{07424E86-5EEB-4B55-A263-29E0EF5915D0}" destId="{513817E4-29BC-4AF7-81C4-F62A2E2C9BCD}" srcOrd="0" destOrd="0" presId="urn:microsoft.com/office/officeart/2005/8/layout/hierarchy6"/>
    <dgm:cxn modelId="{B05BEFBE-359A-4E23-A7A6-9C7CAD1D16DE}" srcId="{54A0F8E5-3841-47BE-9CAD-592AD3C20B2B}" destId="{07424E86-5EEB-4B55-A263-29E0EF5915D0}" srcOrd="3" destOrd="0" parTransId="{75AFC273-1DFA-4B57-903F-E4E5EF8DF156}" sibTransId="{87083B59-0C43-4BBC-B029-7CF5F6EA1C1F}"/>
    <dgm:cxn modelId="{998AC0CC-5227-43FE-B18B-0D8CD62218B9}" type="presOf" srcId="{A965F7A1-B2EE-415C-83E0-1368DEEC6238}" destId="{9DB8F3F4-8370-4941-A407-5CC9D50CCF57}" srcOrd="0" destOrd="0" presId="urn:microsoft.com/office/officeart/2005/8/layout/hierarchy6"/>
    <dgm:cxn modelId="{BA296BCF-35A8-4AE7-99F3-43BD9316FE83}" type="presOf" srcId="{B728584B-F1D8-4FF8-8FDD-ECC2FD2AC47A}" destId="{066B4016-E1A8-4F19-BB65-761B4C83B61E}" srcOrd="0" destOrd="0" presId="urn:microsoft.com/office/officeart/2005/8/layout/hierarchy6"/>
    <dgm:cxn modelId="{D8080AD0-64C0-460C-AFDD-4B492DCECBD0}" type="presOf" srcId="{BF2C21AD-C8FE-424E-94F8-B59350A9BBE0}" destId="{F9A7EE29-8BBE-4E77-8B61-C92A6C97F3D5}" srcOrd="1" destOrd="0" presId="urn:microsoft.com/office/officeart/2005/8/layout/hierarchy6"/>
    <dgm:cxn modelId="{493C01E5-2BE3-4236-83FD-2ED08A651660}" type="presOf" srcId="{F9D6045F-5BB5-4F63-8777-013950436E5B}" destId="{E356194D-519B-4962-8092-B04ED362354A}" srcOrd="0" destOrd="0" presId="urn:microsoft.com/office/officeart/2005/8/layout/hierarchy6"/>
    <dgm:cxn modelId="{0DF7B8F1-68F1-4554-A6AB-DA3C00C2F3FE}" type="presOf" srcId="{4C4D350B-30DB-4187-8ABA-A0349BF76C7F}" destId="{2C6059C5-3F99-48AE-959D-6632A006A0CD}" srcOrd="0" destOrd="0" presId="urn:microsoft.com/office/officeart/2005/8/layout/hierarchy6"/>
    <dgm:cxn modelId="{C083E1FB-F806-4485-9E8A-57CBD59B66D3}" type="presOf" srcId="{400B9ECC-C72A-4FA6-B660-91B02E25E27E}" destId="{FE9CAD92-4A98-4E64-ADDE-FFB44DB5EB4B}" srcOrd="0" destOrd="0" presId="urn:microsoft.com/office/officeart/2005/8/layout/hierarchy6"/>
    <dgm:cxn modelId="{80F0A05D-1815-4828-BCD0-E33A34C2AE52}" type="presParOf" srcId="{BDBEF4FE-DA44-432D-94C4-FE2B4C34FFFF}" destId="{A4F510CF-D05B-4F53-A56B-407BA07FBFC2}" srcOrd="0" destOrd="0" presId="urn:microsoft.com/office/officeart/2005/8/layout/hierarchy6"/>
    <dgm:cxn modelId="{B169B012-61B3-49F7-B2F3-34A64318268A}" type="presParOf" srcId="{A4F510CF-D05B-4F53-A56B-407BA07FBFC2}" destId="{F5A96A64-98A0-4F51-94C4-67573CA09114}" srcOrd="0" destOrd="0" presId="urn:microsoft.com/office/officeart/2005/8/layout/hierarchy6"/>
    <dgm:cxn modelId="{68EE589B-F022-400B-BE96-AA7DE5923FE5}" type="presParOf" srcId="{A4F510CF-D05B-4F53-A56B-407BA07FBFC2}" destId="{52F9213C-F969-4C03-AEDC-383A24248480}" srcOrd="1" destOrd="0" presId="urn:microsoft.com/office/officeart/2005/8/layout/hierarchy6"/>
    <dgm:cxn modelId="{56E2E9EF-2D28-4477-96C7-C133B408EC86}" type="presParOf" srcId="{52F9213C-F969-4C03-AEDC-383A24248480}" destId="{91903C36-6279-4B9B-AD50-3E3BDF997C94}" srcOrd="0" destOrd="0" presId="urn:microsoft.com/office/officeart/2005/8/layout/hierarchy6"/>
    <dgm:cxn modelId="{16DDDA70-CABB-4F3A-912F-8E4DC2E807F1}" type="presParOf" srcId="{91903C36-6279-4B9B-AD50-3E3BDF997C94}" destId="{9DB8F3F4-8370-4941-A407-5CC9D50CCF57}" srcOrd="0" destOrd="0" presId="urn:microsoft.com/office/officeart/2005/8/layout/hierarchy6"/>
    <dgm:cxn modelId="{1BDC5E7C-66AE-4679-ABB6-F7CE06E7CCBC}" type="presParOf" srcId="{91903C36-6279-4B9B-AD50-3E3BDF997C94}" destId="{954116A1-0E81-4D51-B0C5-B2CCE60DE3DC}" srcOrd="1" destOrd="0" presId="urn:microsoft.com/office/officeart/2005/8/layout/hierarchy6"/>
    <dgm:cxn modelId="{F84F2146-9805-49BA-92F9-57A7C883B8F8}" type="presParOf" srcId="{954116A1-0E81-4D51-B0C5-B2CCE60DE3DC}" destId="{64758DDF-9936-49AE-A006-7918A4BBD670}" srcOrd="0" destOrd="0" presId="urn:microsoft.com/office/officeart/2005/8/layout/hierarchy6"/>
    <dgm:cxn modelId="{CAB35BEE-FF7F-4133-A2CB-7550B969C730}" type="presParOf" srcId="{954116A1-0E81-4D51-B0C5-B2CCE60DE3DC}" destId="{C729CEC7-6BCA-444B-ABBC-01797D9993F2}" srcOrd="1" destOrd="0" presId="urn:microsoft.com/office/officeart/2005/8/layout/hierarchy6"/>
    <dgm:cxn modelId="{B6DF692B-F2C2-4141-903E-3565C6A5D350}" type="presParOf" srcId="{C729CEC7-6BCA-444B-ABBC-01797D9993F2}" destId="{8B83687E-9984-4714-970F-2D8190DFECE7}" srcOrd="0" destOrd="0" presId="urn:microsoft.com/office/officeart/2005/8/layout/hierarchy6"/>
    <dgm:cxn modelId="{AD9BF717-7EE0-4A97-9B5B-ABFBBE72FACD}" type="presParOf" srcId="{C729CEC7-6BCA-444B-ABBC-01797D9993F2}" destId="{61A04444-0954-4E58-8BEC-79FA3833ADB5}" srcOrd="1" destOrd="0" presId="urn:microsoft.com/office/officeart/2005/8/layout/hierarchy6"/>
    <dgm:cxn modelId="{9375AE05-1475-4BFF-9CF1-BB69806AC794}" type="presParOf" srcId="{61A04444-0954-4E58-8BEC-79FA3833ADB5}" destId="{9D781EAB-41CF-44D9-AED2-CB7C2068AC52}" srcOrd="0" destOrd="0" presId="urn:microsoft.com/office/officeart/2005/8/layout/hierarchy6"/>
    <dgm:cxn modelId="{F3E941BD-E9E3-4FC4-959B-52DB6CA74C84}" type="presParOf" srcId="{61A04444-0954-4E58-8BEC-79FA3833ADB5}" destId="{6582810F-4F0C-46E5-AF17-4AE30B55FABD}" srcOrd="1" destOrd="0" presId="urn:microsoft.com/office/officeart/2005/8/layout/hierarchy6"/>
    <dgm:cxn modelId="{FA04EA43-6C0E-4ECB-96BF-DEEA6312DBC6}" type="presParOf" srcId="{6582810F-4F0C-46E5-AF17-4AE30B55FABD}" destId="{636C46CA-08E3-4E88-A9FC-BEA17479CFCF}" srcOrd="0" destOrd="0" presId="urn:microsoft.com/office/officeart/2005/8/layout/hierarchy6"/>
    <dgm:cxn modelId="{1A177AAD-D060-4BE9-9A7A-4FA764224D4D}" type="presParOf" srcId="{6582810F-4F0C-46E5-AF17-4AE30B55FABD}" destId="{6F85DF25-0CDC-4A7B-AB37-C8364E78CDC6}" srcOrd="1" destOrd="0" presId="urn:microsoft.com/office/officeart/2005/8/layout/hierarchy6"/>
    <dgm:cxn modelId="{2A9E864B-DD99-465B-8397-AF18CF9C534F}" type="presParOf" srcId="{6F85DF25-0CDC-4A7B-AB37-C8364E78CDC6}" destId="{34E485F7-D496-4721-B797-49B40290FB48}" srcOrd="0" destOrd="0" presId="urn:microsoft.com/office/officeart/2005/8/layout/hierarchy6"/>
    <dgm:cxn modelId="{DFAB1129-C0C5-471E-BBE1-522A931CF46A}" type="presParOf" srcId="{6F85DF25-0CDC-4A7B-AB37-C8364E78CDC6}" destId="{41D91258-6CC8-456F-8E16-9EC221D72551}" srcOrd="1" destOrd="0" presId="urn:microsoft.com/office/officeart/2005/8/layout/hierarchy6"/>
    <dgm:cxn modelId="{AFE0D0D6-BFCE-4D62-ACFE-78A75C82D80B}" type="presParOf" srcId="{41D91258-6CC8-456F-8E16-9EC221D72551}" destId="{AD4D9307-0596-4659-874D-340F2740AC59}" srcOrd="0" destOrd="0" presId="urn:microsoft.com/office/officeart/2005/8/layout/hierarchy6"/>
    <dgm:cxn modelId="{279A3197-3807-438D-9097-36A153717616}" type="presParOf" srcId="{41D91258-6CC8-456F-8E16-9EC221D72551}" destId="{80307C5B-F91E-4CF0-A0F0-1C85DD5EDC4B}" srcOrd="1" destOrd="0" presId="urn:microsoft.com/office/officeart/2005/8/layout/hierarchy6"/>
    <dgm:cxn modelId="{746354A3-C7A9-418F-9BC7-B2D5C20016C3}" type="presParOf" srcId="{61A04444-0954-4E58-8BEC-79FA3833ADB5}" destId="{E356194D-519B-4962-8092-B04ED362354A}" srcOrd="2" destOrd="0" presId="urn:microsoft.com/office/officeart/2005/8/layout/hierarchy6"/>
    <dgm:cxn modelId="{3A5C16EA-18BE-4E03-8E0B-E2860BCE9CA2}" type="presParOf" srcId="{61A04444-0954-4E58-8BEC-79FA3833ADB5}" destId="{C50972D6-2F49-4DF7-A32D-FF214B023124}" srcOrd="3" destOrd="0" presId="urn:microsoft.com/office/officeart/2005/8/layout/hierarchy6"/>
    <dgm:cxn modelId="{BB3B3AD7-1083-47F1-B903-77D68F72C284}" type="presParOf" srcId="{C50972D6-2F49-4DF7-A32D-FF214B023124}" destId="{4031EC56-839E-4F81-84D4-6AC036DE3659}" srcOrd="0" destOrd="0" presId="urn:microsoft.com/office/officeart/2005/8/layout/hierarchy6"/>
    <dgm:cxn modelId="{3AF84D6B-2CFD-4F82-AFDF-F0914AD3120C}" type="presParOf" srcId="{C50972D6-2F49-4DF7-A32D-FF214B023124}" destId="{C67B546E-6484-40C3-B6C1-9058C1C2F3F0}" srcOrd="1" destOrd="0" presId="urn:microsoft.com/office/officeart/2005/8/layout/hierarchy6"/>
    <dgm:cxn modelId="{56A89AD2-8E66-4257-8538-1AEEE9CA63BC}" type="presParOf" srcId="{954116A1-0E81-4D51-B0C5-B2CCE60DE3DC}" destId="{2173F65F-EE46-4229-A8CC-C468D61BA2D3}" srcOrd="2" destOrd="0" presId="urn:microsoft.com/office/officeart/2005/8/layout/hierarchy6"/>
    <dgm:cxn modelId="{C2A5DBE4-B6E8-4A42-836F-D82AFD6849F1}" type="presParOf" srcId="{954116A1-0E81-4D51-B0C5-B2CCE60DE3DC}" destId="{77D9A7B9-57F4-4AF8-A895-31E65C918C88}" srcOrd="3" destOrd="0" presId="urn:microsoft.com/office/officeart/2005/8/layout/hierarchy6"/>
    <dgm:cxn modelId="{CE690249-7873-4ECC-BDAF-4A1E8B57D7C0}" type="presParOf" srcId="{77D9A7B9-57F4-4AF8-A895-31E65C918C88}" destId="{066B4016-E1A8-4F19-BB65-761B4C83B61E}" srcOrd="0" destOrd="0" presId="urn:microsoft.com/office/officeart/2005/8/layout/hierarchy6"/>
    <dgm:cxn modelId="{B4473E19-1F22-4C54-8F9D-BB37EC461A36}" type="presParOf" srcId="{77D9A7B9-57F4-4AF8-A895-31E65C918C88}" destId="{1559C288-B4F2-494A-B827-C2D33C7E2811}" srcOrd="1" destOrd="0" presId="urn:microsoft.com/office/officeart/2005/8/layout/hierarchy6"/>
    <dgm:cxn modelId="{4423E0CB-25BC-47D1-B794-97CF0ADAC586}" type="presParOf" srcId="{1559C288-B4F2-494A-B827-C2D33C7E2811}" destId="{E9A855A8-6D0F-4C8D-BF26-E5224B41CD31}" srcOrd="0" destOrd="0" presId="urn:microsoft.com/office/officeart/2005/8/layout/hierarchy6"/>
    <dgm:cxn modelId="{804C2987-E002-41AF-8D22-2CE11C9998B4}" type="presParOf" srcId="{1559C288-B4F2-494A-B827-C2D33C7E2811}" destId="{F921FCB4-781E-4203-A5D0-37A67BB601AB}" srcOrd="1" destOrd="0" presId="urn:microsoft.com/office/officeart/2005/8/layout/hierarchy6"/>
    <dgm:cxn modelId="{484B6991-D983-4BF3-BC9D-C335EED2EE70}" type="presParOf" srcId="{F921FCB4-781E-4203-A5D0-37A67BB601AB}" destId="{A44C8340-058A-4889-BE35-6575FF569CAA}" srcOrd="0" destOrd="0" presId="urn:microsoft.com/office/officeart/2005/8/layout/hierarchy6"/>
    <dgm:cxn modelId="{49BE361D-AB8E-4797-B12B-7956556D0F3A}" type="presParOf" srcId="{F921FCB4-781E-4203-A5D0-37A67BB601AB}" destId="{4916CFF9-9F09-4A2B-AA86-06E0E74B20B0}" srcOrd="1" destOrd="0" presId="urn:microsoft.com/office/officeart/2005/8/layout/hierarchy6"/>
    <dgm:cxn modelId="{A94A20E9-7E28-4FD8-9CE4-67721406EF6A}" type="presParOf" srcId="{4916CFF9-9F09-4A2B-AA86-06E0E74B20B0}" destId="{E47CE689-87B3-4357-9B5A-519B40D29007}" srcOrd="0" destOrd="0" presId="urn:microsoft.com/office/officeart/2005/8/layout/hierarchy6"/>
    <dgm:cxn modelId="{F0AB4468-8E9C-4229-B5FF-08AB38F3F6A7}" type="presParOf" srcId="{4916CFF9-9F09-4A2B-AA86-06E0E74B20B0}" destId="{828EC3AC-0043-46A0-AFE0-63A0F730C9FC}" srcOrd="1" destOrd="0" presId="urn:microsoft.com/office/officeart/2005/8/layout/hierarchy6"/>
    <dgm:cxn modelId="{66B57F3F-0573-45D9-B5E3-EDEEAFEAA58A}" type="presParOf" srcId="{828EC3AC-0043-46A0-AFE0-63A0F730C9FC}" destId="{BC443B5F-B660-40F9-B412-2D3820D17E08}" srcOrd="0" destOrd="0" presId="urn:microsoft.com/office/officeart/2005/8/layout/hierarchy6"/>
    <dgm:cxn modelId="{DB24496F-D9AB-4B5A-BD9F-1EEB824ADA92}" type="presParOf" srcId="{828EC3AC-0043-46A0-AFE0-63A0F730C9FC}" destId="{82381085-EB79-409F-A2DE-298C0642D2E0}" srcOrd="1" destOrd="0" presId="urn:microsoft.com/office/officeart/2005/8/layout/hierarchy6"/>
    <dgm:cxn modelId="{527E8E26-1356-49CF-B61C-63E4673933C9}" type="presParOf" srcId="{1559C288-B4F2-494A-B827-C2D33C7E2811}" destId="{382A917C-36AD-45DB-953D-5115CF33B7DC}" srcOrd="2" destOrd="0" presId="urn:microsoft.com/office/officeart/2005/8/layout/hierarchy6"/>
    <dgm:cxn modelId="{CCFA9C64-35F5-494B-A9BA-C844792FCA6F}" type="presParOf" srcId="{1559C288-B4F2-494A-B827-C2D33C7E2811}" destId="{993561BB-FC48-427E-AEDF-4727B342B1BC}" srcOrd="3" destOrd="0" presId="urn:microsoft.com/office/officeart/2005/8/layout/hierarchy6"/>
    <dgm:cxn modelId="{AA84C496-32F9-4C68-A072-F71E9AAAA56F}" type="presParOf" srcId="{993561BB-FC48-427E-AEDF-4727B342B1BC}" destId="{FE9CAD92-4A98-4E64-ADDE-FFB44DB5EB4B}" srcOrd="0" destOrd="0" presId="urn:microsoft.com/office/officeart/2005/8/layout/hierarchy6"/>
    <dgm:cxn modelId="{596EC21E-6468-4DA3-A3C1-66837F8A775E}" type="presParOf" srcId="{993561BB-FC48-427E-AEDF-4727B342B1BC}" destId="{1D35318E-5DF5-46D8-9325-F436472D18A5}" srcOrd="1" destOrd="0" presId="urn:microsoft.com/office/officeart/2005/8/layout/hierarchy6"/>
    <dgm:cxn modelId="{BFAF058C-E0A0-4EEB-975D-A5D538F8522F}" type="presParOf" srcId="{BDBEF4FE-DA44-432D-94C4-FE2B4C34FFFF}" destId="{71650731-5680-4CAD-B610-2AC8AE506908}" srcOrd="1" destOrd="0" presId="urn:microsoft.com/office/officeart/2005/8/layout/hierarchy6"/>
    <dgm:cxn modelId="{D98EE2A6-609E-4C6C-A866-7A2738104531}" type="presParOf" srcId="{71650731-5680-4CAD-B610-2AC8AE506908}" destId="{550FAFC4-3871-49B9-AD6C-7B73A9850640}" srcOrd="0" destOrd="0" presId="urn:microsoft.com/office/officeart/2005/8/layout/hierarchy6"/>
    <dgm:cxn modelId="{75B2078E-E537-438F-A1AC-179A13FB61FD}" type="presParOf" srcId="{550FAFC4-3871-49B9-AD6C-7B73A9850640}" destId="{2C6059C5-3F99-48AE-959D-6632A006A0CD}" srcOrd="0" destOrd="0" presId="urn:microsoft.com/office/officeart/2005/8/layout/hierarchy6"/>
    <dgm:cxn modelId="{50C17AFA-2184-4247-95AA-8AAF81FB3BF7}" type="presParOf" srcId="{550FAFC4-3871-49B9-AD6C-7B73A9850640}" destId="{F0D589E9-8103-4CC7-AD74-9ADD7A20AA6C}" srcOrd="1" destOrd="0" presId="urn:microsoft.com/office/officeart/2005/8/layout/hierarchy6"/>
    <dgm:cxn modelId="{D78F3C14-D537-435A-AC13-4B429673813F}" type="presParOf" srcId="{71650731-5680-4CAD-B610-2AC8AE506908}" destId="{D6FBDA60-B748-4321-BBC3-2277FD8B7B80}" srcOrd="1" destOrd="0" presId="urn:microsoft.com/office/officeart/2005/8/layout/hierarchy6"/>
    <dgm:cxn modelId="{5EBF8391-4B73-45A4-AB30-C0DC300A4F4F}" type="presParOf" srcId="{D6FBDA60-B748-4321-BBC3-2277FD8B7B80}" destId="{B82C7954-AFD0-472D-A7EB-971E99749674}" srcOrd="0" destOrd="0" presId="urn:microsoft.com/office/officeart/2005/8/layout/hierarchy6"/>
    <dgm:cxn modelId="{8083B50B-5AD2-41A5-A0F3-A7B048EA2280}" type="presParOf" srcId="{71650731-5680-4CAD-B610-2AC8AE506908}" destId="{DE8D8B2C-FE83-40A7-AEC8-8067D6F9C423}" srcOrd="2" destOrd="0" presId="urn:microsoft.com/office/officeart/2005/8/layout/hierarchy6"/>
    <dgm:cxn modelId="{0EE2FABA-940E-4AF8-AD42-33732F69744E}" type="presParOf" srcId="{DE8D8B2C-FE83-40A7-AEC8-8067D6F9C423}" destId="{DE5A29E7-4300-42F3-AB4C-5A4F2471550F}" srcOrd="0" destOrd="0" presId="urn:microsoft.com/office/officeart/2005/8/layout/hierarchy6"/>
    <dgm:cxn modelId="{07D45649-0916-4726-9391-61915D2383C4}" type="presParOf" srcId="{DE8D8B2C-FE83-40A7-AEC8-8067D6F9C423}" destId="{F9A7EE29-8BBE-4E77-8B61-C92A6C97F3D5}" srcOrd="1" destOrd="0" presId="urn:microsoft.com/office/officeart/2005/8/layout/hierarchy6"/>
    <dgm:cxn modelId="{717C3127-7C40-406A-A18F-9544A8B06594}" type="presParOf" srcId="{71650731-5680-4CAD-B610-2AC8AE506908}" destId="{1813976A-675E-4818-8EAA-772D7406BD99}" srcOrd="3" destOrd="0" presId="urn:microsoft.com/office/officeart/2005/8/layout/hierarchy6"/>
    <dgm:cxn modelId="{A55D4832-B095-4E3E-AF59-CDBD84323257}" type="presParOf" srcId="{1813976A-675E-4818-8EAA-772D7406BD99}" destId="{E627F26F-B1E4-4955-863F-DF3F3BFE0A64}" srcOrd="0" destOrd="0" presId="urn:microsoft.com/office/officeart/2005/8/layout/hierarchy6"/>
    <dgm:cxn modelId="{07FCF821-B02F-4C2E-A940-D677D37A654B}" type="presParOf" srcId="{71650731-5680-4CAD-B610-2AC8AE506908}" destId="{6C92615C-B825-45D2-9A35-E38335AD3AF9}" srcOrd="4" destOrd="0" presId="urn:microsoft.com/office/officeart/2005/8/layout/hierarchy6"/>
    <dgm:cxn modelId="{87049FF3-0D88-4D5E-B064-42EC20EAEEF4}" type="presParOf" srcId="{6C92615C-B825-45D2-9A35-E38335AD3AF9}" destId="{513817E4-29BC-4AF7-81C4-F62A2E2C9BCD}" srcOrd="0" destOrd="0" presId="urn:microsoft.com/office/officeart/2005/8/layout/hierarchy6"/>
    <dgm:cxn modelId="{C952B856-C7C0-496A-B79F-7CDA1E524D1A}" type="presParOf" srcId="{6C92615C-B825-45D2-9A35-E38335AD3AF9}" destId="{0FF32ADD-3C5A-432A-B815-331E7F02FF41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175BE7E-3E03-4AFE-8703-4B631735E22A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6961928E-C311-49C3-98C4-33BF046D64DA}">
      <dgm:prSet phldrT="[Текст]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dirty="0"/>
            <a:t>Великий князь Владимирский и Московский</a:t>
          </a:r>
        </a:p>
      </dgm:t>
    </dgm:pt>
    <dgm:pt modelId="{0305656B-0DEA-4E34-9096-22C8E237E242}" type="parTrans" cxnId="{3E32DE97-4401-4BFE-A988-E1552CFBAD94}">
      <dgm:prSet/>
      <dgm:spPr/>
      <dgm:t>
        <a:bodyPr/>
        <a:lstStyle/>
        <a:p>
          <a:endParaRPr lang="ru-RU"/>
        </a:p>
      </dgm:t>
    </dgm:pt>
    <dgm:pt modelId="{FE168AD8-5395-4093-83E4-56DFA0665A1A}" type="sibTrans" cxnId="{3E32DE97-4401-4BFE-A988-E1552CFBAD94}">
      <dgm:prSet/>
      <dgm:spPr/>
      <dgm:t>
        <a:bodyPr/>
        <a:lstStyle/>
        <a:p>
          <a:endParaRPr lang="ru-RU"/>
        </a:p>
      </dgm:t>
    </dgm:pt>
    <dgm:pt modelId="{85987C0D-2061-4B72-9C46-36DAF3746A09}" type="asst">
      <dgm:prSet phldrT="[Текст]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dirty="0"/>
            <a:t>Митрополит</a:t>
          </a:r>
        </a:p>
      </dgm:t>
    </dgm:pt>
    <dgm:pt modelId="{DBB73ED7-2C01-410B-945C-35FFA7A51563}" type="parTrans" cxnId="{40B2D469-92BA-4EAB-9DFE-CE8305CCA244}">
      <dgm:prSet/>
      <dgm:spPr/>
      <dgm:t>
        <a:bodyPr/>
        <a:lstStyle/>
        <a:p>
          <a:endParaRPr lang="ru-RU"/>
        </a:p>
      </dgm:t>
    </dgm:pt>
    <dgm:pt modelId="{C3FAE15B-8754-4EA0-9C9B-75487BB6F6E1}" type="sibTrans" cxnId="{40B2D469-92BA-4EAB-9DFE-CE8305CCA244}">
      <dgm:prSet/>
      <dgm:spPr/>
      <dgm:t>
        <a:bodyPr/>
        <a:lstStyle/>
        <a:p>
          <a:endParaRPr lang="ru-RU"/>
        </a:p>
      </dgm:t>
    </dgm:pt>
    <dgm:pt modelId="{0F37A4C2-AE07-445D-B51A-D0F415EF95FA}">
      <dgm:prSet phldrT="[Текст]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dirty="0"/>
            <a:t>Удельный князья</a:t>
          </a:r>
        </a:p>
      </dgm:t>
    </dgm:pt>
    <dgm:pt modelId="{EE02FDA8-7728-4080-801A-2CA6B37D5C22}" type="parTrans" cxnId="{D43ABCB1-9578-497D-AF46-46AC1A55192A}">
      <dgm:prSet/>
      <dgm:spPr/>
      <dgm:t>
        <a:bodyPr/>
        <a:lstStyle/>
        <a:p>
          <a:endParaRPr lang="ru-RU"/>
        </a:p>
      </dgm:t>
    </dgm:pt>
    <dgm:pt modelId="{FEDAF3B3-0BED-48C1-A30C-2B34EED65750}" type="sibTrans" cxnId="{D43ABCB1-9578-497D-AF46-46AC1A55192A}">
      <dgm:prSet/>
      <dgm:spPr/>
      <dgm:t>
        <a:bodyPr/>
        <a:lstStyle/>
        <a:p>
          <a:endParaRPr lang="ru-RU"/>
        </a:p>
      </dgm:t>
    </dgm:pt>
    <dgm:pt modelId="{1BA6740A-4407-4B3F-A3AB-0E0345A6426B}">
      <dgm:prSet phldrT="[Текст]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dirty="0"/>
            <a:t>Князья -служебники</a:t>
          </a:r>
        </a:p>
      </dgm:t>
    </dgm:pt>
    <dgm:pt modelId="{4EA7A381-8CD6-4CC5-87BA-779A27CFA42A}" type="parTrans" cxnId="{5C87DF51-B3BC-4659-B849-63470BD501CB}">
      <dgm:prSet/>
      <dgm:spPr/>
      <dgm:t>
        <a:bodyPr/>
        <a:lstStyle/>
        <a:p>
          <a:endParaRPr lang="ru-RU"/>
        </a:p>
      </dgm:t>
    </dgm:pt>
    <dgm:pt modelId="{87B24E1F-90B3-4968-AF28-58603A8F2A19}" type="sibTrans" cxnId="{5C87DF51-B3BC-4659-B849-63470BD501CB}">
      <dgm:prSet/>
      <dgm:spPr/>
      <dgm:t>
        <a:bodyPr/>
        <a:lstStyle/>
        <a:p>
          <a:endParaRPr lang="ru-RU"/>
        </a:p>
      </dgm:t>
    </dgm:pt>
    <dgm:pt modelId="{61F6E9FE-01D7-400F-83D9-9A870FBE97E4}">
      <dgm:prSet phldrT="[Текст]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dirty="0"/>
            <a:t>Старомосковские бояре</a:t>
          </a:r>
        </a:p>
      </dgm:t>
    </dgm:pt>
    <dgm:pt modelId="{F31A3899-9E65-419B-BF93-1E916D3AEA1F}" type="parTrans" cxnId="{849005A3-DD93-4AA0-A337-611344C90626}">
      <dgm:prSet/>
      <dgm:spPr/>
      <dgm:t>
        <a:bodyPr/>
        <a:lstStyle/>
        <a:p>
          <a:endParaRPr lang="ru-RU"/>
        </a:p>
      </dgm:t>
    </dgm:pt>
    <dgm:pt modelId="{85373354-4D81-4DA2-8569-5EF383300380}" type="sibTrans" cxnId="{849005A3-DD93-4AA0-A337-611344C90626}">
      <dgm:prSet/>
      <dgm:spPr/>
      <dgm:t>
        <a:bodyPr/>
        <a:lstStyle/>
        <a:p>
          <a:endParaRPr lang="ru-RU"/>
        </a:p>
      </dgm:t>
    </dgm:pt>
    <dgm:pt modelId="{51EC2D41-858C-4F83-824D-1B4C5AFA8B1C}">
      <dgm:prSet>
        <dgm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dirty="0"/>
            <a:t>Орда</a:t>
          </a:r>
        </a:p>
      </dgm:t>
    </dgm:pt>
    <dgm:pt modelId="{E1FC48E1-94E6-4620-8796-8377A452E51E}" type="parTrans" cxnId="{EA2FE3E8-751E-4969-95CB-32BF10124280}">
      <dgm:prSet/>
      <dgm:spPr/>
      <dgm:t>
        <a:bodyPr/>
        <a:lstStyle/>
        <a:p>
          <a:endParaRPr lang="ru-RU"/>
        </a:p>
      </dgm:t>
    </dgm:pt>
    <dgm:pt modelId="{A98BE972-CA57-426D-B010-27103C03B296}" type="sibTrans" cxnId="{EA2FE3E8-751E-4969-95CB-32BF10124280}">
      <dgm:prSet/>
      <dgm:spPr/>
      <dgm:t>
        <a:bodyPr/>
        <a:lstStyle/>
        <a:p>
          <a:endParaRPr lang="ru-RU"/>
        </a:p>
      </dgm:t>
    </dgm:pt>
    <dgm:pt modelId="{2398BD40-B28C-4138-BCE7-6AFD82B8A469}" type="pres">
      <dgm:prSet presAssocID="{B175BE7E-3E03-4AFE-8703-4B631735E22A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782A0195-BB72-4F6A-AEC6-43A258A02997}" type="pres">
      <dgm:prSet presAssocID="{51EC2D41-858C-4F83-824D-1B4C5AFA8B1C}" presName="hierRoot1" presStyleCnt="0">
        <dgm:presLayoutVars>
          <dgm:hierBranch val="init"/>
        </dgm:presLayoutVars>
      </dgm:prSet>
      <dgm:spPr/>
    </dgm:pt>
    <dgm:pt modelId="{E70796CE-8D20-4825-BC02-302E7829F7F0}" type="pres">
      <dgm:prSet presAssocID="{51EC2D41-858C-4F83-824D-1B4C5AFA8B1C}" presName="rootComposite1" presStyleCnt="0"/>
      <dgm:spPr/>
    </dgm:pt>
    <dgm:pt modelId="{0D3FE1BD-E0B5-4859-889E-7D040BC53C7E}" type="pres">
      <dgm:prSet presAssocID="{51EC2D41-858C-4F83-824D-1B4C5AFA8B1C}" presName="rootText1" presStyleLbl="node0" presStyleIdx="0" presStyleCnt="1">
        <dgm:presLayoutVars>
          <dgm:chPref val="3"/>
        </dgm:presLayoutVars>
      </dgm:prSet>
      <dgm:spPr/>
    </dgm:pt>
    <dgm:pt modelId="{1168100A-A888-416C-8186-09A3C3DE0D0B}" type="pres">
      <dgm:prSet presAssocID="{51EC2D41-858C-4F83-824D-1B4C5AFA8B1C}" presName="rootConnector1" presStyleLbl="node1" presStyleIdx="0" presStyleCnt="0"/>
      <dgm:spPr/>
    </dgm:pt>
    <dgm:pt modelId="{9C4A5D27-00D5-4D03-9C8F-297B9255BA9B}" type="pres">
      <dgm:prSet presAssocID="{51EC2D41-858C-4F83-824D-1B4C5AFA8B1C}" presName="hierChild2" presStyleCnt="0"/>
      <dgm:spPr/>
    </dgm:pt>
    <dgm:pt modelId="{08778CD9-2049-4A3D-B740-4BB08721FB7E}" type="pres">
      <dgm:prSet presAssocID="{0305656B-0DEA-4E34-9096-22C8E237E242}" presName="Name37" presStyleLbl="parChTrans1D2" presStyleIdx="0" presStyleCnt="1"/>
      <dgm:spPr/>
    </dgm:pt>
    <dgm:pt modelId="{4598F23F-E03F-46D9-B7AD-AE8D75156B3A}" type="pres">
      <dgm:prSet presAssocID="{6961928E-C311-49C3-98C4-33BF046D64DA}" presName="hierRoot2" presStyleCnt="0">
        <dgm:presLayoutVars>
          <dgm:hierBranch val="init"/>
        </dgm:presLayoutVars>
      </dgm:prSet>
      <dgm:spPr/>
    </dgm:pt>
    <dgm:pt modelId="{B6388816-AE95-451A-846F-35AC9DB95B0E}" type="pres">
      <dgm:prSet presAssocID="{6961928E-C311-49C3-98C4-33BF046D64DA}" presName="rootComposite" presStyleCnt="0"/>
      <dgm:spPr/>
    </dgm:pt>
    <dgm:pt modelId="{BD50EA6C-6FF5-424A-AADD-4C3F625F9A08}" type="pres">
      <dgm:prSet presAssocID="{6961928E-C311-49C3-98C4-33BF046D64DA}" presName="rootText" presStyleLbl="node2" presStyleIdx="0" presStyleCnt="1">
        <dgm:presLayoutVars>
          <dgm:chPref val="3"/>
        </dgm:presLayoutVars>
      </dgm:prSet>
      <dgm:spPr/>
    </dgm:pt>
    <dgm:pt modelId="{6DB42B62-E162-477C-9059-FC8496131244}" type="pres">
      <dgm:prSet presAssocID="{6961928E-C311-49C3-98C4-33BF046D64DA}" presName="rootConnector" presStyleLbl="node2" presStyleIdx="0" presStyleCnt="1"/>
      <dgm:spPr/>
    </dgm:pt>
    <dgm:pt modelId="{D5EEABA6-1258-4CDF-84E7-C9CAC736C773}" type="pres">
      <dgm:prSet presAssocID="{6961928E-C311-49C3-98C4-33BF046D64DA}" presName="hierChild4" presStyleCnt="0"/>
      <dgm:spPr/>
    </dgm:pt>
    <dgm:pt modelId="{FF54D0DC-11B3-41D4-903F-A23B2E2C5E9D}" type="pres">
      <dgm:prSet presAssocID="{EE02FDA8-7728-4080-801A-2CA6B37D5C22}" presName="Name37" presStyleLbl="parChTrans1D3" presStyleIdx="0" presStyleCnt="4"/>
      <dgm:spPr/>
    </dgm:pt>
    <dgm:pt modelId="{E67B9D77-D3E8-46DF-A580-2EDF8A4B054E}" type="pres">
      <dgm:prSet presAssocID="{0F37A4C2-AE07-445D-B51A-D0F415EF95FA}" presName="hierRoot2" presStyleCnt="0">
        <dgm:presLayoutVars>
          <dgm:hierBranch val="init"/>
        </dgm:presLayoutVars>
      </dgm:prSet>
      <dgm:spPr/>
    </dgm:pt>
    <dgm:pt modelId="{61C2A149-B878-4E4F-B9C1-93348DA8E0A1}" type="pres">
      <dgm:prSet presAssocID="{0F37A4C2-AE07-445D-B51A-D0F415EF95FA}" presName="rootComposite" presStyleCnt="0"/>
      <dgm:spPr/>
    </dgm:pt>
    <dgm:pt modelId="{1C4DF525-0AE4-4150-9268-C4C7E39F0EA7}" type="pres">
      <dgm:prSet presAssocID="{0F37A4C2-AE07-445D-B51A-D0F415EF95FA}" presName="rootText" presStyleLbl="node3" presStyleIdx="0" presStyleCnt="3">
        <dgm:presLayoutVars>
          <dgm:chPref val="3"/>
        </dgm:presLayoutVars>
      </dgm:prSet>
      <dgm:spPr/>
    </dgm:pt>
    <dgm:pt modelId="{F5BF7511-4FDC-44BB-8391-A19A44B39893}" type="pres">
      <dgm:prSet presAssocID="{0F37A4C2-AE07-445D-B51A-D0F415EF95FA}" presName="rootConnector" presStyleLbl="node3" presStyleIdx="0" presStyleCnt="3"/>
      <dgm:spPr/>
    </dgm:pt>
    <dgm:pt modelId="{E2699A0F-4157-45F1-86BE-BE6B8C314145}" type="pres">
      <dgm:prSet presAssocID="{0F37A4C2-AE07-445D-B51A-D0F415EF95FA}" presName="hierChild4" presStyleCnt="0"/>
      <dgm:spPr/>
    </dgm:pt>
    <dgm:pt modelId="{BFE50151-5B03-4079-B001-F68DCE08910F}" type="pres">
      <dgm:prSet presAssocID="{0F37A4C2-AE07-445D-B51A-D0F415EF95FA}" presName="hierChild5" presStyleCnt="0"/>
      <dgm:spPr/>
    </dgm:pt>
    <dgm:pt modelId="{DB35D76C-38CA-4F47-B511-9ABA176F4072}" type="pres">
      <dgm:prSet presAssocID="{4EA7A381-8CD6-4CC5-87BA-779A27CFA42A}" presName="Name37" presStyleLbl="parChTrans1D3" presStyleIdx="1" presStyleCnt="4"/>
      <dgm:spPr/>
    </dgm:pt>
    <dgm:pt modelId="{4979CB61-B8CE-4F37-A4EE-6E157AB7B760}" type="pres">
      <dgm:prSet presAssocID="{1BA6740A-4407-4B3F-A3AB-0E0345A6426B}" presName="hierRoot2" presStyleCnt="0">
        <dgm:presLayoutVars>
          <dgm:hierBranch val="init"/>
        </dgm:presLayoutVars>
      </dgm:prSet>
      <dgm:spPr/>
    </dgm:pt>
    <dgm:pt modelId="{D4F0A8B0-0149-42E7-9C3D-91A05D778F27}" type="pres">
      <dgm:prSet presAssocID="{1BA6740A-4407-4B3F-A3AB-0E0345A6426B}" presName="rootComposite" presStyleCnt="0"/>
      <dgm:spPr/>
    </dgm:pt>
    <dgm:pt modelId="{3FE47A22-AFBA-4E21-A7D8-E4DFC561CFBB}" type="pres">
      <dgm:prSet presAssocID="{1BA6740A-4407-4B3F-A3AB-0E0345A6426B}" presName="rootText" presStyleLbl="node3" presStyleIdx="1" presStyleCnt="3">
        <dgm:presLayoutVars>
          <dgm:chPref val="3"/>
        </dgm:presLayoutVars>
      </dgm:prSet>
      <dgm:spPr/>
    </dgm:pt>
    <dgm:pt modelId="{C2981D9C-E279-4FA6-AABB-67974E458AD0}" type="pres">
      <dgm:prSet presAssocID="{1BA6740A-4407-4B3F-A3AB-0E0345A6426B}" presName="rootConnector" presStyleLbl="node3" presStyleIdx="1" presStyleCnt="3"/>
      <dgm:spPr/>
    </dgm:pt>
    <dgm:pt modelId="{D6A619CC-C33D-4533-9BA4-1D50F422D937}" type="pres">
      <dgm:prSet presAssocID="{1BA6740A-4407-4B3F-A3AB-0E0345A6426B}" presName="hierChild4" presStyleCnt="0"/>
      <dgm:spPr/>
    </dgm:pt>
    <dgm:pt modelId="{711C3917-8CA4-4BCE-8B96-A44485CCCAC5}" type="pres">
      <dgm:prSet presAssocID="{1BA6740A-4407-4B3F-A3AB-0E0345A6426B}" presName="hierChild5" presStyleCnt="0"/>
      <dgm:spPr/>
    </dgm:pt>
    <dgm:pt modelId="{73328C44-9C5A-4E7E-9ABC-A0838213698C}" type="pres">
      <dgm:prSet presAssocID="{F31A3899-9E65-419B-BF93-1E916D3AEA1F}" presName="Name37" presStyleLbl="parChTrans1D3" presStyleIdx="2" presStyleCnt="4"/>
      <dgm:spPr/>
    </dgm:pt>
    <dgm:pt modelId="{C7DD28DB-2FBF-43AD-A954-7D2FBA34DBB9}" type="pres">
      <dgm:prSet presAssocID="{61F6E9FE-01D7-400F-83D9-9A870FBE97E4}" presName="hierRoot2" presStyleCnt="0">
        <dgm:presLayoutVars>
          <dgm:hierBranch val="init"/>
        </dgm:presLayoutVars>
      </dgm:prSet>
      <dgm:spPr/>
    </dgm:pt>
    <dgm:pt modelId="{82937F6C-F41F-4D34-8351-C50275A1D11B}" type="pres">
      <dgm:prSet presAssocID="{61F6E9FE-01D7-400F-83D9-9A870FBE97E4}" presName="rootComposite" presStyleCnt="0"/>
      <dgm:spPr/>
    </dgm:pt>
    <dgm:pt modelId="{59753D01-59A0-46F7-B478-7CCDA78E96A5}" type="pres">
      <dgm:prSet presAssocID="{61F6E9FE-01D7-400F-83D9-9A870FBE97E4}" presName="rootText" presStyleLbl="node3" presStyleIdx="2" presStyleCnt="3">
        <dgm:presLayoutVars>
          <dgm:chPref val="3"/>
        </dgm:presLayoutVars>
      </dgm:prSet>
      <dgm:spPr/>
    </dgm:pt>
    <dgm:pt modelId="{279BA067-9E2A-44EA-878D-F8D350DC746C}" type="pres">
      <dgm:prSet presAssocID="{61F6E9FE-01D7-400F-83D9-9A870FBE97E4}" presName="rootConnector" presStyleLbl="node3" presStyleIdx="2" presStyleCnt="3"/>
      <dgm:spPr/>
    </dgm:pt>
    <dgm:pt modelId="{620EF6CF-D5E4-46FD-88E7-09E152309AA7}" type="pres">
      <dgm:prSet presAssocID="{61F6E9FE-01D7-400F-83D9-9A870FBE97E4}" presName="hierChild4" presStyleCnt="0"/>
      <dgm:spPr/>
    </dgm:pt>
    <dgm:pt modelId="{52CA3523-01EF-4DD1-A780-92F87A792D1B}" type="pres">
      <dgm:prSet presAssocID="{61F6E9FE-01D7-400F-83D9-9A870FBE97E4}" presName="hierChild5" presStyleCnt="0"/>
      <dgm:spPr/>
    </dgm:pt>
    <dgm:pt modelId="{7CFD27C2-62F1-4EB9-B7CC-7A79E3E4473E}" type="pres">
      <dgm:prSet presAssocID="{6961928E-C311-49C3-98C4-33BF046D64DA}" presName="hierChild5" presStyleCnt="0"/>
      <dgm:spPr/>
    </dgm:pt>
    <dgm:pt modelId="{D07F8C46-A06E-462F-8BED-E24AAA7E08B8}" type="pres">
      <dgm:prSet presAssocID="{DBB73ED7-2C01-410B-945C-35FFA7A51563}" presName="Name111" presStyleLbl="parChTrans1D3" presStyleIdx="3" presStyleCnt="4"/>
      <dgm:spPr/>
    </dgm:pt>
    <dgm:pt modelId="{8D830616-0A1B-4379-BA9D-578BE4C680BA}" type="pres">
      <dgm:prSet presAssocID="{85987C0D-2061-4B72-9C46-36DAF3746A09}" presName="hierRoot3" presStyleCnt="0">
        <dgm:presLayoutVars>
          <dgm:hierBranch val="init"/>
        </dgm:presLayoutVars>
      </dgm:prSet>
      <dgm:spPr/>
    </dgm:pt>
    <dgm:pt modelId="{CBE72CDF-7A32-4105-9D24-B775BEF5767D}" type="pres">
      <dgm:prSet presAssocID="{85987C0D-2061-4B72-9C46-36DAF3746A09}" presName="rootComposite3" presStyleCnt="0"/>
      <dgm:spPr/>
    </dgm:pt>
    <dgm:pt modelId="{125A9933-AC53-49C5-A3EF-F6F78D9CED9F}" type="pres">
      <dgm:prSet presAssocID="{85987C0D-2061-4B72-9C46-36DAF3746A09}" presName="rootText3" presStyleLbl="asst2" presStyleIdx="0" presStyleCnt="1">
        <dgm:presLayoutVars>
          <dgm:chPref val="3"/>
        </dgm:presLayoutVars>
      </dgm:prSet>
      <dgm:spPr/>
    </dgm:pt>
    <dgm:pt modelId="{41A1B5B3-50D6-44EB-B630-98AFB2AD27B8}" type="pres">
      <dgm:prSet presAssocID="{85987C0D-2061-4B72-9C46-36DAF3746A09}" presName="rootConnector3" presStyleLbl="asst2" presStyleIdx="0" presStyleCnt="1"/>
      <dgm:spPr/>
    </dgm:pt>
    <dgm:pt modelId="{9056F4CD-1599-4F16-8E03-A598545AC8D5}" type="pres">
      <dgm:prSet presAssocID="{85987C0D-2061-4B72-9C46-36DAF3746A09}" presName="hierChild6" presStyleCnt="0"/>
      <dgm:spPr/>
    </dgm:pt>
    <dgm:pt modelId="{D122AE4E-F6F2-4D0D-ADBD-72C2C05A7EC9}" type="pres">
      <dgm:prSet presAssocID="{85987C0D-2061-4B72-9C46-36DAF3746A09}" presName="hierChild7" presStyleCnt="0"/>
      <dgm:spPr/>
    </dgm:pt>
    <dgm:pt modelId="{A020244B-8784-4E44-B85A-ECA85EF055BC}" type="pres">
      <dgm:prSet presAssocID="{51EC2D41-858C-4F83-824D-1B4C5AFA8B1C}" presName="hierChild3" presStyleCnt="0"/>
      <dgm:spPr/>
    </dgm:pt>
  </dgm:ptLst>
  <dgm:cxnLst>
    <dgm:cxn modelId="{3B9A8112-D342-41FC-A1D3-2738938393F0}" type="presOf" srcId="{1BA6740A-4407-4B3F-A3AB-0E0345A6426B}" destId="{C2981D9C-E279-4FA6-AABB-67974E458AD0}" srcOrd="1" destOrd="0" presId="urn:microsoft.com/office/officeart/2005/8/layout/orgChart1"/>
    <dgm:cxn modelId="{FA46F727-2E8C-4EB5-A885-10A193F6446B}" type="presOf" srcId="{0F37A4C2-AE07-445D-B51A-D0F415EF95FA}" destId="{1C4DF525-0AE4-4150-9268-C4C7E39F0EA7}" srcOrd="0" destOrd="0" presId="urn:microsoft.com/office/officeart/2005/8/layout/orgChart1"/>
    <dgm:cxn modelId="{B7CD4C29-D605-4AC7-9A29-68824D8ABDF9}" type="presOf" srcId="{85987C0D-2061-4B72-9C46-36DAF3746A09}" destId="{125A9933-AC53-49C5-A3EF-F6F78D9CED9F}" srcOrd="0" destOrd="0" presId="urn:microsoft.com/office/officeart/2005/8/layout/orgChart1"/>
    <dgm:cxn modelId="{9A5C362C-6C63-4C4B-9A9D-1521B19A7D9B}" type="presOf" srcId="{61F6E9FE-01D7-400F-83D9-9A870FBE97E4}" destId="{59753D01-59A0-46F7-B478-7CCDA78E96A5}" srcOrd="0" destOrd="0" presId="urn:microsoft.com/office/officeart/2005/8/layout/orgChart1"/>
    <dgm:cxn modelId="{442AD066-0D0F-4BF9-8281-831481C53191}" type="presOf" srcId="{4EA7A381-8CD6-4CC5-87BA-779A27CFA42A}" destId="{DB35D76C-38CA-4F47-B511-9ABA176F4072}" srcOrd="0" destOrd="0" presId="urn:microsoft.com/office/officeart/2005/8/layout/orgChart1"/>
    <dgm:cxn modelId="{40B2D469-92BA-4EAB-9DFE-CE8305CCA244}" srcId="{6961928E-C311-49C3-98C4-33BF046D64DA}" destId="{85987C0D-2061-4B72-9C46-36DAF3746A09}" srcOrd="0" destOrd="0" parTransId="{DBB73ED7-2C01-410B-945C-35FFA7A51563}" sibTransId="{C3FAE15B-8754-4EA0-9C9B-75487BB6F6E1}"/>
    <dgm:cxn modelId="{11DB8F6B-6E9A-4CC9-AE18-88FAB7173F6A}" type="presOf" srcId="{0F37A4C2-AE07-445D-B51A-D0F415EF95FA}" destId="{F5BF7511-4FDC-44BB-8391-A19A44B39893}" srcOrd="1" destOrd="0" presId="urn:microsoft.com/office/officeart/2005/8/layout/orgChart1"/>
    <dgm:cxn modelId="{9E71636C-9BD8-4CE7-BD79-0D7A7273CC9C}" type="presOf" srcId="{0305656B-0DEA-4E34-9096-22C8E237E242}" destId="{08778CD9-2049-4A3D-B740-4BB08721FB7E}" srcOrd="0" destOrd="0" presId="urn:microsoft.com/office/officeart/2005/8/layout/orgChart1"/>
    <dgm:cxn modelId="{C294874D-C5E1-46E2-ADDF-5A4C8E70F878}" type="presOf" srcId="{DBB73ED7-2C01-410B-945C-35FFA7A51563}" destId="{D07F8C46-A06E-462F-8BED-E24AAA7E08B8}" srcOrd="0" destOrd="0" presId="urn:microsoft.com/office/officeart/2005/8/layout/orgChart1"/>
    <dgm:cxn modelId="{5C87DF51-B3BC-4659-B849-63470BD501CB}" srcId="{6961928E-C311-49C3-98C4-33BF046D64DA}" destId="{1BA6740A-4407-4B3F-A3AB-0E0345A6426B}" srcOrd="2" destOrd="0" parTransId="{4EA7A381-8CD6-4CC5-87BA-779A27CFA42A}" sibTransId="{87B24E1F-90B3-4968-AF28-58603A8F2A19}"/>
    <dgm:cxn modelId="{3E32DE97-4401-4BFE-A988-E1552CFBAD94}" srcId="{51EC2D41-858C-4F83-824D-1B4C5AFA8B1C}" destId="{6961928E-C311-49C3-98C4-33BF046D64DA}" srcOrd="0" destOrd="0" parTransId="{0305656B-0DEA-4E34-9096-22C8E237E242}" sibTransId="{FE168AD8-5395-4093-83E4-56DFA0665A1A}"/>
    <dgm:cxn modelId="{2A4140A1-23BD-4A70-8D93-5128F37760D4}" type="presOf" srcId="{B175BE7E-3E03-4AFE-8703-4B631735E22A}" destId="{2398BD40-B28C-4138-BCE7-6AFD82B8A469}" srcOrd="0" destOrd="0" presId="urn:microsoft.com/office/officeart/2005/8/layout/orgChart1"/>
    <dgm:cxn modelId="{849005A3-DD93-4AA0-A337-611344C90626}" srcId="{6961928E-C311-49C3-98C4-33BF046D64DA}" destId="{61F6E9FE-01D7-400F-83D9-9A870FBE97E4}" srcOrd="3" destOrd="0" parTransId="{F31A3899-9E65-419B-BF93-1E916D3AEA1F}" sibTransId="{85373354-4D81-4DA2-8569-5EF383300380}"/>
    <dgm:cxn modelId="{C4B8D0A7-9404-4A0B-AFD7-597CC474A87B}" type="presOf" srcId="{61F6E9FE-01D7-400F-83D9-9A870FBE97E4}" destId="{279BA067-9E2A-44EA-878D-F8D350DC746C}" srcOrd="1" destOrd="0" presId="urn:microsoft.com/office/officeart/2005/8/layout/orgChart1"/>
    <dgm:cxn modelId="{EC7FBAB0-1D62-43D7-BEBB-AADB2A55FF0E}" type="presOf" srcId="{F31A3899-9E65-419B-BF93-1E916D3AEA1F}" destId="{73328C44-9C5A-4E7E-9ABC-A0838213698C}" srcOrd="0" destOrd="0" presId="urn:microsoft.com/office/officeart/2005/8/layout/orgChart1"/>
    <dgm:cxn modelId="{D43ABCB1-9578-497D-AF46-46AC1A55192A}" srcId="{6961928E-C311-49C3-98C4-33BF046D64DA}" destId="{0F37A4C2-AE07-445D-B51A-D0F415EF95FA}" srcOrd="1" destOrd="0" parTransId="{EE02FDA8-7728-4080-801A-2CA6B37D5C22}" sibTransId="{FEDAF3B3-0BED-48C1-A30C-2B34EED65750}"/>
    <dgm:cxn modelId="{8FFC2CB3-5999-4C37-B044-7DA877081C0C}" type="presOf" srcId="{51EC2D41-858C-4F83-824D-1B4C5AFA8B1C}" destId="{1168100A-A888-416C-8186-09A3C3DE0D0B}" srcOrd="1" destOrd="0" presId="urn:microsoft.com/office/officeart/2005/8/layout/orgChart1"/>
    <dgm:cxn modelId="{351248B9-9C46-4CC0-8CF3-7FD8C2950CEA}" type="presOf" srcId="{EE02FDA8-7728-4080-801A-2CA6B37D5C22}" destId="{FF54D0DC-11B3-41D4-903F-A23B2E2C5E9D}" srcOrd="0" destOrd="0" presId="urn:microsoft.com/office/officeart/2005/8/layout/orgChart1"/>
    <dgm:cxn modelId="{EF623CBB-19E4-47CA-BF31-2CA206B5DC2E}" type="presOf" srcId="{1BA6740A-4407-4B3F-A3AB-0E0345A6426B}" destId="{3FE47A22-AFBA-4E21-A7D8-E4DFC561CFBB}" srcOrd="0" destOrd="0" presId="urn:microsoft.com/office/officeart/2005/8/layout/orgChart1"/>
    <dgm:cxn modelId="{7D9333C2-2A29-4ECB-8E37-67A8AE290CBB}" type="presOf" srcId="{6961928E-C311-49C3-98C4-33BF046D64DA}" destId="{6DB42B62-E162-477C-9059-FC8496131244}" srcOrd="1" destOrd="0" presId="urn:microsoft.com/office/officeart/2005/8/layout/orgChart1"/>
    <dgm:cxn modelId="{384959D3-B1E2-470C-A756-8C437AF7FA9A}" type="presOf" srcId="{85987C0D-2061-4B72-9C46-36DAF3746A09}" destId="{41A1B5B3-50D6-44EB-B630-98AFB2AD27B8}" srcOrd="1" destOrd="0" presId="urn:microsoft.com/office/officeart/2005/8/layout/orgChart1"/>
    <dgm:cxn modelId="{1520CDDE-CB30-4434-BCB7-6F5A8186A2B6}" type="presOf" srcId="{6961928E-C311-49C3-98C4-33BF046D64DA}" destId="{BD50EA6C-6FF5-424A-AADD-4C3F625F9A08}" srcOrd="0" destOrd="0" presId="urn:microsoft.com/office/officeart/2005/8/layout/orgChart1"/>
    <dgm:cxn modelId="{EA2FE3E8-751E-4969-95CB-32BF10124280}" srcId="{B175BE7E-3E03-4AFE-8703-4B631735E22A}" destId="{51EC2D41-858C-4F83-824D-1B4C5AFA8B1C}" srcOrd="0" destOrd="0" parTransId="{E1FC48E1-94E6-4620-8796-8377A452E51E}" sibTransId="{A98BE972-CA57-426D-B010-27103C03B296}"/>
    <dgm:cxn modelId="{2FBE2DE9-85DE-44D1-9D90-07DB120D29B9}" type="presOf" srcId="{51EC2D41-858C-4F83-824D-1B4C5AFA8B1C}" destId="{0D3FE1BD-E0B5-4859-889E-7D040BC53C7E}" srcOrd="0" destOrd="0" presId="urn:microsoft.com/office/officeart/2005/8/layout/orgChart1"/>
    <dgm:cxn modelId="{DF7EBC5D-340B-4C63-96FC-88C7DF1A270E}" type="presParOf" srcId="{2398BD40-B28C-4138-BCE7-6AFD82B8A469}" destId="{782A0195-BB72-4F6A-AEC6-43A258A02997}" srcOrd="0" destOrd="0" presId="urn:microsoft.com/office/officeart/2005/8/layout/orgChart1"/>
    <dgm:cxn modelId="{DF168CF1-A6E1-4BDF-BDBC-7E7D2060169F}" type="presParOf" srcId="{782A0195-BB72-4F6A-AEC6-43A258A02997}" destId="{E70796CE-8D20-4825-BC02-302E7829F7F0}" srcOrd="0" destOrd="0" presId="urn:microsoft.com/office/officeart/2005/8/layout/orgChart1"/>
    <dgm:cxn modelId="{A613598F-3427-4287-88CB-9A1CEFDDDAFC}" type="presParOf" srcId="{E70796CE-8D20-4825-BC02-302E7829F7F0}" destId="{0D3FE1BD-E0B5-4859-889E-7D040BC53C7E}" srcOrd="0" destOrd="0" presId="urn:microsoft.com/office/officeart/2005/8/layout/orgChart1"/>
    <dgm:cxn modelId="{B61A498C-BE36-4465-81C7-3937188EF591}" type="presParOf" srcId="{E70796CE-8D20-4825-BC02-302E7829F7F0}" destId="{1168100A-A888-416C-8186-09A3C3DE0D0B}" srcOrd="1" destOrd="0" presId="urn:microsoft.com/office/officeart/2005/8/layout/orgChart1"/>
    <dgm:cxn modelId="{5F2947B3-1A86-4B42-B6B6-3D8955242FB2}" type="presParOf" srcId="{782A0195-BB72-4F6A-AEC6-43A258A02997}" destId="{9C4A5D27-00D5-4D03-9C8F-297B9255BA9B}" srcOrd="1" destOrd="0" presId="urn:microsoft.com/office/officeart/2005/8/layout/orgChart1"/>
    <dgm:cxn modelId="{EBA7B325-B95D-47A8-B241-AF3F94D8AE80}" type="presParOf" srcId="{9C4A5D27-00D5-4D03-9C8F-297B9255BA9B}" destId="{08778CD9-2049-4A3D-B740-4BB08721FB7E}" srcOrd="0" destOrd="0" presId="urn:microsoft.com/office/officeart/2005/8/layout/orgChart1"/>
    <dgm:cxn modelId="{81834FB3-1F24-4080-8995-E55BD719FCA7}" type="presParOf" srcId="{9C4A5D27-00D5-4D03-9C8F-297B9255BA9B}" destId="{4598F23F-E03F-46D9-B7AD-AE8D75156B3A}" srcOrd="1" destOrd="0" presId="urn:microsoft.com/office/officeart/2005/8/layout/orgChart1"/>
    <dgm:cxn modelId="{2245D8D3-7DE7-47D7-95BF-48D635327670}" type="presParOf" srcId="{4598F23F-E03F-46D9-B7AD-AE8D75156B3A}" destId="{B6388816-AE95-451A-846F-35AC9DB95B0E}" srcOrd="0" destOrd="0" presId="urn:microsoft.com/office/officeart/2005/8/layout/orgChart1"/>
    <dgm:cxn modelId="{7B4B3200-4C37-40F6-9AAD-5387258A5917}" type="presParOf" srcId="{B6388816-AE95-451A-846F-35AC9DB95B0E}" destId="{BD50EA6C-6FF5-424A-AADD-4C3F625F9A08}" srcOrd="0" destOrd="0" presId="urn:microsoft.com/office/officeart/2005/8/layout/orgChart1"/>
    <dgm:cxn modelId="{70CDC6E2-AC5F-4EE8-B35C-EA2DC617D181}" type="presParOf" srcId="{B6388816-AE95-451A-846F-35AC9DB95B0E}" destId="{6DB42B62-E162-477C-9059-FC8496131244}" srcOrd="1" destOrd="0" presId="urn:microsoft.com/office/officeart/2005/8/layout/orgChart1"/>
    <dgm:cxn modelId="{A0F61A3A-770F-48ED-908E-789B8117F9A3}" type="presParOf" srcId="{4598F23F-E03F-46D9-B7AD-AE8D75156B3A}" destId="{D5EEABA6-1258-4CDF-84E7-C9CAC736C773}" srcOrd="1" destOrd="0" presId="urn:microsoft.com/office/officeart/2005/8/layout/orgChart1"/>
    <dgm:cxn modelId="{AC3B1FCE-06C3-4C5E-B51F-1FDA39B66A7F}" type="presParOf" srcId="{D5EEABA6-1258-4CDF-84E7-C9CAC736C773}" destId="{FF54D0DC-11B3-41D4-903F-A23B2E2C5E9D}" srcOrd="0" destOrd="0" presId="urn:microsoft.com/office/officeart/2005/8/layout/orgChart1"/>
    <dgm:cxn modelId="{3F25F922-74D1-4A02-9E4E-304D71F3581C}" type="presParOf" srcId="{D5EEABA6-1258-4CDF-84E7-C9CAC736C773}" destId="{E67B9D77-D3E8-46DF-A580-2EDF8A4B054E}" srcOrd="1" destOrd="0" presId="urn:microsoft.com/office/officeart/2005/8/layout/orgChart1"/>
    <dgm:cxn modelId="{A4FDAE60-FF98-4226-BF05-131EBE2EDAC9}" type="presParOf" srcId="{E67B9D77-D3E8-46DF-A580-2EDF8A4B054E}" destId="{61C2A149-B878-4E4F-B9C1-93348DA8E0A1}" srcOrd="0" destOrd="0" presId="urn:microsoft.com/office/officeart/2005/8/layout/orgChart1"/>
    <dgm:cxn modelId="{7135C03A-16E6-4339-A634-FFE7B1CD5878}" type="presParOf" srcId="{61C2A149-B878-4E4F-B9C1-93348DA8E0A1}" destId="{1C4DF525-0AE4-4150-9268-C4C7E39F0EA7}" srcOrd="0" destOrd="0" presId="urn:microsoft.com/office/officeart/2005/8/layout/orgChart1"/>
    <dgm:cxn modelId="{2CC92A77-8F69-4296-920A-87978DD927FF}" type="presParOf" srcId="{61C2A149-B878-4E4F-B9C1-93348DA8E0A1}" destId="{F5BF7511-4FDC-44BB-8391-A19A44B39893}" srcOrd="1" destOrd="0" presId="urn:microsoft.com/office/officeart/2005/8/layout/orgChart1"/>
    <dgm:cxn modelId="{99E267E8-A84C-422A-BEB6-AF9A9FDFA895}" type="presParOf" srcId="{E67B9D77-D3E8-46DF-A580-2EDF8A4B054E}" destId="{E2699A0F-4157-45F1-86BE-BE6B8C314145}" srcOrd="1" destOrd="0" presId="urn:microsoft.com/office/officeart/2005/8/layout/orgChart1"/>
    <dgm:cxn modelId="{1A742D4F-9EA8-4BE0-AFE8-9A39D769C020}" type="presParOf" srcId="{E67B9D77-D3E8-46DF-A580-2EDF8A4B054E}" destId="{BFE50151-5B03-4079-B001-F68DCE08910F}" srcOrd="2" destOrd="0" presId="urn:microsoft.com/office/officeart/2005/8/layout/orgChart1"/>
    <dgm:cxn modelId="{88A495E2-984F-4E3B-903C-4424DDC19C87}" type="presParOf" srcId="{D5EEABA6-1258-4CDF-84E7-C9CAC736C773}" destId="{DB35D76C-38CA-4F47-B511-9ABA176F4072}" srcOrd="2" destOrd="0" presId="urn:microsoft.com/office/officeart/2005/8/layout/orgChart1"/>
    <dgm:cxn modelId="{62ABE472-F1A5-4F25-9E71-AAFD51766A7D}" type="presParOf" srcId="{D5EEABA6-1258-4CDF-84E7-C9CAC736C773}" destId="{4979CB61-B8CE-4F37-A4EE-6E157AB7B760}" srcOrd="3" destOrd="0" presId="urn:microsoft.com/office/officeart/2005/8/layout/orgChart1"/>
    <dgm:cxn modelId="{544DD9A4-9E87-423C-8C2C-8F6B70AD0CFC}" type="presParOf" srcId="{4979CB61-B8CE-4F37-A4EE-6E157AB7B760}" destId="{D4F0A8B0-0149-42E7-9C3D-91A05D778F27}" srcOrd="0" destOrd="0" presId="urn:microsoft.com/office/officeart/2005/8/layout/orgChart1"/>
    <dgm:cxn modelId="{7BAA8F11-D61E-4201-A374-28506CA84795}" type="presParOf" srcId="{D4F0A8B0-0149-42E7-9C3D-91A05D778F27}" destId="{3FE47A22-AFBA-4E21-A7D8-E4DFC561CFBB}" srcOrd="0" destOrd="0" presId="urn:microsoft.com/office/officeart/2005/8/layout/orgChart1"/>
    <dgm:cxn modelId="{A5E3CA9D-3D4B-47BB-946B-9D92570A9DE6}" type="presParOf" srcId="{D4F0A8B0-0149-42E7-9C3D-91A05D778F27}" destId="{C2981D9C-E279-4FA6-AABB-67974E458AD0}" srcOrd="1" destOrd="0" presId="urn:microsoft.com/office/officeart/2005/8/layout/orgChart1"/>
    <dgm:cxn modelId="{305C17BF-0D97-4E83-92BB-115054A72385}" type="presParOf" srcId="{4979CB61-B8CE-4F37-A4EE-6E157AB7B760}" destId="{D6A619CC-C33D-4533-9BA4-1D50F422D937}" srcOrd="1" destOrd="0" presId="urn:microsoft.com/office/officeart/2005/8/layout/orgChart1"/>
    <dgm:cxn modelId="{C89AF8B0-4583-44D5-A7AE-655E01B3BFB5}" type="presParOf" srcId="{4979CB61-B8CE-4F37-A4EE-6E157AB7B760}" destId="{711C3917-8CA4-4BCE-8B96-A44485CCCAC5}" srcOrd="2" destOrd="0" presId="urn:microsoft.com/office/officeart/2005/8/layout/orgChart1"/>
    <dgm:cxn modelId="{1B4F4338-B532-4A59-82DC-CA97235F5BE6}" type="presParOf" srcId="{D5EEABA6-1258-4CDF-84E7-C9CAC736C773}" destId="{73328C44-9C5A-4E7E-9ABC-A0838213698C}" srcOrd="4" destOrd="0" presId="urn:microsoft.com/office/officeart/2005/8/layout/orgChart1"/>
    <dgm:cxn modelId="{5775062B-DC0B-4794-8159-03C274DAB45D}" type="presParOf" srcId="{D5EEABA6-1258-4CDF-84E7-C9CAC736C773}" destId="{C7DD28DB-2FBF-43AD-A954-7D2FBA34DBB9}" srcOrd="5" destOrd="0" presId="urn:microsoft.com/office/officeart/2005/8/layout/orgChart1"/>
    <dgm:cxn modelId="{F5A43DA0-F39F-418B-8D57-286207E9AD8A}" type="presParOf" srcId="{C7DD28DB-2FBF-43AD-A954-7D2FBA34DBB9}" destId="{82937F6C-F41F-4D34-8351-C50275A1D11B}" srcOrd="0" destOrd="0" presId="urn:microsoft.com/office/officeart/2005/8/layout/orgChart1"/>
    <dgm:cxn modelId="{873257E2-13D7-48B3-9BA7-88A0CA3C9F1A}" type="presParOf" srcId="{82937F6C-F41F-4D34-8351-C50275A1D11B}" destId="{59753D01-59A0-46F7-B478-7CCDA78E96A5}" srcOrd="0" destOrd="0" presId="urn:microsoft.com/office/officeart/2005/8/layout/orgChart1"/>
    <dgm:cxn modelId="{175E8B91-128E-4317-86DD-FB267C6A008C}" type="presParOf" srcId="{82937F6C-F41F-4D34-8351-C50275A1D11B}" destId="{279BA067-9E2A-44EA-878D-F8D350DC746C}" srcOrd="1" destOrd="0" presId="urn:microsoft.com/office/officeart/2005/8/layout/orgChart1"/>
    <dgm:cxn modelId="{B39583E6-F327-4C11-8C0C-0106D795214E}" type="presParOf" srcId="{C7DD28DB-2FBF-43AD-A954-7D2FBA34DBB9}" destId="{620EF6CF-D5E4-46FD-88E7-09E152309AA7}" srcOrd="1" destOrd="0" presId="urn:microsoft.com/office/officeart/2005/8/layout/orgChart1"/>
    <dgm:cxn modelId="{C12801FF-AF1E-435F-BFA9-23AA4CFA5439}" type="presParOf" srcId="{C7DD28DB-2FBF-43AD-A954-7D2FBA34DBB9}" destId="{52CA3523-01EF-4DD1-A780-92F87A792D1B}" srcOrd="2" destOrd="0" presId="urn:microsoft.com/office/officeart/2005/8/layout/orgChart1"/>
    <dgm:cxn modelId="{C47DF7E3-2BB4-4655-9082-677FAD8D4CBF}" type="presParOf" srcId="{4598F23F-E03F-46D9-B7AD-AE8D75156B3A}" destId="{7CFD27C2-62F1-4EB9-B7CC-7A79E3E4473E}" srcOrd="2" destOrd="0" presId="urn:microsoft.com/office/officeart/2005/8/layout/orgChart1"/>
    <dgm:cxn modelId="{339AA657-397C-48B1-A910-66713790D6E3}" type="presParOf" srcId="{7CFD27C2-62F1-4EB9-B7CC-7A79E3E4473E}" destId="{D07F8C46-A06E-462F-8BED-E24AAA7E08B8}" srcOrd="0" destOrd="0" presId="urn:microsoft.com/office/officeart/2005/8/layout/orgChart1"/>
    <dgm:cxn modelId="{A0110C90-E06E-4CB2-A13C-466D1BC74462}" type="presParOf" srcId="{7CFD27C2-62F1-4EB9-B7CC-7A79E3E4473E}" destId="{8D830616-0A1B-4379-BA9D-578BE4C680BA}" srcOrd="1" destOrd="0" presId="urn:microsoft.com/office/officeart/2005/8/layout/orgChart1"/>
    <dgm:cxn modelId="{A3BF5C96-9140-45BA-8D7B-623CFD5D0CF7}" type="presParOf" srcId="{8D830616-0A1B-4379-BA9D-578BE4C680BA}" destId="{CBE72CDF-7A32-4105-9D24-B775BEF5767D}" srcOrd="0" destOrd="0" presId="urn:microsoft.com/office/officeart/2005/8/layout/orgChart1"/>
    <dgm:cxn modelId="{0C79A374-E7FC-4645-86AF-B584630D76F2}" type="presParOf" srcId="{CBE72CDF-7A32-4105-9D24-B775BEF5767D}" destId="{125A9933-AC53-49C5-A3EF-F6F78D9CED9F}" srcOrd="0" destOrd="0" presId="urn:microsoft.com/office/officeart/2005/8/layout/orgChart1"/>
    <dgm:cxn modelId="{725123C5-23D4-4529-84F6-B6A37B13EFF3}" type="presParOf" srcId="{CBE72CDF-7A32-4105-9D24-B775BEF5767D}" destId="{41A1B5B3-50D6-44EB-B630-98AFB2AD27B8}" srcOrd="1" destOrd="0" presId="urn:microsoft.com/office/officeart/2005/8/layout/orgChart1"/>
    <dgm:cxn modelId="{2995DAF9-3933-4BA1-BD34-47B899A51065}" type="presParOf" srcId="{8D830616-0A1B-4379-BA9D-578BE4C680BA}" destId="{9056F4CD-1599-4F16-8E03-A598545AC8D5}" srcOrd="1" destOrd="0" presId="urn:microsoft.com/office/officeart/2005/8/layout/orgChart1"/>
    <dgm:cxn modelId="{484BD96E-BDA5-4CD8-B1FD-CF87D2BD312F}" type="presParOf" srcId="{8D830616-0A1B-4379-BA9D-578BE4C680BA}" destId="{D122AE4E-F6F2-4D0D-ADBD-72C2C05A7EC9}" srcOrd="2" destOrd="0" presId="urn:microsoft.com/office/officeart/2005/8/layout/orgChart1"/>
    <dgm:cxn modelId="{F62B1BEC-EE84-4A47-A46A-2B0AC6373E97}" type="presParOf" srcId="{782A0195-BB72-4F6A-AEC6-43A258A02997}" destId="{A020244B-8784-4E44-B85A-ECA85EF055BC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CA7139-2D37-4EB7-9475-A25C2521F29E}">
      <dsp:nvSpPr>
        <dsp:cNvPr id="0" name=""/>
        <dsp:cNvSpPr/>
      </dsp:nvSpPr>
      <dsp:spPr>
        <a:xfrm>
          <a:off x="4338" y="0"/>
          <a:ext cx="4173202" cy="48965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/>
            <a:t>Признаки государства (теория)</a:t>
          </a:r>
        </a:p>
      </dsp:txBody>
      <dsp:txXfrm>
        <a:off x="4338" y="0"/>
        <a:ext cx="4173202" cy="1468962"/>
      </dsp:txXfrm>
    </dsp:sp>
    <dsp:sp modelId="{B35E1209-3880-4024-9A97-F497B69AC460}">
      <dsp:nvSpPr>
        <dsp:cNvPr id="0" name=""/>
        <dsp:cNvSpPr/>
      </dsp:nvSpPr>
      <dsp:spPr>
        <a:xfrm>
          <a:off x="421658" y="1469381"/>
          <a:ext cx="3338562" cy="961974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Единство границ</a:t>
          </a:r>
        </a:p>
      </dsp:txBody>
      <dsp:txXfrm>
        <a:off x="449833" y="1497556"/>
        <a:ext cx="3282212" cy="905624"/>
      </dsp:txXfrm>
    </dsp:sp>
    <dsp:sp modelId="{1FFC6900-3B29-494A-AC9D-AA2F1684F1C3}">
      <dsp:nvSpPr>
        <dsp:cNvPr id="0" name=""/>
        <dsp:cNvSpPr/>
      </dsp:nvSpPr>
      <dsp:spPr>
        <a:xfrm>
          <a:off x="421658" y="2579352"/>
          <a:ext cx="3338562" cy="961974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Единство законов и суда</a:t>
          </a:r>
        </a:p>
      </dsp:txBody>
      <dsp:txXfrm>
        <a:off x="449833" y="2607527"/>
        <a:ext cx="3282212" cy="905624"/>
      </dsp:txXfrm>
    </dsp:sp>
    <dsp:sp modelId="{22FF80BD-ED2C-4436-BE06-FC336C36CA38}">
      <dsp:nvSpPr>
        <dsp:cNvPr id="0" name=""/>
        <dsp:cNvSpPr/>
      </dsp:nvSpPr>
      <dsp:spPr>
        <a:xfrm>
          <a:off x="421658" y="3689322"/>
          <a:ext cx="3338562" cy="961974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Единство управления, осуществляемое отделенным от населения аппаратом</a:t>
          </a:r>
        </a:p>
      </dsp:txBody>
      <dsp:txXfrm>
        <a:off x="449833" y="3717497"/>
        <a:ext cx="3282212" cy="905624"/>
      </dsp:txXfrm>
    </dsp:sp>
    <dsp:sp modelId="{F9C81D37-6C02-454E-8865-32E20013FD24}">
      <dsp:nvSpPr>
        <dsp:cNvPr id="0" name=""/>
        <dsp:cNvSpPr/>
      </dsp:nvSpPr>
      <dsp:spPr>
        <a:xfrm>
          <a:off x="4490531" y="0"/>
          <a:ext cx="4173202" cy="48965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/>
            <a:t>Средневековая реальность</a:t>
          </a:r>
        </a:p>
      </dsp:txBody>
      <dsp:txXfrm>
        <a:off x="4490531" y="0"/>
        <a:ext cx="4173202" cy="1468962"/>
      </dsp:txXfrm>
    </dsp:sp>
    <dsp:sp modelId="{F3D071FF-3728-4C7A-ABFD-E6EE0492E1B0}">
      <dsp:nvSpPr>
        <dsp:cNvPr id="0" name=""/>
        <dsp:cNvSpPr/>
      </dsp:nvSpPr>
      <dsp:spPr>
        <a:xfrm>
          <a:off x="4907851" y="1469381"/>
          <a:ext cx="3338562" cy="961974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Границы государства зависят от прочности вассальных отношений</a:t>
          </a:r>
        </a:p>
      </dsp:txBody>
      <dsp:txXfrm>
        <a:off x="4936026" y="1497556"/>
        <a:ext cx="3282212" cy="905624"/>
      </dsp:txXfrm>
    </dsp:sp>
    <dsp:sp modelId="{BB214BB3-A23C-4E3F-9DD1-6AB47456DF41}">
      <dsp:nvSpPr>
        <dsp:cNvPr id="0" name=""/>
        <dsp:cNvSpPr/>
      </dsp:nvSpPr>
      <dsp:spPr>
        <a:xfrm>
          <a:off x="4907851" y="2579352"/>
          <a:ext cx="3338562" cy="961974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Закон имеет характер традиции. Суд осуществляется сеньором.</a:t>
          </a:r>
        </a:p>
      </dsp:txBody>
      <dsp:txXfrm>
        <a:off x="4936026" y="2607527"/>
        <a:ext cx="3282212" cy="905624"/>
      </dsp:txXfrm>
    </dsp:sp>
    <dsp:sp modelId="{E5CF7929-63E9-48FB-AC33-16C16F742394}">
      <dsp:nvSpPr>
        <dsp:cNvPr id="0" name=""/>
        <dsp:cNvSpPr/>
      </dsp:nvSpPr>
      <dsp:spPr>
        <a:xfrm>
          <a:off x="4907851" y="3689322"/>
          <a:ext cx="3338562" cy="961974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Управление осуществляется сеньором с опорой на его вассалов и гражданских  слуг (министериалов)</a:t>
          </a:r>
        </a:p>
      </dsp:txBody>
      <dsp:txXfrm>
        <a:off x="4936026" y="3717497"/>
        <a:ext cx="3282212" cy="90562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3817E4-29BC-4AF7-81C4-F62A2E2C9BCD}">
      <dsp:nvSpPr>
        <dsp:cNvPr id="0" name=""/>
        <dsp:cNvSpPr/>
      </dsp:nvSpPr>
      <dsp:spPr>
        <a:xfrm>
          <a:off x="0" y="2553790"/>
          <a:ext cx="8424936" cy="92312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Низший уровень власти</a:t>
          </a:r>
        </a:p>
      </dsp:txBody>
      <dsp:txXfrm>
        <a:off x="0" y="2553790"/>
        <a:ext cx="2527480" cy="923122"/>
      </dsp:txXfrm>
    </dsp:sp>
    <dsp:sp modelId="{DE5A29E7-4300-42F3-AB4C-5A4F2471550F}">
      <dsp:nvSpPr>
        <dsp:cNvPr id="0" name=""/>
        <dsp:cNvSpPr/>
      </dsp:nvSpPr>
      <dsp:spPr>
        <a:xfrm>
          <a:off x="0" y="1476813"/>
          <a:ext cx="8424936" cy="92312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Высший уровень власти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(реальный)</a:t>
          </a:r>
        </a:p>
      </dsp:txBody>
      <dsp:txXfrm>
        <a:off x="0" y="1476813"/>
        <a:ext cx="2527480" cy="923122"/>
      </dsp:txXfrm>
    </dsp:sp>
    <dsp:sp modelId="{2C6059C5-3F99-48AE-959D-6632A006A0CD}">
      <dsp:nvSpPr>
        <dsp:cNvPr id="0" name=""/>
        <dsp:cNvSpPr/>
      </dsp:nvSpPr>
      <dsp:spPr>
        <a:xfrm>
          <a:off x="0" y="365847"/>
          <a:ext cx="8424936" cy="92312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Высший уровень власти (мнимый)</a:t>
          </a:r>
        </a:p>
      </dsp:txBody>
      <dsp:txXfrm>
        <a:off x="0" y="365847"/>
        <a:ext cx="2527480" cy="923122"/>
      </dsp:txXfrm>
    </dsp:sp>
    <dsp:sp modelId="{9DB8F3F4-8370-4941-A407-5CC9D50CCF57}">
      <dsp:nvSpPr>
        <dsp:cNvPr id="0" name=""/>
        <dsp:cNvSpPr/>
      </dsp:nvSpPr>
      <dsp:spPr>
        <a:xfrm>
          <a:off x="4872869" y="476763"/>
          <a:ext cx="1153903" cy="769269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6">
                <a:tint val="50000"/>
                <a:satMod val="300000"/>
              </a:schemeClr>
            </a:gs>
            <a:gs pos="35000">
              <a:schemeClr val="accent6">
                <a:tint val="37000"/>
                <a:satMod val="300000"/>
              </a:schemeClr>
            </a:gs>
            <a:gs pos="100000">
              <a:schemeClr val="accent6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6">
              <a:shade val="95000"/>
              <a:satMod val="105000"/>
            </a:schemeClr>
          </a:solidFill>
          <a:prstDash val="solid"/>
        </a:ln>
        <a:effectLst>
          <a:glow rad="101600">
            <a:schemeClr val="accent3">
              <a:satMod val="175000"/>
              <a:alpha val="40000"/>
            </a:schemeClr>
          </a:glow>
        </a:effectLst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Орда</a:t>
          </a:r>
        </a:p>
      </dsp:txBody>
      <dsp:txXfrm>
        <a:off x="4895400" y="499294"/>
        <a:ext cx="1108841" cy="724207"/>
      </dsp:txXfrm>
    </dsp:sp>
    <dsp:sp modelId="{64758DDF-9936-49AE-A006-7918A4BBD670}">
      <dsp:nvSpPr>
        <dsp:cNvPr id="0" name=""/>
        <dsp:cNvSpPr/>
      </dsp:nvSpPr>
      <dsp:spPr>
        <a:xfrm>
          <a:off x="3932190" y="1246032"/>
          <a:ext cx="1517631" cy="307707"/>
        </a:xfrm>
        <a:custGeom>
          <a:avLst/>
          <a:gdLst/>
          <a:ahLst/>
          <a:cxnLst/>
          <a:rect l="0" t="0" r="0" b="0"/>
          <a:pathLst>
            <a:path>
              <a:moveTo>
                <a:pt x="1517631" y="0"/>
              </a:moveTo>
              <a:lnTo>
                <a:pt x="1517631" y="153853"/>
              </a:lnTo>
              <a:lnTo>
                <a:pt x="0" y="153853"/>
              </a:lnTo>
              <a:lnTo>
                <a:pt x="0" y="307707"/>
              </a:lnTo>
            </a:path>
          </a:pathLst>
        </a:custGeom>
        <a:noFill/>
        <a:ln w="285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83687E-9984-4714-970F-2D8190DFECE7}">
      <dsp:nvSpPr>
        <dsp:cNvPr id="0" name=""/>
        <dsp:cNvSpPr/>
      </dsp:nvSpPr>
      <dsp:spPr>
        <a:xfrm>
          <a:off x="3355238" y="1553740"/>
          <a:ext cx="1153903" cy="769269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4">
                <a:tint val="50000"/>
                <a:satMod val="300000"/>
              </a:schemeClr>
            </a:gs>
            <a:gs pos="35000">
              <a:schemeClr val="accent4">
                <a:tint val="37000"/>
                <a:satMod val="300000"/>
              </a:schemeClr>
            </a:gs>
            <a:gs pos="100000">
              <a:schemeClr val="accent4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4">
              <a:shade val="95000"/>
              <a:satMod val="105000"/>
            </a:schemeClr>
          </a:solidFill>
          <a:prstDash val="solid"/>
        </a:ln>
        <a:effectLst>
          <a:glow rad="101600">
            <a:schemeClr val="accent3">
              <a:satMod val="175000"/>
              <a:alpha val="40000"/>
            </a:schemeClr>
          </a:glow>
        </a:effectLst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Великий князь</a:t>
          </a:r>
        </a:p>
      </dsp:txBody>
      <dsp:txXfrm>
        <a:off x="3377769" y="1576271"/>
        <a:ext cx="1108841" cy="724207"/>
      </dsp:txXfrm>
    </dsp:sp>
    <dsp:sp modelId="{9D781EAB-41CF-44D9-AED2-CB7C2068AC52}">
      <dsp:nvSpPr>
        <dsp:cNvPr id="0" name=""/>
        <dsp:cNvSpPr/>
      </dsp:nvSpPr>
      <dsp:spPr>
        <a:xfrm>
          <a:off x="3150616" y="2323009"/>
          <a:ext cx="781573" cy="299907"/>
        </a:xfrm>
        <a:custGeom>
          <a:avLst/>
          <a:gdLst/>
          <a:ahLst/>
          <a:cxnLst/>
          <a:rect l="0" t="0" r="0" b="0"/>
          <a:pathLst>
            <a:path>
              <a:moveTo>
                <a:pt x="781573" y="0"/>
              </a:moveTo>
              <a:lnTo>
                <a:pt x="781573" y="149953"/>
              </a:lnTo>
              <a:lnTo>
                <a:pt x="0" y="149953"/>
              </a:lnTo>
              <a:lnTo>
                <a:pt x="0" y="299907"/>
              </a:lnTo>
            </a:path>
          </a:pathLst>
        </a:custGeom>
        <a:noFill/>
        <a:ln w="285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36C46CA-08E3-4E88-A9FC-BEA17479CFCF}">
      <dsp:nvSpPr>
        <dsp:cNvPr id="0" name=""/>
        <dsp:cNvSpPr/>
      </dsp:nvSpPr>
      <dsp:spPr>
        <a:xfrm>
          <a:off x="2573664" y="2622916"/>
          <a:ext cx="1153903" cy="769269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3">
                <a:tint val="50000"/>
                <a:satMod val="300000"/>
              </a:schemeClr>
            </a:gs>
            <a:gs pos="35000">
              <a:schemeClr val="accent3">
                <a:tint val="37000"/>
                <a:satMod val="300000"/>
              </a:schemeClr>
            </a:gs>
            <a:gs pos="100000">
              <a:schemeClr val="accent3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3">
              <a:shade val="95000"/>
              <a:satMod val="105000"/>
            </a:schemeClr>
          </a:solidFill>
          <a:prstDash val="solid"/>
        </a:ln>
        <a:effectLst>
          <a:glow rad="101600">
            <a:schemeClr val="accent5">
              <a:satMod val="175000"/>
              <a:alpha val="40000"/>
            </a:schemeClr>
          </a:glow>
        </a:effectLst>
      </dsp:spPr>
      <dsp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Удельные князья</a:t>
          </a:r>
        </a:p>
      </dsp:txBody>
      <dsp:txXfrm>
        <a:off x="2596195" y="2645447"/>
        <a:ext cx="1108841" cy="724207"/>
      </dsp:txXfrm>
    </dsp:sp>
    <dsp:sp modelId="{34E485F7-D496-4721-B797-49B40290FB48}">
      <dsp:nvSpPr>
        <dsp:cNvPr id="0" name=""/>
        <dsp:cNvSpPr/>
      </dsp:nvSpPr>
      <dsp:spPr>
        <a:xfrm>
          <a:off x="3061013" y="3392185"/>
          <a:ext cx="91440" cy="315508"/>
        </a:xfrm>
        <a:custGeom>
          <a:avLst/>
          <a:gdLst/>
          <a:ahLst/>
          <a:cxnLst/>
          <a:rect l="0" t="0" r="0" b="0"/>
          <a:pathLst>
            <a:path>
              <a:moveTo>
                <a:pt x="89602" y="0"/>
              </a:moveTo>
              <a:lnTo>
                <a:pt x="89602" y="157754"/>
              </a:lnTo>
              <a:lnTo>
                <a:pt x="45720" y="157754"/>
              </a:lnTo>
              <a:lnTo>
                <a:pt x="45720" y="315508"/>
              </a:lnTo>
            </a:path>
          </a:pathLst>
        </a:custGeom>
        <a:noFill/>
        <a:ln w="285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D4D9307-0596-4659-874D-340F2740AC59}">
      <dsp:nvSpPr>
        <dsp:cNvPr id="0" name=""/>
        <dsp:cNvSpPr/>
      </dsp:nvSpPr>
      <dsp:spPr>
        <a:xfrm>
          <a:off x="2529781" y="3707693"/>
          <a:ext cx="1153903" cy="769269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glow rad="63500">
            <a:schemeClr val="accent6">
              <a:satMod val="175000"/>
              <a:alpha val="40000"/>
            </a:schemeClr>
          </a:glo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Бояре</a:t>
          </a:r>
        </a:p>
      </dsp:txBody>
      <dsp:txXfrm>
        <a:off x="2552312" y="3730224"/>
        <a:ext cx="1108841" cy="724207"/>
      </dsp:txXfrm>
    </dsp:sp>
    <dsp:sp modelId="{E356194D-519B-4962-8092-B04ED362354A}">
      <dsp:nvSpPr>
        <dsp:cNvPr id="0" name=""/>
        <dsp:cNvSpPr/>
      </dsp:nvSpPr>
      <dsp:spPr>
        <a:xfrm>
          <a:off x="3932190" y="2323009"/>
          <a:ext cx="712477" cy="13772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88603"/>
              </a:lnTo>
              <a:lnTo>
                <a:pt x="712477" y="688603"/>
              </a:lnTo>
              <a:lnTo>
                <a:pt x="712477" y="1377207"/>
              </a:lnTo>
            </a:path>
          </a:pathLst>
        </a:custGeom>
        <a:noFill/>
        <a:ln w="285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031EC56-839E-4F81-84D4-6AC036DE3659}">
      <dsp:nvSpPr>
        <dsp:cNvPr id="0" name=""/>
        <dsp:cNvSpPr/>
      </dsp:nvSpPr>
      <dsp:spPr>
        <a:xfrm>
          <a:off x="3992297" y="3700216"/>
          <a:ext cx="1304741" cy="895836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glow rad="63500">
            <a:schemeClr val="accent6">
              <a:satMod val="175000"/>
              <a:alpha val="40000"/>
            </a:schemeClr>
          </a:glo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Бояре</a:t>
          </a:r>
        </a:p>
      </dsp:txBody>
      <dsp:txXfrm>
        <a:off x="4018535" y="3726454"/>
        <a:ext cx="1252265" cy="843360"/>
      </dsp:txXfrm>
    </dsp:sp>
    <dsp:sp modelId="{2173F65F-EE46-4229-A8CC-C468D61BA2D3}">
      <dsp:nvSpPr>
        <dsp:cNvPr id="0" name=""/>
        <dsp:cNvSpPr/>
      </dsp:nvSpPr>
      <dsp:spPr>
        <a:xfrm>
          <a:off x="5449821" y="1246032"/>
          <a:ext cx="1517631" cy="3077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3853"/>
              </a:lnTo>
              <a:lnTo>
                <a:pt x="1517631" y="153853"/>
              </a:lnTo>
              <a:lnTo>
                <a:pt x="1517631" y="307707"/>
              </a:lnTo>
            </a:path>
          </a:pathLst>
        </a:custGeom>
        <a:noFill/>
        <a:ln w="285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6B4016-E1A8-4F19-BB65-761B4C83B61E}">
      <dsp:nvSpPr>
        <dsp:cNvPr id="0" name=""/>
        <dsp:cNvSpPr/>
      </dsp:nvSpPr>
      <dsp:spPr>
        <a:xfrm>
          <a:off x="6390501" y="1553740"/>
          <a:ext cx="1153903" cy="769269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4">
                <a:tint val="50000"/>
                <a:satMod val="300000"/>
              </a:schemeClr>
            </a:gs>
            <a:gs pos="35000">
              <a:schemeClr val="accent4">
                <a:tint val="37000"/>
                <a:satMod val="300000"/>
              </a:schemeClr>
            </a:gs>
            <a:gs pos="100000">
              <a:schemeClr val="accent4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4">
              <a:shade val="95000"/>
              <a:satMod val="105000"/>
            </a:schemeClr>
          </a:solidFill>
          <a:prstDash val="solid"/>
        </a:ln>
        <a:effectLst>
          <a:glow rad="101600">
            <a:schemeClr val="accent3">
              <a:satMod val="175000"/>
              <a:alpha val="40000"/>
            </a:schemeClr>
          </a:glow>
        </a:effectLst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Великий князь</a:t>
          </a:r>
        </a:p>
      </dsp:txBody>
      <dsp:txXfrm>
        <a:off x="6413032" y="1576271"/>
        <a:ext cx="1108841" cy="724207"/>
      </dsp:txXfrm>
    </dsp:sp>
    <dsp:sp modelId="{E9A855A8-6D0F-4C8D-BF26-E5224B41CD31}">
      <dsp:nvSpPr>
        <dsp:cNvPr id="0" name=""/>
        <dsp:cNvSpPr/>
      </dsp:nvSpPr>
      <dsp:spPr>
        <a:xfrm>
          <a:off x="6257721" y="2323009"/>
          <a:ext cx="709731" cy="307707"/>
        </a:xfrm>
        <a:custGeom>
          <a:avLst/>
          <a:gdLst/>
          <a:ahLst/>
          <a:cxnLst/>
          <a:rect l="0" t="0" r="0" b="0"/>
          <a:pathLst>
            <a:path>
              <a:moveTo>
                <a:pt x="709731" y="0"/>
              </a:moveTo>
              <a:lnTo>
                <a:pt x="709731" y="153853"/>
              </a:lnTo>
              <a:lnTo>
                <a:pt x="0" y="153853"/>
              </a:lnTo>
              <a:lnTo>
                <a:pt x="0" y="307707"/>
              </a:lnTo>
            </a:path>
          </a:pathLst>
        </a:custGeom>
        <a:noFill/>
        <a:ln w="285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44C8340-058A-4889-BE35-6575FF569CAA}">
      <dsp:nvSpPr>
        <dsp:cNvPr id="0" name=""/>
        <dsp:cNvSpPr/>
      </dsp:nvSpPr>
      <dsp:spPr>
        <a:xfrm>
          <a:off x="5680769" y="2630717"/>
          <a:ext cx="1153903" cy="769269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2">
                <a:tint val="50000"/>
                <a:satMod val="300000"/>
              </a:schemeClr>
            </a:gs>
            <a:gs pos="35000">
              <a:schemeClr val="accent2">
                <a:tint val="37000"/>
                <a:satMod val="300000"/>
              </a:schemeClr>
            </a:gs>
            <a:gs pos="100000">
              <a:schemeClr val="accent2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2">
              <a:shade val="95000"/>
              <a:satMod val="105000"/>
            </a:schemeClr>
          </a:solidFill>
          <a:prstDash val="solid"/>
        </a:ln>
        <a:effectLst>
          <a:glow rad="101600">
            <a:schemeClr val="accent5">
              <a:satMod val="175000"/>
              <a:alpha val="40000"/>
            </a:schemeClr>
          </a:glow>
        </a:effectLst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Удельные князья</a:t>
          </a:r>
        </a:p>
      </dsp:txBody>
      <dsp:txXfrm>
        <a:off x="5703300" y="2653248"/>
        <a:ext cx="1108841" cy="724207"/>
      </dsp:txXfrm>
    </dsp:sp>
    <dsp:sp modelId="{E47CE689-87B3-4357-9B5A-519B40D29007}">
      <dsp:nvSpPr>
        <dsp:cNvPr id="0" name=""/>
        <dsp:cNvSpPr/>
      </dsp:nvSpPr>
      <dsp:spPr>
        <a:xfrm>
          <a:off x="6212001" y="3399986"/>
          <a:ext cx="91440" cy="30770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07707"/>
              </a:lnTo>
            </a:path>
          </a:pathLst>
        </a:custGeom>
        <a:noFill/>
        <a:ln w="285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C443B5F-B660-40F9-B412-2D3820D17E08}">
      <dsp:nvSpPr>
        <dsp:cNvPr id="0" name=""/>
        <dsp:cNvSpPr/>
      </dsp:nvSpPr>
      <dsp:spPr>
        <a:xfrm>
          <a:off x="5680769" y="3707693"/>
          <a:ext cx="1153903" cy="769269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glow rad="63500">
            <a:schemeClr val="accent6">
              <a:satMod val="175000"/>
              <a:alpha val="40000"/>
            </a:schemeClr>
          </a:glo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Бояре</a:t>
          </a:r>
        </a:p>
      </dsp:txBody>
      <dsp:txXfrm>
        <a:off x="5703300" y="3730224"/>
        <a:ext cx="1108841" cy="724207"/>
      </dsp:txXfrm>
    </dsp:sp>
    <dsp:sp modelId="{382A917C-36AD-45DB-953D-5115CF33B7DC}">
      <dsp:nvSpPr>
        <dsp:cNvPr id="0" name=""/>
        <dsp:cNvSpPr/>
      </dsp:nvSpPr>
      <dsp:spPr>
        <a:xfrm>
          <a:off x="6967452" y="2323009"/>
          <a:ext cx="721189" cy="126307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31535"/>
              </a:lnTo>
              <a:lnTo>
                <a:pt x="721189" y="631535"/>
              </a:lnTo>
              <a:lnTo>
                <a:pt x="721189" y="1263070"/>
              </a:lnTo>
            </a:path>
          </a:pathLst>
        </a:custGeom>
        <a:noFill/>
        <a:ln w="285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E9CAD92-4A98-4E64-ADDE-FFB44DB5EB4B}">
      <dsp:nvSpPr>
        <dsp:cNvPr id="0" name=""/>
        <dsp:cNvSpPr/>
      </dsp:nvSpPr>
      <dsp:spPr>
        <a:xfrm>
          <a:off x="7151996" y="3586080"/>
          <a:ext cx="1073291" cy="951716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glow rad="63500">
            <a:schemeClr val="accent6">
              <a:satMod val="175000"/>
              <a:alpha val="40000"/>
            </a:schemeClr>
          </a:glo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Бояре</a:t>
          </a:r>
        </a:p>
      </dsp:txBody>
      <dsp:txXfrm>
        <a:off x="7179871" y="3613955"/>
        <a:ext cx="1017541" cy="89596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7F8C46-A06E-462F-8BED-E24AAA7E08B8}">
      <dsp:nvSpPr>
        <dsp:cNvPr id="0" name=""/>
        <dsp:cNvSpPr/>
      </dsp:nvSpPr>
      <dsp:spPr>
        <a:xfrm>
          <a:off x="4018440" y="1549118"/>
          <a:ext cx="134396" cy="588782"/>
        </a:xfrm>
        <a:custGeom>
          <a:avLst/>
          <a:gdLst/>
          <a:ahLst/>
          <a:cxnLst/>
          <a:rect l="0" t="0" r="0" b="0"/>
          <a:pathLst>
            <a:path>
              <a:moveTo>
                <a:pt x="134396" y="0"/>
              </a:moveTo>
              <a:lnTo>
                <a:pt x="134396" y="588782"/>
              </a:lnTo>
              <a:lnTo>
                <a:pt x="0" y="588782"/>
              </a:lnTo>
            </a:path>
          </a:pathLst>
        </a:custGeom>
        <a:noFill/>
        <a:ln w="285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3328C44-9C5A-4E7E-9ABC-A0838213698C}">
      <dsp:nvSpPr>
        <dsp:cNvPr id="0" name=""/>
        <dsp:cNvSpPr/>
      </dsp:nvSpPr>
      <dsp:spPr>
        <a:xfrm>
          <a:off x="4152836" y="1549118"/>
          <a:ext cx="191994" cy="331510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315102"/>
              </a:lnTo>
              <a:lnTo>
                <a:pt x="191994" y="3315102"/>
              </a:lnTo>
            </a:path>
          </a:pathLst>
        </a:custGeom>
        <a:noFill/>
        <a:ln w="285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B35D76C-38CA-4F47-B511-9ABA176F4072}">
      <dsp:nvSpPr>
        <dsp:cNvPr id="0" name=""/>
        <dsp:cNvSpPr/>
      </dsp:nvSpPr>
      <dsp:spPr>
        <a:xfrm>
          <a:off x="4152836" y="1549118"/>
          <a:ext cx="191994" cy="24063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06329"/>
              </a:lnTo>
              <a:lnTo>
                <a:pt x="191994" y="2406329"/>
              </a:lnTo>
            </a:path>
          </a:pathLst>
        </a:custGeom>
        <a:noFill/>
        <a:ln w="285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F54D0DC-11B3-41D4-903F-A23B2E2C5E9D}">
      <dsp:nvSpPr>
        <dsp:cNvPr id="0" name=""/>
        <dsp:cNvSpPr/>
      </dsp:nvSpPr>
      <dsp:spPr>
        <a:xfrm>
          <a:off x="4152836" y="1549118"/>
          <a:ext cx="191994" cy="149755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97556"/>
              </a:lnTo>
              <a:lnTo>
                <a:pt x="191994" y="1497556"/>
              </a:lnTo>
            </a:path>
          </a:pathLst>
        </a:custGeom>
        <a:noFill/>
        <a:ln w="285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8778CD9-2049-4A3D-B740-4BB08721FB7E}">
      <dsp:nvSpPr>
        <dsp:cNvPr id="0" name=""/>
        <dsp:cNvSpPr/>
      </dsp:nvSpPr>
      <dsp:spPr>
        <a:xfrm>
          <a:off x="4107116" y="640345"/>
          <a:ext cx="91440" cy="26879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68792"/>
              </a:lnTo>
            </a:path>
          </a:pathLst>
        </a:custGeom>
        <a:noFill/>
        <a:ln w="285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D3FE1BD-E0B5-4859-889E-7D040BC53C7E}">
      <dsp:nvSpPr>
        <dsp:cNvPr id="0" name=""/>
        <dsp:cNvSpPr/>
      </dsp:nvSpPr>
      <dsp:spPr>
        <a:xfrm>
          <a:off x="3512855" y="364"/>
          <a:ext cx="1279962" cy="639981"/>
        </a:xfrm>
        <a:prstGeom prst="rect">
          <a:avLst/>
        </a:prstGeom>
        <a:gradFill rotWithShape="1">
          <a:gsLst>
            <a:gs pos="0">
              <a:schemeClr val="dk1">
                <a:tint val="50000"/>
                <a:satMod val="300000"/>
              </a:schemeClr>
            </a:gs>
            <a:gs pos="35000">
              <a:schemeClr val="dk1">
                <a:tint val="37000"/>
                <a:satMod val="300000"/>
              </a:schemeClr>
            </a:gs>
            <a:gs pos="100000">
              <a:schemeClr val="dk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dk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/>
            <a:t>Орда</a:t>
          </a:r>
        </a:p>
      </dsp:txBody>
      <dsp:txXfrm>
        <a:off x="3512855" y="364"/>
        <a:ext cx="1279962" cy="639981"/>
      </dsp:txXfrm>
    </dsp:sp>
    <dsp:sp modelId="{BD50EA6C-6FF5-424A-AADD-4C3F625F9A08}">
      <dsp:nvSpPr>
        <dsp:cNvPr id="0" name=""/>
        <dsp:cNvSpPr/>
      </dsp:nvSpPr>
      <dsp:spPr>
        <a:xfrm>
          <a:off x="3512855" y="909137"/>
          <a:ext cx="1279962" cy="639981"/>
        </a:xfrm>
        <a:prstGeom prst="rect">
          <a:avLst/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/>
            <a:t>Великий князь Владимирский и Московский</a:t>
          </a:r>
        </a:p>
      </dsp:txBody>
      <dsp:txXfrm>
        <a:off x="3512855" y="909137"/>
        <a:ext cx="1279962" cy="639981"/>
      </dsp:txXfrm>
    </dsp:sp>
    <dsp:sp modelId="{1C4DF525-0AE4-4150-9268-C4C7E39F0EA7}">
      <dsp:nvSpPr>
        <dsp:cNvPr id="0" name=""/>
        <dsp:cNvSpPr/>
      </dsp:nvSpPr>
      <dsp:spPr>
        <a:xfrm>
          <a:off x="4344831" y="2726684"/>
          <a:ext cx="1279962" cy="639981"/>
        </a:xfrm>
        <a:prstGeom prst="rect">
          <a:avLst/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/>
            <a:t>Удельный князья</a:t>
          </a:r>
        </a:p>
      </dsp:txBody>
      <dsp:txXfrm>
        <a:off x="4344831" y="2726684"/>
        <a:ext cx="1279962" cy="639981"/>
      </dsp:txXfrm>
    </dsp:sp>
    <dsp:sp modelId="{3FE47A22-AFBA-4E21-A7D8-E4DFC561CFBB}">
      <dsp:nvSpPr>
        <dsp:cNvPr id="0" name=""/>
        <dsp:cNvSpPr/>
      </dsp:nvSpPr>
      <dsp:spPr>
        <a:xfrm>
          <a:off x="4344831" y="3635457"/>
          <a:ext cx="1279962" cy="639981"/>
        </a:xfrm>
        <a:prstGeom prst="rect">
          <a:avLst/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/>
            <a:t>Князья -служебники</a:t>
          </a:r>
        </a:p>
      </dsp:txBody>
      <dsp:txXfrm>
        <a:off x="4344831" y="3635457"/>
        <a:ext cx="1279962" cy="639981"/>
      </dsp:txXfrm>
    </dsp:sp>
    <dsp:sp modelId="{59753D01-59A0-46F7-B478-7CCDA78E96A5}">
      <dsp:nvSpPr>
        <dsp:cNvPr id="0" name=""/>
        <dsp:cNvSpPr/>
      </dsp:nvSpPr>
      <dsp:spPr>
        <a:xfrm>
          <a:off x="4344831" y="4544230"/>
          <a:ext cx="1279962" cy="639981"/>
        </a:xfrm>
        <a:prstGeom prst="rect">
          <a:avLst/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/>
            <a:t>Старомосковские бояре</a:t>
          </a:r>
        </a:p>
      </dsp:txBody>
      <dsp:txXfrm>
        <a:off x="4344831" y="4544230"/>
        <a:ext cx="1279962" cy="639981"/>
      </dsp:txXfrm>
    </dsp:sp>
    <dsp:sp modelId="{125A9933-AC53-49C5-A3EF-F6F78D9CED9F}">
      <dsp:nvSpPr>
        <dsp:cNvPr id="0" name=""/>
        <dsp:cNvSpPr/>
      </dsp:nvSpPr>
      <dsp:spPr>
        <a:xfrm>
          <a:off x="2738478" y="1817910"/>
          <a:ext cx="1279962" cy="639981"/>
        </a:xfrm>
        <a:prstGeom prst="rect">
          <a:avLst/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/>
            <a:t>Митрополит</a:t>
          </a:r>
        </a:p>
      </dsp:txBody>
      <dsp:txXfrm>
        <a:off x="2738478" y="1817910"/>
        <a:ext cx="1279962" cy="63998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953C9C-FDF4-472F-9746-348580DE8417}" type="datetimeFigureOut">
              <a:rPr lang="ru-RU" smtClean="0"/>
              <a:t>24.08.2023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6945F7-592A-45EA-9054-3DA53629B099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132113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1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06" algn="l" defTabSz="91421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10" algn="l" defTabSz="91421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316" algn="l" defTabSz="91421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421" algn="l" defTabSz="91421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526" algn="l" defTabSz="91421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630" algn="l" defTabSz="91421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736" algn="l" defTabSz="91421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841" algn="l" defTabSz="91421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95325"/>
            <a:ext cx="4570413" cy="3427413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95325"/>
            <a:ext cx="4570413" cy="3427413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95325"/>
            <a:ext cx="4570413" cy="3427413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95325"/>
            <a:ext cx="4570413" cy="3427413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95325"/>
            <a:ext cx="4570413" cy="3427413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95325"/>
            <a:ext cx="4570413" cy="3427413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95325"/>
            <a:ext cx="4570413" cy="3427413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95325"/>
            <a:ext cx="4570413" cy="3427413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95325"/>
            <a:ext cx="4570413" cy="3427413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3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4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5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8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91097-EE3D-4C3C-A132-5A1EA4B534E5}" type="datetimeFigureOut">
              <a:rPr lang="ru-RU" smtClean="0"/>
              <a:t>24.08.2023</a:t>
            </a:fld>
            <a:endParaRPr lang="ru-RU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AF1081E-16B6-4B88-9ED2-9B87FB629D76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91097-EE3D-4C3C-A132-5A1EA4B534E5}" type="datetimeFigureOut">
              <a:rPr lang="ru-RU" smtClean="0"/>
              <a:t>24.08.2023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1081E-16B6-4B88-9ED2-9B87FB629D76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2"/>
            <a:ext cx="7772400" cy="2505075"/>
          </a:xfrm>
        </p:spPr>
        <p:txBody>
          <a:bodyPr anchor="b"/>
          <a:lstStyle>
            <a:lvl1pPr algn="ctr" defTabSz="91421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06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21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31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42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52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63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7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84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91097-EE3D-4C3C-A132-5A1EA4B534E5}" type="datetimeFigureOut">
              <a:rPr lang="ru-RU" smtClean="0"/>
              <a:t>24.08.2023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1081E-16B6-4B88-9ED2-9B87FB629D76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0" tIns="45711" rIns="91420" bIns="45711" rtlCol="0" anchor="ctr"/>
          <a:lstStyle/>
          <a:p>
            <a:pPr algn="ctr"/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0" tIns="45711" rIns="91420" bIns="45711" rtlCol="0" anchor="ctr"/>
          <a:lstStyle/>
          <a:p>
            <a:pPr algn="ctr"/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0" tIns="45711" rIns="91420" bIns="45711"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91097-EE3D-4C3C-A132-5A1EA4B534E5}" type="datetimeFigureOut">
              <a:rPr lang="ru-RU" smtClean="0"/>
              <a:t>24.08.2023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1081E-16B6-4B88-9ED2-9B87FB629D76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106" indent="0">
              <a:buNone/>
              <a:defRPr sz="2000" b="1"/>
            </a:lvl2pPr>
            <a:lvl3pPr marL="914210" indent="0">
              <a:buNone/>
              <a:defRPr sz="1800" b="1"/>
            </a:lvl3pPr>
            <a:lvl4pPr marL="1371316" indent="0">
              <a:buNone/>
              <a:defRPr sz="1600" b="1"/>
            </a:lvl4pPr>
            <a:lvl5pPr marL="1828421" indent="0">
              <a:buNone/>
              <a:defRPr sz="1600" b="1"/>
            </a:lvl5pPr>
            <a:lvl6pPr marL="2285526" indent="0">
              <a:buNone/>
              <a:defRPr sz="1600" b="1"/>
            </a:lvl6pPr>
            <a:lvl7pPr marL="2742630" indent="0">
              <a:buNone/>
              <a:defRPr sz="1600" b="1"/>
            </a:lvl7pPr>
            <a:lvl8pPr marL="3199736" indent="0">
              <a:buNone/>
              <a:defRPr sz="1600" b="1"/>
            </a:lvl8pPr>
            <a:lvl9pPr marL="3656841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106" indent="0">
              <a:buNone/>
              <a:defRPr sz="2000" b="1"/>
            </a:lvl2pPr>
            <a:lvl3pPr marL="914210" indent="0">
              <a:buNone/>
              <a:defRPr sz="1800" b="1"/>
            </a:lvl3pPr>
            <a:lvl4pPr marL="1371316" indent="0">
              <a:buNone/>
              <a:defRPr sz="1600" b="1"/>
            </a:lvl4pPr>
            <a:lvl5pPr marL="1828421" indent="0">
              <a:buNone/>
              <a:defRPr sz="1600" b="1"/>
            </a:lvl5pPr>
            <a:lvl6pPr marL="2285526" indent="0">
              <a:buNone/>
              <a:defRPr sz="1600" b="1"/>
            </a:lvl6pPr>
            <a:lvl7pPr marL="2742630" indent="0">
              <a:buNone/>
              <a:defRPr sz="1600" b="1"/>
            </a:lvl7pPr>
            <a:lvl8pPr marL="3199736" indent="0">
              <a:buNone/>
              <a:defRPr sz="1600" b="1"/>
            </a:lvl8pPr>
            <a:lvl9pPr marL="3656841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91097-EE3D-4C3C-A132-5A1EA4B534E5}" type="datetimeFigureOut">
              <a:rPr lang="ru-RU" smtClean="0"/>
              <a:t>24.08.2023</a:t>
            </a:fld>
            <a:endParaRPr lang="ru-R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1081E-16B6-4B88-9ED2-9B87FB629D76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9"/>
            <a:ext cx="4041648" cy="391363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50"/>
            <a:ext cx="4041648" cy="391318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91097-EE3D-4C3C-A132-5A1EA4B534E5}" type="datetimeFigureOut">
              <a:rPr lang="ru-RU" smtClean="0"/>
              <a:t>24.08.2023</a:t>
            </a:fld>
            <a:endParaRPr lang="ru-R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1081E-16B6-4B88-9ED2-9B87FB629D76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91097-EE3D-4C3C-A132-5A1EA4B534E5}" type="datetimeFigureOut">
              <a:rPr lang="ru-RU" smtClean="0"/>
              <a:t>24.08.2023</a:t>
            </a:fld>
            <a:endParaRPr lang="ru-R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1081E-16B6-4B88-9ED2-9B87FB629D76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9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2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9" y="2438402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106" indent="0">
              <a:buNone/>
              <a:defRPr sz="1200"/>
            </a:lvl2pPr>
            <a:lvl3pPr marL="914210" indent="0">
              <a:buNone/>
              <a:defRPr sz="1000"/>
            </a:lvl3pPr>
            <a:lvl4pPr marL="1371316" indent="0">
              <a:buNone/>
              <a:defRPr sz="900"/>
            </a:lvl4pPr>
            <a:lvl5pPr marL="1828421" indent="0">
              <a:buNone/>
              <a:defRPr sz="900"/>
            </a:lvl5pPr>
            <a:lvl6pPr marL="2285526" indent="0">
              <a:buNone/>
              <a:defRPr sz="900"/>
            </a:lvl6pPr>
            <a:lvl7pPr marL="2742630" indent="0">
              <a:buNone/>
              <a:defRPr sz="900"/>
            </a:lvl7pPr>
            <a:lvl8pPr marL="3199736" indent="0">
              <a:buNone/>
              <a:defRPr sz="900"/>
            </a:lvl8pPr>
            <a:lvl9pPr marL="3656841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91097-EE3D-4C3C-A132-5A1EA4B534E5}" type="datetimeFigureOut">
              <a:rPr lang="ru-RU" smtClean="0"/>
              <a:t>24.08.2023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1081E-16B6-4B88-9ED2-9B87FB629D76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106" indent="0">
              <a:buNone/>
              <a:defRPr sz="2800"/>
            </a:lvl2pPr>
            <a:lvl3pPr marL="914210" indent="0">
              <a:buNone/>
              <a:defRPr sz="2400"/>
            </a:lvl3pPr>
            <a:lvl4pPr marL="1371316" indent="0">
              <a:buNone/>
              <a:defRPr sz="2000"/>
            </a:lvl4pPr>
            <a:lvl5pPr marL="1828421" indent="0">
              <a:buNone/>
              <a:defRPr sz="2000"/>
            </a:lvl5pPr>
            <a:lvl6pPr marL="2285526" indent="0">
              <a:buNone/>
              <a:defRPr sz="2000"/>
            </a:lvl6pPr>
            <a:lvl7pPr marL="2742630" indent="0">
              <a:buNone/>
              <a:defRPr sz="2000"/>
            </a:lvl7pPr>
            <a:lvl8pPr marL="3199736" indent="0">
              <a:buNone/>
              <a:defRPr sz="2000"/>
            </a:lvl8pPr>
            <a:lvl9pPr marL="3656841" indent="0">
              <a:buNone/>
              <a:defRPr sz="2000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2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106" indent="0">
              <a:buNone/>
              <a:defRPr sz="1200"/>
            </a:lvl2pPr>
            <a:lvl3pPr marL="914210" indent="0">
              <a:buNone/>
              <a:defRPr sz="1000"/>
            </a:lvl3pPr>
            <a:lvl4pPr marL="1371316" indent="0">
              <a:buNone/>
              <a:defRPr sz="900"/>
            </a:lvl4pPr>
            <a:lvl5pPr marL="1828421" indent="0">
              <a:buNone/>
              <a:defRPr sz="900"/>
            </a:lvl5pPr>
            <a:lvl6pPr marL="2285526" indent="0">
              <a:buNone/>
              <a:defRPr sz="900"/>
            </a:lvl6pPr>
            <a:lvl7pPr marL="2742630" indent="0">
              <a:buNone/>
              <a:defRPr sz="900"/>
            </a:lvl7pPr>
            <a:lvl8pPr marL="3199736" indent="0">
              <a:buNone/>
              <a:defRPr sz="900"/>
            </a:lvl8pPr>
            <a:lvl9pPr marL="3656841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91097-EE3D-4C3C-A132-5A1EA4B534E5}" type="datetimeFigureOut">
              <a:rPr lang="ru-RU" smtClean="0"/>
              <a:t>24.08.2023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1081E-16B6-4B88-9ED2-9B87FB629D76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91097-EE3D-4C3C-A132-5A1EA4B534E5}" type="datetimeFigureOut">
              <a:rPr lang="ru-RU" smtClean="0"/>
              <a:t>24.08.2023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1081E-16B6-4B88-9ED2-9B87FB629D76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1" y="274640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91097-EE3D-4C3C-A132-5A1EA4B534E5}" type="datetimeFigureOut">
              <a:rPr lang="ru-RU" smtClean="0"/>
              <a:t>24.08.2023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1081E-16B6-4B88-9ED2-9B87FB629D76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0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70659CE-5A89-42E5-BC3D-A00CAF872FDB}" type="slidenum">
              <a:rPr lang="ru-RU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6627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7CDEF-7F7C-4B1D-9846-CE9DDC2F601D}" type="slidenum">
              <a:rPr lang="ru-RU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68235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1"/>
            <a:ext cx="7772400" cy="2505075"/>
          </a:xfrm>
        </p:spPr>
        <p:txBody>
          <a:bodyPr anchor="b"/>
          <a:lstStyle>
            <a:lvl1pPr algn="ctr" defTabSz="914305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5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0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45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61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76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91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06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2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F4C69-B15D-4E6D-93E0-8D39F743B726}" type="slidenum">
              <a:rPr lang="ru-RU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/>
          <a:lstStyle/>
          <a:p>
            <a:pPr algn="ctr" defTabSz="829452"/>
            <a:endParaRPr lang="en-US" sz="1600" dirty="0">
              <a:solidFill>
                <a:prstClr val="white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/>
          <a:lstStyle/>
          <a:p>
            <a:pPr algn="ctr" defTabSz="829452"/>
            <a:endParaRPr lang="en-US" sz="1600" dirty="0">
              <a:solidFill>
                <a:prstClr val="white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/>
          <a:lstStyle/>
          <a:p>
            <a:pPr algn="ctr" defTabSz="829452"/>
            <a:endParaRPr lang="en-US" sz="16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33548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C034A-481F-4012-A51E-37BF6A41D01B}" type="slidenum">
              <a:rPr lang="ru-RU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5062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153" indent="0">
              <a:buNone/>
              <a:defRPr sz="2000" b="1"/>
            </a:lvl2pPr>
            <a:lvl3pPr marL="914305" indent="0">
              <a:buNone/>
              <a:defRPr sz="1800" b="1"/>
            </a:lvl3pPr>
            <a:lvl4pPr marL="1371458" indent="0">
              <a:buNone/>
              <a:defRPr sz="1600" b="1"/>
            </a:lvl4pPr>
            <a:lvl5pPr marL="1828610" indent="0">
              <a:buNone/>
              <a:defRPr sz="1600" b="1"/>
            </a:lvl5pPr>
            <a:lvl6pPr marL="2285763" indent="0">
              <a:buNone/>
              <a:defRPr sz="1600" b="1"/>
            </a:lvl6pPr>
            <a:lvl7pPr marL="2742915" indent="0">
              <a:buNone/>
              <a:defRPr sz="1600" b="1"/>
            </a:lvl7pPr>
            <a:lvl8pPr marL="3200068" indent="0">
              <a:buNone/>
              <a:defRPr sz="1600" b="1"/>
            </a:lvl8pPr>
            <a:lvl9pPr marL="365722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153" indent="0">
              <a:buNone/>
              <a:defRPr sz="2000" b="1"/>
            </a:lvl2pPr>
            <a:lvl3pPr marL="914305" indent="0">
              <a:buNone/>
              <a:defRPr sz="1800" b="1"/>
            </a:lvl3pPr>
            <a:lvl4pPr marL="1371458" indent="0">
              <a:buNone/>
              <a:defRPr sz="1600" b="1"/>
            </a:lvl4pPr>
            <a:lvl5pPr marL="1828610" indent="0">
              <a:buNone/>
              <a:defRPr sz="1600" b="1"/>
            </a:lvl5pPr>
            <a:lvl6pPr marL="2285763" indent="0">
              <a:buNone/>
              <a:defRPr sz="1600" b="1"/>
            </a:lvl6pPr>
            <a:lvl7pPr marL="2742915" indent="0">
              <a:buNone/>
              <a:defRPr sz="1600" b="1"/>
            </a:lvl7pPr>
            <a:lvl8pPr marL="3200068" indent="0">
              <a:buNone/>
              <a:defRPr sz="1600" b="1"/>
            </a:lvl8pPr>
            <a:lvl9pPr marL="365722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F4A10-5F9D-4101-ADCE-5E6CF71CFB7D}" type="slidenum">
              <a:rPr lang="ru-RU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9"/>
            <a:ext cx="4041648" cy="391363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9"/>
            <a:ext cx="4041648" cy="391318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26328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400AB-10BB-49E9-9263-E9439A246EEB}" type="slidenum">
              <a:rPr lang="ru-RU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50428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DC0F9-F816-4B95-814E-EA89F9EC10B3}" type="slidenum">
              <a:rPr lang="ru-RU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5465882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8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1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8" y="2438401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153" indent="0">
              <a:buNone/>
              <a:defRPr sz="1200"/>
            </a:lvl2pPr>
            <a:lvl3pPr marL="914305" indent="0">
              <a:buNone/>
              <a:defRPr sz="1000"/>
            </a:lvl3pPr>
            <a:lvl4pPr marL="1371458" indent="0">
              <a:buNone/>
              <a:defRPr sz="900"/>
            </a:lvl4pPr>
            <a:lvl5pPr marL="1828610" indent="0">
              <a:buNone/>
              <a:defRPr sz="900"/>
            </a:lvl5pPr>
            <a:lvl6pPr marL="2285763" indent="0">
              <a:buNone/>
              <a:defRPr sz="900"/>
            </a:lvl6pPr>
            <a:lvl7pPr marL="2742915" indent="0">
              <a:buNone/>
              <a:defRPr sz="900"/>
            </a:lvl7pPr>
            <a:lvl8pPr marL="3200068" indent="0">
              <a:buNone/>
              <a:defRPr sz="900"/>
            </a:lvl8pPr>
            <a:lvl9pPr marL="365722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A3802-6A4C-473B-B383-10F3F53169D9}" type="slidenum">
              <a:rPr lang="ru-RU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00685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153" indent="0">
              <a:buNone/>
              <a:defRPr sz="2800"/>
            </a:lvl2pPr>
            <a:lvl3pPr marL="914305" indent="0">
              <a:buNone/>
              <a:defRPr sz="2400"/>
            </a:lvl3pPr>
            <a:lvl4pPr marL="1371458" indent="0">
              <a:buNone/>
              <a:defRPr sz="2000"/>
            </a:lvl4pPr>
            <a:lvl5pPr marL="1828610" indent="0">
              <a:buNone/>
              <a:defRPr sz="2000"/>
            </a:lvl5pPr>
            <a:lvl6pPr marL="2285763" indent="0">
              <a:buNone/>
              <a:defRPr sz="2000"/>
            </a:lvl6pPr>
            <a:lvl7pPr marL="2742915" indent="0">
              <a:buNone/>
              <a:defRPr sz="2000"/>
            </a:lvl7pPr>
            <a:lvl8pPr marL="3200068" indent="0">
              <a:buNone/>
              <a:defRPr sz="2000"/>
            </a:lvl8pPr>
            <a:lvl9pPr marL="3657220" indent="0">
              <a:buNone/>
              <a:defRPr sz="2000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1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153" indent="0">
              <a:buNone/>
              <a:defRPr sz="1200"/>
            </a:lvl2pPr>
            <a:lvl3pPr marL="914305" indent="0">
              <a:buNone/>
              <a:defRPr sz="1000"/>
            </a:lvl3pPr>
            <a:lvl4pPr marL="1371458" indent="0">
              <a:buNone/>
              <a:defRPr sz="900"/>
            </a:lvl4pPr>
            <a:lvl5pPr marL="1828610" indent="0">
              <a:buNone/>
              <a:defRPr sz="900"/>
            </a:lvl5pPr>
            <a:lvl6pPr marL="2285763" indent="0">
              <a:buNone/>
              <a:defRPr sz="900"/>
            </a:lvl6pPr>
            <a:lvl7pPr marL="2742915" indent="0">
              <a:buNone/>
              <a:defRPr sz="900"/>
            </a:lvl7pPr>
            <a:lvl8pPr marL="3200068" indent="0">
              <a:buNone/>
              <a:defRPr sz="900"/>
            </a:lvl8pPr>
            <a:lvl9pPr marL="365722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46EAF-627E-422D-B154-9D6D983F62EE}" type="slidenum">
              <a:rPr lang="ru-RU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85608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3ADDE-1295-4E75-BC23-01AC3BA015BD}" type="slidenum">
              <a:rPr lang="ru-RU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987609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1" y="274639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C31B9-304E-4372-9829-CEE07E197718}" type="slidenum">
              <a:rPr lang="ru-RU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616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</p:spPr>
        <p:txBody>
          <a:bodyPr vert="horz" lIns="91420" tIns="45711" rIns="91420" bIns="45711" rtlCol="0" anchor="b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20" tIns="45711" rIns="91420" bIns="45711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9" y="6356352"/>
            <a:ext cx="2085975" cy="365125"/>
          </a:xfrm>
          <a:prstGeom prst="rect">
            <a:avLst/>
          </a:prstGeom>
        </p:spPr>
        <p:txBody>
          <a:bodyPr vert="horz" lIns="91420" tIns="45711" rIns="45711" bIns="45711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5CE91097-EE3D-4C3C-A132-5A1EA4B534E5}" type="datetimeFigureOut">
              <a:rPr lang="ru-RU" smtClean="0"/>
              <a:t>24.08.2023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7" y="6356352"/>
            <a:ext cx="2847975" cy="365125"/>
          </a:xfrm>
          <a:prstGeom prst="rect">
            <a:avLst/>
          </a:prstGeom>
        </p:spPr>
        <p:txBody>
          <a:bodyPr vert="horz" lIns="45711" tIns="45711" rIns="91420" bIns="45711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2"/>
            <a:ext cx="561975" cy="365125"/>
          </a:xfrm>
          <a:prstGeom prst="rect">
            <a:avLst/>
          </a:prstGeom>
        </p:spPr>
        <p:txBody>
          <a:bodyPr vert="horz" lIns="27426" tIns="45711" rIns="45711" bIns="45711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FAF1081E-16B6-4B88-9ED2-9B87FB629D76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0" tIns="45711" rIns="91420" bIns="45711" rtlCol="0" anchor="ctr"/>
          <a:lstStyle/>
          <a:p>
            <a:pPr marL="0" algn="ctr" defTabSz="914210" rtl="0" eaLnBrk="1" latinLnBrk="0" hangingPunct="1"/>
            <a:endParaRPr lang="en-US" sz="1800" kern="1200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0" tIns="45711" rIns="91420" bIns="45711" rtlCol="0" anchor="ctr"/>
          <a:lstStyle/>
          <a:p>
            <a:pPr algn="ctr"/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210" rtl="0" eaLnBrk="1" latinLnBrk="0" hangingPunct="1">
        <a:lnSpc>
          <a:spcPts val="5798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829" indent="-342829" algn="l" defTabSz="91421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796" indent="-285690" algn="l" defTabSz="91421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2764" indent="-228553" algn="l" defTabSz="91421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599868" indent="-228553" algn="l" defTabSz="91421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6974" indent="-228553" algn="l" defTabSz="91421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079" indent="-228553" algn="l" defTabSz="91421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184" indent="-228553" algn="l" defTabSz="91421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8289" indent="-228553" algn="l" defTabSz="91421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5394" indent="-228553" algn="l" defTabSz="91421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2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6" algn="l" defTabSz="9142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0" algn="l" defTabSz="9142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16" algn="l" defTabSz="9142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21" algn="l" defTabSz="9142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26" algn="l" defTabSz="9142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30" algn="l" defTabSz="9142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36" algn="l" defTabSz="9142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41" algn="l" defTabSz="9142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</p:spPr>
        <p:txBody>
          <a:bodyPr vert="horz" lIns="91430" tIns="45715" rIns="91430" bIns="45715" rtlCol="0" anchor="b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30" tIns="45715" rIns="91430" bIns="45715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8" y="6356351"/>
            <a:ext cx="2085975" cy="365125"/>
          </a:xfrm>
          <a:prstGeom prst="rect">
            <a:avLst/>
          </a:prstGeom>
        </p:spPr>
        <p:txBody>
          <a:bodyPr vert="horz" lIns="91430" tIns="45715" rIns="45715" bIns="45715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pPr defTabSz="829452"/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6" y="6356351"/>
            <a:ext cx="2847975" cy="365125"/>
          </a:xfrm>
          <a:prstGeom prst="rect">
            <a:avLst/>
          </a:prstGeom>
        </p:spPr>
        <p:txBody>
          <a:bodyPr vert="horz" lIns="45715" tIns="45715" rIns="91430" bIns="45715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pPr defTabSz="829452"/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1"/>
            <a:ext cx="561975" cy="365125"/>
          </a:xfrm>
          <a:prstGeom prst="rect">
            <a:avLst/>
          </a:prstGeom>
        </p:spPr>
        <p:txBody>
          <a:bodyPr vert="horz" lIns="27429" tIns="45715" rIns="45715" bIns="45715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pPr defTabSz="829452"/>
            <a:fld id="{56A3DED6-126D-4785-A473-457C8C90DBA9}" type="slidenum">
              <a:rPr lang="ru-RU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 defTabSz="829452"/>
              <a:t>‹#›</a:t>
            </a:fld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/>
          <a:lstStyle/>
          <a:p>
            <a:pPr algn="ctr" defTabSz="914305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/>
          <a:lstStyle/>
          <a:p>
            <a:pPr algn="ctr" defTabSz="829452"/>
            <a:endParaRPr lang="en-US" sz="16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6992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305" rtl="0" eaLnBrk="1" latinLnBrk="0" hangingPunct="1">
        <a:lnSpc>
          <a:spcPts val="5799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865" indent="-342865" algn="l" defTabSz="914305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873" indent="-285720" algn="l" defTabSz="914305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2882" indent="-228577" algn="l" defTabSz="914305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034" indent="-228577" algn="l" defTabSz="914305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187" indent="-228577" algn="l" defTabSz="914305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340" indent="-228577" algn="l" defTabSz="914305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492" indent="-228577" algn="l" defTabSz="914305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8645" indent="-228577" algn="l" defTabSz="914305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5797" indent="-228577" algn="l" defTabSz="914305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30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3" algn="l" defTabSz="91430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05" algn="l" defTabSz="91430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58" algn="l" defTabSz="91430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10" algn="l" defTabSz="91430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63" algn="l" defTabSz="91430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15" algn="l" defTabSz="91430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68" algn="l" defTabSz="91430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20" algn="l" defTabSz="91430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609603"/>
            <a:ext cx="7772400" cy="2603375"/>
          </a:xfrm>
        </p:spPr>
        <p:txBody>
          <a:bodyPr/>
          <a:lstStyle/>
          <a:p>
            <a:r>
              <a:rPr lang="ru-RU" sz="4400" dirty="0"/>
              <a:t>История России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31640" y="3789040"/>
            <a:ext cx="6400800" cy="1512168"/>
          </a:xfrm>
        </p:spPr>
        <p:txBody>
          <a:bodyPr>
            <a:normAutofit lnSpcReduction="10000"/>
          </a:bodyPr>
          <a:lstStyle/>
          <a:p>
            <a:r>
              <a:rPr lang="ru-RU" sz="2800">
                <a:solidFill>
                  <a:schemeClr val="tx1"/>
                </a:solidFill>
              </a:rPr>
              <a:t>Лекция 6</a:t>
            </a:r>
            <a:endParaRPr lang="ru-RU" sz="2800" dirty="0">
              <a:solidFill>
                <a:schemeClr val="tx1"/>
              </a:solidFill>
            </a:endParaRPr>
          </a:p>
          <a:p>
            <a:r>
              <a:rPr lang="ru-RU" sz="2800" dirty="0">
                <a:solidFill>
                  <a:schemeClr val="tx1"/>
                </a:solidFill>
              </a:rPr>
              <a:t>Становление Московской Руси</a:t>
            </a:r>
          </a:p>
          <a:p>
            <a:r>
              <a:rPr lang="ru-RU" sz="2800" dirty="0">
                <a:solidFill>
                  <a:schemeClr val="tx1"/>
                </a:solidFill>
              </a:rPr>
              <a:t>в XV веке</a:t>
            </a:r>
          </a:p>
        </p:txBody>
      </p:sp>
    </p:spTree>
    <p:extLst>
      <p:ext uri="{BB962C8B-B14F-4D97-AF65-F5344CB8AC3E}">
        <p14:creationId xmlns:p14="http://schemas.microsoft.com/office/powerpoint/2010/main" val="1103036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4800" y="404664"/>
            <a:ext cx="8686800" cy="1008112"/>
          </a:xfrm>
        </p:spPr>
        <p:txBody>
          <a:bodyPr/>
          <a:lstStyle/>
          <a:p>
            <a:pPr eaLnBrk="1" fontAlgn="auto" hangingPunct="1">
              <a:lnSpc>
                <a:spcPct val="100000"/>
              </a:lnSpc>
              <a:spcAft>
                <a:spcPts val="0"/>
              </a:spcAft>
              <a:defRPr/>
            </a:pPr>
            <a:r>
              <a:rPr lang="ru-RU" sz="2000" dirty="0"/>
              <a:t>Понятие «феодальная раздробленность» введено для того, чтобы можно было именовать средневековые территориальные образования «государствами»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5483562"/>
              </p:ext>
            </p:extLst>
          </p:nvPr>
        </p:nvGraphicFramePr>
        <p:xfrm>
          <a:off x="323528" y="1628800"/>
          <a:ext cx="8668072" cy="48965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60690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229600" cy="576064"/>
          </a:xfrm>
        </p:spPr>
        <p:txBody>
          <a:bodyPr/>
          <a:lstStyle/>
          <a:p>
            <a:r>
              <a:rPr lang="ru-RU" sz="2400" dirty="0"/>
              <a:t>Формирование централизованных государств в Европе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3429"/>
          </a:xfrm>
        </p:spPr>
        <p:txBody>
          <a:bodyPr>
            <a:normAutofit fontScale="92500"/>
          </a:bodyPr>
          <a:lstStyle/>
          <a:p>
            <a:r>
              <a:rPr lang="ru-RU" b="1" dirty="0"/>
              <a:t>Испани</a:t>
            </a:r>
            <a:r>
              <a:rPr lang="ru-RU" dirty="0"/>
              <a:t>я: объединение Кастилии, Арагона и Леона, на фоне Реконкисты. </a:t>
            </a:r>
            <a:r>
              <a:rPr lang="ru-RU" b="1" dirty="0"/>
              <a:t>Ключевое событие</a:t>
            </a:r>
            <a:r>
              <a:rPr lang="ru-RU" dirty="0"/>
              <a:t>: брак между Фердинандом Арагонским и Изабеллой Кастильской в 1469 г.</a:t>
            </a:r>
          </a:p>
          <a:p>
            <a:r>
              <a:rPr lang="ru-RU" b="1" dirty="0"/>
              <a:t>Франция</a:t>
            </a:r>
            <a:r>
              <a:rPr lang="ru-RU" dirty="0"/>
              <a:t>: объединение герцогств и графств вокруг Иль де Франса. </a:t>
            </a:r>
            <a:r>
              <a:rPr lang="ru-RU" b="1" dirty="0"/>
              <a:t>Ключевое событие </a:t>
            </a:r>
            <a:r>
              <a:rPr lang="ru-RU" dirty="0"/>
              <a:t>– окончание Столетней войны (1453 г.).</a:t>
            </a:r>
          </a:p>
          <a:p>
            <a:r>
              <a:rPr lang="ru-RU" b="1" dirty="0"/>
              <a:t>Англия</a:t>
            </a:r>
            <a:r>
              <a:rPr lang="ru-RU" dirty="0"/>
              <a:t>: династическая борьба. Осложненная борьбой с лорами – владетелями графств. </a:t>
            </a:r>
            <a:r>
              <a:rPr lang="ru-RU" b="1" dirty="0"/>
              <a:t>Ключевое событие</a:t>
            </a:r>
            <a:r>
              <a:rPr lang="ru-RU" dirty="0"/>
              <a:t> – окончание войны Алой и Белой Роз (1485).</a:t>
            </a:r>
          </a:p>
          <a:p>
            <a:r>
              <a:rPr lang="ru-RU" b="1" dirty="0"/>
              <a:t>Швеция</a:t>
            </a:r>
            <a:r>
              <a:rPr lang="ru-RU" dirty="0"/>
              <a:t>: эпоха </a:t>
            </a:r>
            <a:r>
              <a:rPr lang="ru-RU" dirty="0" err="1"/>
              <a:t>Кальмарской</a:t>
            </a:r>
            <a:r>
              <a:rPr lang="ru-RU" dirty="0"/>
              <a:t> </a:t>
            </a:r>
            <a:r>
              <a:rPr lang="ru-RU" dirty="0" err="1"/>
              <a:t>униии</a:t>
            </a:r>
            <a:r>
              <a:rPr lang="ru-RU" dirty="0"/>
              <a:t> (1389-1523), когда Швеция была под властью датских королей. </a:t>
            </a:r>
            <a:r>
              <a:rPr lang="ru-RU" b="1" dirty="0"/>
              <a:t>Ключевое событие</a:t>
            </a:r>
            <a:r>
              <a:rPr lang="ru-RU" dirty="0"/>
              <a:t> – начало правления Густава вазы (1523).</a:t>
            </a:r>
          </a:p>
        </p:txBody>
      </p:sp>
    </p:spTree>
    <p:extLst>
      <p:ext uri="{BB962C8B-B14F-4D97-AF65-F5344CB8AC3E}">
        <p14:creationId xmlns:p14="http://schemas.microsoft.com/office/powerpoint/2010/main" val="874253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591344"/>
          </a:xfrm>
        </p:spPr>
        <p:txBody>
          <a:bodyPr>
            <a:normAutofit fontScale="90000"/>
          </a:bodyPr>
          <a:lstStyle/>
          <a:p>
            <a:r>
              <a:rPr lang="ru-RU" sz="2800" dirty="0"/>
              <a:t>Субъекты властных отношений в </a:t>
            </a:r>
            <a:r>
              <a:rPr lang="en-US" sz="2800" dirty="0"/>
              <a:t>XIV</a:t>
            </a:r>
            <a:r>
              <a:rPr lang="ru-RU" sz="2800" dirty="0"/>
              <a:t> в.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630892"/>
              </p:ext>
            </p:extLst>
          </p:nvPr>
        </p:nvGraphicFramePr>
        <p:xfrm>
          <a:off x="395536" y="1124744"/>
          <a:ext cx="8424936" cy="4876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Скругленный прямоугольник 4"/>
          <p:cNvSpPr/>
          <p:nvPr/>
        </p:nvSpPr>
        <p:spPr>
          <a:xfrm>
            <a:off x="5076056" y="3212976"/>
            <a:ext cx="1368152" cy="288032"/>
          </a:xfrm>
          <a:prstGeom prst="roundRect">
            <a:avLst/>
          </a:prstGeom>
          <a:effectLst>
            <a:glow rad="1016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14400"/>
            <a:r>
              <a:rPr lang="ru-RU" sz="1400" dirty="0">
                <a:solidFill>
                  <a:prstClr val="black"/>
                </a:solidFill>
              </a:rPr>
              <a:t>Митрополит</a:t>
            </a:r>
          </a:p>
        </p:txBody>
      </p:sp>
      <p:sp>
        <p:nvSpPr>
          <p:cNvPr id="6" name="Двойная стрелка влево/вправо 5"/>
          <p:cNvSpPr/>
          <p:nvPr/>
        </p:nvSpPr>
        <p:spPr>
          <a:xfrm>
            <a:off x="4860032" y="2636912"/>
            <a:ext cx="1800200" cy="432048"/>
          </a:xfrm>
          <a:prstGeom prst="left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14400"/>
            <a:r>
              <a:rPr lang="ru-RU" dirty="0">
                <a:solidFill>
                  <a:prstClr val="black"/>
                </a:solidFill>
              </a:rPr>
              <a:t>договоры</a:t>
            </a:r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1043608" y="5877272"/>
            <a:ext cx="7704856" cy="792088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14400"/>
            <a:r>
              <a:rPr lang="ru-RU" dirty="0">
                <a:solidFill>
                  <a:prstClr val="black"/>
                </a:solidFill>
              </a:rPr>
              <a:t>Вече из властных отношений на землях «низа» (Москва, Тверь, Рязань) исключено. Власть Орды ограничивается «пунктирным» получением дани и набегами.</a:t>
            </a:r>
          </a:p>
        </p:txBody>
      </p:sp>
    </p:spTree>
    <p:extLst>
      <p:ext uri="{BB962C8B-B14F-4D97-AF65-F5344CB8AC3E}">
        <p14:creationId xmlns:p14="http://schemas.microsoft.com/office/powerpoint/2010/main" val="411972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Московское княжество и объединение русских земель в 1300-1462 гг. Карта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88640"/>
            <a:ext cx="6984776" cy="626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5777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229600" cy="792088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800" dirty="0">
                <a:solidFill>
                  <a:srgbClr val="2F5897"/>
                </a:solidFill>
              </a:rPr>
              <a:t>Изменения в системе властных отношений</a:t>
            </a:r>
            <a:br>
              <a:rPr lang="ru-RU" sz="2800" dirty="0">
                <a:solidFill>
                  <a:srgbClr val="2F5897"/>
                </a:solidFill>
              </a:rPr>
            </a:br>
            <a:r>
              <a:rPr lang="ru-RU" sz="2800" dirty="0">
                <a:solidFill>
                  <a:srgbClr val="2F5897"/>
                </a:solidFill>
              </a:rPr>
              <a:t>к началу </a:t>
            </a:r>
            <a:r>
              <a:rPr lang="en-US" sz="2800" dirty="0">
                <a:solidFill>
                  <a:srgbClr val="2F5897"/>
                </a:solidFill>
              </a:rPr>
              <a:t>XV</a:t>
            </a:r>
            <a:r>
              <a:rPr lang="ru-RU" sz="2800" dirty="0">
                <a:solidFill>
                  <a:srgbClr val="2F5897"/>
                </a:solidFill>
              </a:rPr>
              <a:t> в. </a:t>
            </a:r>
            <a:endParaRPr lang="ru-RU" sz="2800" dirty="0"/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3314370"/>
              </p:ext>
            </p:extLst>
          </p:nvPr>
        </p:nvGraphicFramePr>
        <p:xfrm>
          <a:off x="457200" y="1268760"/>
          <a:ext cx="8363272" cy="51845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Скругленный прямоугольник 5"/>
          <p:cNvSpPr/>
          <p:nvPr/>
        </p:nvSpPr>
        <p:spPr>
          <a:xfrm>
            <a:off x="6444208" y="4077072"/>
            <a:ext cx="1656184" cy="43204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Бояре</a:t>
            </a:r>
          </a:p>
        </p:txBody>
      </p:sp>
      <p:cxnSp>
        <p:nvCxnSpPr>
          <p:cNvPr id="8" name="Прямая со стрелкой 7"/>
          <p:cNvCxnSpPr/>
          <p:nvPr/>
        </p:nvCxnSpPr>
        <p:spPr>
          <a:xfrm>
            <a:off x="5868144" y="4293096"/>
            <a:ext cx="57606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Овал 8"/>
          <p:cNvSpPr/>
          <p:nvPr/>
        </p:nvSpPr>
        <p:spPr>
          <a:xfrm>
            <a:off x="6444208" y="4869160"/>
            <a:ext cx="1800200" cy="136815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Дети боярские</a:t>
            </a:r>
          </a:p>
        </p:txBody>
      </p:sp>
      <p:cxnSp>
        <p:nvCxnSpPr>
          <p:cNvPr id="11" name="Прямая со стрелкой 10"/>
          <p:cNvCxnSpPr/>
          <p:nvPr/>
        </p:nvCxnSpPr>
        <p:spPr>
          <a:xfrm>
            <a:off x="7272300" y="4509120"/>
            <a:ext cx="0" cy="3600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/>
          <p:cNvCxnSpPr/>
          <p:nvPr/>
        </p:nvCxnSpPr>
        <p:spPr>
          <a:xfrm>
            <a:off x="5868144" y="5013176"/>
            <a:ext cx="576064" cy="2880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/>
          <p:nvPr/>
        </p:nvCxnSpPr>
        <p:spPr>
          <a:xfrm flipV="1">
            <a:off x="5868144" y="5733256"/>
            <a:ext cx="576064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Прямоугольник 15"/>
          <p:cNvSpPr/>
          <p:nvPr/>
        </p:nvSpPr>
        <p:spPr>
          <a:xfrm>
            <a:off x="539552" y="2924944"/>
            <a:ext cx="1008112" cy="72008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/>
              <a:t>Великий князь Тверской</a:t>
            </a:r>
          </a:p>
        </p:txBody>
      </p:sp>
      <p:sp>
        <p:nvSpPr>
          <p:cNvPr id="17" name="Прямоугольник 16"/>
          <p:cNvSpPr/>
          <p:nvPr/>
        </p:nvSpPr>
        <p:spPr>
          <a:xfrm>
            <a:off x="1979712" y="2924944"/>
            <a:ext cx="936104" cy="72008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/>
              <a:t>Великий князь Рязанский </a:t>
            </a:r>
          </a:p>
        </p:txBody>
      </p:sp>
      <p:sp>
        <p:nvSpPr>
          <p:cNvPr id="18" name="Прямоугольник 17"/>
          <p:cNvSpPr/>
          <p:nvPr/>
        </p:nvSpPr>
        <p:spPr>
          <a:xfrm>
            <a:off x="539552" y="4077072"/>
            <a:ext cx="1008112" cy="61206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100" dirty="0"/>
              <a:t>Удельные князья</a:t>
            </a:r>
          </a:p>
        </p:txBody>
      </p:sp>
      <p:sp>
        <p:nvSpPr>
          <p:cNvPr id="19" name="Прямоугольник 18"/>
          <p:cNvSpPr/>
          <p:nvPr/>
        </p:nvSpPr>
        <p:spPr>
          <a:xfrm>
            <a:off x="1979712" y="4077072"/>
            <a:ext cx="936104" cy="61206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100" dirty="0"/>
              <a:t>Удельные князья</a:t>
            </a:r>
          </a:p>
        </p:txBody>
      </p:sp>
      <p:sp>
        <p:nvSpPr>
          <p:cNvPr id="20" name="Скругленный прямоугольник 19"/>
          <p:cNvSpPr/>
          <p:nvPr/>
        </p:nvSpPr>
        <p:spPr>
          <a:xfrm>
            <a:off x="539552" y="5013176"/>
            <a:ext cx="1008112" cy="576064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/>
              <a:t>Бояре</a:t>
            </a:r>
          </a:p>
        </p:txBody>
      </p:sp>
      <p:sp>
        <p:nvSpPr>
          <p:cNvPr id="21" name="Скругленный прямоугольник 20"/>
          <p:cNvSpPr/>
          <p:nvPr/>
        </p:nvSpPr>
        <p:spPr>
          <a:xfrm>
            <a:off x="1979712" y="5013176"/>
            <a:ext cx="936104" cy="576064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/>
              <a:t>Бояре</a:t>
            </a:r>
          </a:p>
        </p:txBody>
      </p:sp>
      <p:sp>
        <p:nvSpPr>
          <p:cNvPr id="22" name="Скругленный прямоугольник 21"/>
          <p:cNvSpPr/>
          <p:nvPr/>
        </p:nvSpPr>
        <p:spPr>
          <a:xfrm>
            <a:off x="539552" y="5985284"/>
            <a:ext cx="1008112" cy="504056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/>
              <a:t>Дети боярские</a:t>
            </a:r>
          </a:p>
        </p:txBody>
      </p:sp>
      <p:sp>
        <p:nvSpPr>
          <p:cNvPr id="23" name="Скругленный прямоугольник 22"/>
          <p:cNvSpPr/>
          <p:nvPr/>
        </p:nvSpPr>
        <p:spPr>
          <a:xfrm>
            <a:off x="1979712" y="5949280"/>
            <a:ext cx="936104" cy="504056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/>
              <a:t>Дети боярские</a:t>
            </a:r>
          </a:p>
        </p:txBody>
      </p:sp>
      <p:cxnSp>
        <p:nvCxnSpPr>
          <p:cNvPr id="25" name="Прямая со стрелкой 24"/>
          <p:cNvCxnSpPr>
            <a:endCxn id="18" idx="0"/>
          </p:cNvCxnSpPr>
          <p:nvPr/>
        </p:nvCxnSpPr>
        <p:spPr>
          <a:xfrm>
            <a:off x="1043608" y="3717032"/>
            <a:ext cx="0" cy="3600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 стрелкой 26"/>
          <p:cNvCxnSpPr/>
          <p:nvPr/>
        </p:nvCxnSpPr>
        <p:spPr>
          <a:xfrm>
            <a:off x="2447764" y="3717032"/>
            <a:ext cx="0" cy="3600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/>
          <p:cNvCxnSpPr>
            <a:stCxn id="18" idx="2"/>
          </p:cNvCxnSpPr>
          <p:nvPr/>
        </p:nvCxnSpPr>
        <p:spPr>
          <a:xfrm>
            <a:off x="1043608" y="4689140"/>
            <a:ext cx="0" cy="32403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/>
          <p:cNvCxnSpPr/>
          <p:nvPr/>
        </p:nvCxnSpPr>
        <p:spPr>
          <a:xfrm>
            <a:off x="2447764" y="4689140"/>
            <a:ext cx="0" cy="32403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/>
          <p:cNvCxnSpPr/>
          <p:nvPr/>
        </p:nvCxnSpPr>
        <p:spPr>
          <a:xfrm>
            <a:off x="1043608" y="5589240"/>
            <a:ext cx="0" cy="25202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 стрелкой 34"/>
          <p:cNvCxnSpPr/>
          <p:nvPr/>
        </p:nvCxnSpPr>
        <p:spPr>
          <a:xfrm>
            <a:off x="2447764" y="5589240"/>
            <a:ext cx="0" cy="3600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 стрелкой 36"/>
          <p:cNvCxnSpPr/>
          <p:nvPr/>
        </p:nvCxnSpPr>
        <p:spPr>
          <a:xfrm flipH="1">
            <a:off x="1043608" y="1772816"/>
            <a:ext cx="2952328" cy="10801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/>
          <p:cNvCxnSpPr/>
          <p:nvPr/>
        </p:nvCxnSpPr>
        <p:spPr>
          <a:xfrm flipH="1">
            <a:off x="2519772" y="1844824"/>
            <a:ext cx="1476164" cy="100811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Скругленный прямоугольник 39"/>
          <p:cNvSpPr/>
          <p:nvPr/>
        </p:nvSpPr>
        <p:spPr>
          <a:xfrm>
            <a:off x="5724128" y="2636912"/>
            <a:ext cx="1224136" cy="648072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/>
              <a:t>Великий Новгород</a:t>
            </a:r>
          </a:p>
        </p:txBody>
      </p:sp>
      <p:sp>
        <p:nvSpPr>
          <p:cNvPr id="41" name="Скругленный прямоугольник 40"/>
          <p:cNvSpPr/>
          <p:nvPr/>
        </p:nvSpPr>
        <p:spPr>
          <a:xfrm>
            <a:off x="7344308" y="2636912"/>
            <a:ext cx="1188132" cy="648072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/>
              <a:t>Псков</a:t>
            </a:r>
          </a:p>
        </p:txBody>
      </p:sp>
      <p:cxnSp>
        <p:nvCxnSpPr>
          <p:cNvPr id="43" name="Прямая со стрелкой 42"/>
          <p:cNvCxnSpPr/>
          <p:nvPr/>
        </p:nvCxnSpPr>
        <p:spPr>
          <a:xfrm>
            <a:off x="5292080" y="2312876"/>
            <a:ext cx="2646294" cy="32403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Прямая со стрелкой 44"/>
          <p:cNvCxnSpPr/>
          <p:nvPr/>
        </p:nvCxnSpPr>
        <p:spPr>
          <a:xfrm>
            <a:off x="5292080" y="2312876"/>
            <a:ext cx="432048" cy="6480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8129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04664"/>
            <a:ext cx="8229600" cy="100811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3200" dirty="0"/>
              <a:t>Завещание (духовная грамота)</a:t>
            </a:r>
            <a:br>
              <a:rPr lang="ru-RU" sz="3200" dirty="0"/>
            </a:br>
            <a:r>
              <a:rPr lang="ru-RU" sz="3200" dirty="0"/>
              <a:t>Дмитрия Донского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2"/>
            <a:ext cx="5194920" cy="4525963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dirty="0"/>
              <a:t>«… А се благословляю сына своего, князя Василья, своею отчиною, великим княженьем.</a:t>
            </a:r>
          </a:p>
          <a:p>
            <a:pPr marL="0" indent="0">
              <a:buNone/>
            </a:pPr>
            <a:r>
              <a:rPr lang="ru-RU" dirty="0"/>
              <a:t>… А по грехом, отъимет Бог сына моего, князя Василья, а хто будет под тем сын мой, ино тому сыну моему княж Васильев удел, а того уделом поделит их моя княгини. </a:t>
            </a:r>
          </a:p>
          <a:p>
            <a:pPr marL="0" indent="0">
              <a:buNone/>
            </a:pPr>
            <a:r>
              <a:rPr lang="ru-RU" dirty="0"/>
              <a:t>… А переменит Бог Орду, дети мои не имут давати выхода в Орду, и который сын мой возмет дань на своем уделе, то тому и есть».</a:t>
            </a:r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5868144" y="1556792"/>
            <a:ext cx="2880320" cy="468052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Великий князь Московский Василий Дмитриевич умер в 1425 г., оставив завещание в пользу 10-детнего сына Василия.</a:t>
            </a:r>
          </a:p>
          <a:p>
            <a:pPr algn="ctr"/>
            <a:r>
              <a:rPr lang="ru-RU" dirty="0"/>
              <a:t>ВОПРОС: кто должен править: внук </a:t>
            </a:r>
            <a:r>
              <a:rPr lang="en-US" dirty="0"/>
              <a:t> </a:t>
            </a:r>
            <a:r>
              <a:rPr lang="ru-RU" dirty="0"/>
              <a:t>Дмитрия Донского Василий Васильевич или его второй сын Юрий (Георгий) Дмитриевич?</a:t>
            </a:r>
          </a:p>
        </p:txBody>
      </p:sp>
    </p:spTree>
    <p:extLst>
      <p:ext uri="{BB962C8B-B14F-4D97-AF65-F5344CB8AC3E}">
        <p14:creationId xmlns:p14="http://schemas.microsoft.com/office/powerpoint/2010/main" val="16038052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28106"/>
            <a:ext cx="8229600" cy="653244"/>
          </a:xfrm>
        </p:spPr>
        <p:txBody>
          <a:bodyPr/>
          <a:lstStyle/>
          <a:p>
            <a:r>
              <a:rPr lang="ru-RU" sz="3600" dirty="0"/>
              <a:t>Начало феодальной войны</a:t>
            </a:r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360340" y="5733256"/>
            <a:ext cx="7869439" cy="765989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82936" tIns="41469" rIns="82936" bIns="41469" rtlCol="0" anchor="ctr"/>
          <a:lstStyle/>
          <a:p>
            <a:pPr algn="ctr" defTabSz="829366"/>
            <a:r>
              <a:rPr lang="ru-RU" dirty="0">
                <a:solidFill>
                  <a:prstClr val="black"/>
                </a:solidFill>
              </a:rPr>
              <a:t>Великая княгиня Софья Витовна приказывает сорвать золотой пояс Дмитрия Донского с Василия Косого на свадьбе ее сына Василия </a:t>
            </a:r>
            <a:r>
              <a:rPr lang="en-US" dirty="0">
                <a:solidFill>
                  <a:prstClr val="black"/>
                </a:solidFill>
              </a:rPr>
              <a:t>II</a:t>
            </a:r>
            <a:endParaRPr lang="ru-RU" dirty="0">
              <a:solidFill>
                <a:prstClr val="black"/>
              </a:solidFill>
            </a:endParaRPr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7092280" y="1124744"/>
            <a:ext cx="1555960" cy="147423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82936" tIns="41469" rIns="82936" bIns="41469" rtlCol="0" anchor="ctr"/>
          <a:lstStyle/>
          <a:p>
            <a:pPr algn="ctr" defTabSz="829366"/>
            <a:r>
              <a:rPr lang="ru-RU" dirty="0">
                <a:solidFill>
                  <a:prstClr val="black"/>
                </a:solidFill>
              </a:rPr>
              <a:t>Боярин Федор Кошка, предок Романовых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340" y="1144365"/>
            <a:ext cx="6667500" cy="445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Стрелка вниз 5"/>
          <p:cNvSpPr/>
          <p:nvPr/>
        </p:nvSpPr>
        <p:spPr>
          <a:xfrm rot="3135449">
            <a:off x="5970192" y="1130298"/>
            <a:ext cx="230822" cy="2223066"/>
          </a:xfrm>
          <a:prstGeom prst="down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7" name="Игра Престолов - Главная тема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742416" y="3569618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500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553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audio>
              <p:cMediaNode vol="93939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89404"/>
            <a:ext cx="8229600" cy="653244"/>
          </a:xfrm>
        </p:spPr>
        <p:txBody>
          <a:bodyPr/>
          <a:lstStyle/>
          <a:p>
            <a:r>
              <a:rPr lang="ru-RU" sz="2200" dirty="0">
                <a:solidFill>
                  <a:srgbClr val="2F5897"/>
                </a:solidFill>
              </a:rPr>
              <a:t>Феодальная война (1425-1453) – борьба без правил.</a:t>
            </a:r>
            <a:endParaRPr lang="ru-RU" dirty="0"/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71391671"/>
              </p:ext>
            </p:extLst>
          </p:nvPr>
        </p:nvGraphicFramePr>
        <p:xfrm>
          <a:off x="456997" y="1338620"/>
          <a:ext cx="8231040" cy="41798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5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5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6419">
                <a:tc>
                  <a:txBody>
                    <a:bodyPr/>
                    <a:lstStyle/>
                    <a:p>
                      <a:r>
                        <a:rPr lang="ru-RU" sz="1600" dirty="0"/>
                        <a:t>Правила</a:t>
                      </a:r>
                    </a:p>
                  </a:txBody>
                  <a:tcPr marL="82944" marR="82944" marT="41476" marB="41476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Реальность</a:t>
                      </a:r>
                    </a:p>
                  </a:txBody>
                  <a:tcPr marL="82944" marR="82944" marT="41476" marB="4147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3083">
                <a:tc>
                  <a:txBody>
                    <a:bodyPr/>
                    <a:lstStyle/>
                    <a:p>
                      <a:pPr marL="0" marR="0" lvl="0" indent="0" algn="l" defTabSz="100794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ru-RU" sz="1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Василий Васильевич II </a:t>
                      </a:r>
                      <a:r>
                        <a:rPr kumimoji="0" lang="en-US" sz="1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ru-RU" sz="1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внук Дмитрия Донского)  правит по завещанию отца, который правил по завещанию своего отца.</a:t>
                      </a:r>
                      <a:endParaRPr lang="ru-RU" sz="1500" dirty="0">
                        <a:solidFill>
                          <a:schemeClr val="tx1"/>
                        </a:solidFill>
                      </a:endParaRPr>
                    </a:p>
                  </a:txBody>
                  <a:tcPr marL="82944" marR="82944" marT="41476" marB="41476"/>
                </a:tc>
                <a:tc>
                  <a:txBody>
                    <a:bodyPr/>
                    <a:lstStyle/>
                    <a:p>
                      <a:r>
                        <a:rPr lang="ru-RU" sz="1500" dirty="0">
                          <a:solidFill>
                            <a:schemeClr val="tx1"/>
                          </a:solidFill>
                        </a:rPr>
                        <a:t>Юрьевич Дмитриевич (второй сын Дм. Донского) настаивал на родовом</a:t>
                      </a:r>
                      <a:r>
                        <a:rPr lang="ru-RU" sz="1500" baseline="0" dirty="0">
                          <a:solidFill>
                            <a:schemeClr val="tx1"/>
                          </a:solidFill>
                        </a:rPr>
                        <a:t> праве и</a:t>
                      </a:r>
                      <a:r>
                        <a:rPr lang="ru-RU" sz="1500" dirty="0">
                          <a:solidFill>
                            <a:schemeClr val="tx1"/>
                          </a:solidFill>
                        </a:rPr>
                        <a:t> дважды силой изгонял племянника из Москвы.</a:t>
                      </a:r>
                    </a:p>
                  </a:txBody>
                  <a:tcPr marL="82944" marR="82944" marT="41476" marB="4147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9527">
                <a:tc>
                  <a:txBody>
                    <a:bodyPr/>
                    <a:lstStyle/>
                    <a:p>
                      <a:r>
                        <a:rPr lang="ru-RU" sz="1600" dirty="0"/>
                        <a:t>Василий Юрьевич</a:t>
                      </a:r>
                      <a:r>
                        <a:rPr lang="ru-RU" sz="1600" baseline="0" dirty="0"/>
                        <a:t> (Косой) </a:t>
                      </a:r>
                      <a:r>
                        <a:rPr lang="ru-RU" sz="1600" dirty="0"/>
                        <a:t>требует власти по завещанию своего отца. </a:t>
                      </a:r>
                    </a:p>
                    <a:p>
                      <a:endParaRPr lang="ru-RU" sz="1600" dirty="0"/>
                    </a:p>
                  </a:txBody>
                  <a:tcPr marL="82944" marR="82944" marT="41476" marB="41476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Василий </a:t>
                      </a:r>
                      <a:r>
                        <a:rPr lang="en-US" sz="1600" dirty="0"/>
                        <a:t>II</a:t>
                      </a:r>
                      <a:r>
                        <a:rPr lang="en-US" sz="1600" baseline="0" dirty="0"/>
                        <a:t> </a:t>
                      </a:r>
                      <a:r>
                        <a:rPr lang="ru-RU" sz="1600" baseline="0" dirty="0"/>
                        <a:t>получил ярлык в Орде. Ослепил Василия Косого</a:t>
                      </a:r>
                      <a:endParaRPr lang="ru-RU" sz="1600" dirty="0"/>
                    </a:p>
                  </a:txBody>
                  <a:tcPr marL="82944" marR="82944" marT="41476" marB="4147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0669">
                <a:tc>
                  <a:txBody>
                    <a:bodyPr/>
                    <a:lstStyle/>
                    <a:p>
                      <a:r>
                        <a:rPr lang="ru-RU" sz="1600" dirty="0"/>
                        <a:t>Василий </a:t>
                      </a:r>
                      <a:r>
                        <a:rPr lang="en-US" sz="1600" dirty="0"/>
                        <a:t>II</a:t>
                      </a:r>
                      <a:r>
                        <a:rPr lang="en-US" sz="1600" baseline="0" dirty="0"/>
                        <a:t> </a:t>
                      </a:r>
                      <a:r>
                        <a:rPr lang="ru-RU" sz="1600" baseline="0" dirty="0"/>
                        <a:t>правит как старший в роду и по ярлыку.</a:t>
                      </a:r>
                      <a:endParaRPr lang="ru-RU" sz="1600" dirty="0"/>
                    </a:p>
                  </a:txBody>
                  <a:tcPr marL="82944" marR="82944" marT="41476" marB="41476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Дмитрий Юрьевич захватил</a:t>
                      </a:r>
                      <a:r>
                        <a:rPr lang="ru-RU" sz="1600" baseline="0" dirty="0"/>
                        <a:t> и ослепил Василия </a:t>
                      </a:r>
                      <a:r>
                        <a:rPr lang="en-US" sz="1600" baseline="0" dirty="0"/>
                        <a:t>II</a:t>
                      </a:r>
                      <a:endParaRPr lang="ru-RU" sz="1600" dirty="0"/>
                    </a:p>
                  </a:txBody>
                  <a:tcPr marL="82944" marR="82944" marT="41476" marB="4147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9527">
                <a:tc>
                  <a:txBody>
                    <a:bodyPr/>
                    <a:lstStyle/>
                    <a:p>
                      <a:r>
                        <a:rPr lang="ru-RU" sz="1600" dirty="0"/>
                        <a:t>Василий</a:t>
                      </a:r>
                      <a:r>
                        <a:rPr lang="ru-RU" sz="1600" baseline="0" dirty="0"/>
                        <a:t> </a:t>
                      </a:r>
                      <a:r>
                        <a:rPr lang="en-US" sz="1600" baseline="0" dirty="0"/>
                        <a:t>II </a:t>
                      </a:r>
                      <a:r>
                        <a:rPr lang="ru-RU" sz="1600" baseline="0" dirty="0"/>
                        <a:t>крестным целованием отрекся от власти </a:t>
                      </a:r>
                      <a:endParaRPr lang="ru-RU" sz="1600" dirty="0"/>
                    </a:p>
                  </a:txBody>
                  <a:tcPr marL="82944" marR="82944" marT="41476" marB="41476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Изгнав Дм. Шемяку из Москвы, Василий </a:t>
                      </a:r>
                      <a:r>
                        <a:rPr lang="en-US" sz="1600" dirty="0"/>
                        <a:t>II</a:t>
                      </a:r>
                      <a:r>
                        <a:rPr lang="ru-RU" sz="1600" dirty="0"/>
                        <a:t> (Темный)</a:t>
                      </a:r>
                      <a:r>
                        <a:rPr lang="en-US" sz="1600" dirty="0"/>
                        <a:t> </a:t>
                      </a:r>
                      <a:r>
                        <a:rPr lang="ru-RU" sz="1600" dirty="0"/>
                        <a:t>получил</a:t>
                      </a:r>
                      <a:r>
                        <a:rPr lang="ru-RU" sz="1600" baseline="0" dirty="0"/>
                        <a:t> «разрешение от клятвы» от митрополита. </a:t>
                      </a:r>
                      <a:endParaRPr lang="ru-RU" sz="1600" dirty="0"/>
                    </a:p>
                  </a:txBody>
                  <a:tcPr marL="82944" marR="82944" marT="41476" marB="4147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0669">
                <a:tc>
                  <a:txBody>
                    <a:bodyPr/>
                    <a:lstStyle/>
                    <a:p>
                      <a:r>
                        <a:rPr lang="ru-RU" sz="1600" dirty="0"/>
                        <a:t>Дмитрий Шемяка,</a:t>
                      </a:r>
                      <a:r>
                        <a:rPr lang="ru-RU" sz="1600" baseline="0" dirty="0"/>
                        <a:t> сбежав из Москвы, правит в Новгороде</a:t>
                      </a:r>
                      <a:endParaRPr lang="ru-RU" sz="1600" dirty="0"/>
                    </a:p>
                  </a:txBody>
                  <a:tcPr marL="82944" marR="82944" marT="41476" marB="41476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Василий Темный приказал</a:t>
                      </a:r>
                      <a:r>
                        <a:rPr lang="ru-RU" sz="1600" baseline="0" dirty="0"/>
                        <a:t> убить Шемяку.</a:t>
                      </a:r>
                      <a:endParaRPr lang="ru-RU" sz="1600" dirty="0"/>
                    </a:p>
                  </a:txBody>
                  <a:tcPr marL="82944" marR="82944" marT="41476" marB="41476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16717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2" y="273629"/>
            <a:ext cx="8229600" cy="738798"/>
          </a:xfrm>
        </p:spPr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ru-RU" sz="2500" dirty="0"/>
              <a:t>II четверть XV века: время выбора пути развития</a:t>
            </a:r>
          </a:p>
        </p:txBody>
      </p:sp>
      <p:sp>
        <p:nvSpPr>
          <p:cNvPr id="3" name="Текст 2"/>
          <p:cNvSpPr txBox="1">
            <a:spLocks noGrp="1"/>
          </p:cNvSpPr>
          <p:nvPr>
            <p:ph type="body" idx="4294967295"/>
          </p:nvPr>
        </p:nvSpPr>
        <p:spPr>
          <a:xfrm>
            <a:off x="755576" y="1273094"/>
            <a:ext cx="7474026" cy="3789038"/>
          </a:xfrm>
        </p:spPr>
        <p:txBody>
          <a:bodyPr>
            <a:normAutofit lnSpcReduction="10000"/>
          </a:bodyPr>
          <a:lstStyle>
            <a:def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None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Char char="●"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1pPr>
            <a:lvl2pPr marL="864000" marR="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ru-RU" sz="28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2pPr>
            <a:lvl3pPr marL="1295999" marR="0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ru-RU" sz="24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9pPr>
          </a:lstStyle>
          <a:p>
            <a:pPr lvl="0">
              <a:buNone/>
            </a:pPr>
            <a:r>
              <a:rPr lang="ru-RU" sz="2200" dirty="0"/>
              <a:t>Внешние факторы</a:t>
            </a:r>
          </a:p>
          <a:p>
            <a:pPr lvl="0"/>
            <a:r>
              <a:rPr lang="ru-RU" sz="2200" dirty="0"/>
              <a:t>Завершение истории Византии (1453) — экономической, политической и культурной доминанты эпохи.</a:t>
            </a:r>
          </a:p>
          <a:p>
            <a:pPr lvl="0"/>
            <a:r>
              <a:rPr lang="ru-RU" sz="2200" dirty="0"/>
              <a:t>Распад Большой Орды на несколько протогосударств: Казанской, Астраханской, Сибирской. Ногайской и Крымской.</a:t>
            </a:r>
          </a:p>
          <a:p>
            <a:pPr lvl="0"/>
            <a:r>
              <a:rPr lang="ru-RU" sz="2200" dirty="0"/>
              <a:t>Расцвет Возрождения в Европе.</a:t>
            </a:r>
          </a:p>
          <a:p>
            <a:pPr lvl="0"/>
            <a:r>
              <a:rPr lang="ru-RU" sz="2200" dirty="0"/>
              <a:t>Начало Эпохи великих географических открытий.</a:t>
            </a:r>
          </a:p>
        </p:txBody>
      </p:sp>
    </p:spTree>
    <p:extLst>
      <p:ext uri="{BB962C8B-B14F-4D97-AF65-F5344CB8AC3E}">
        <p14:creationId xmlns:p14="http://schemas.microsoft.com/office/powerpoint/2010/main" val="27326374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2" y="273630"/>
            <a:ext cx="8229600" cy="672551"/>
          </a:xfrm>
        </p:spPr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ru-RU" sz="2500" dirty="0"/>
              <a:t>II четверть XV века: время выбора пути развития</a:t>
            </a:r>
          </a:p>
        </p:txBody>
      </p:sp>
      <p:sp>
        <p:nvSpPr>
          <p:cNvPr id="3" name="Текст 2"/>
          <p:cNvSpPr txBox="1">
            <a:spLocks noGrp="1"/>
          </p:cNvSpPr>
          <p:nvPr>
            <p:ph type="body" idx="4294967295"/>
          </p:nvPr>
        </p:nvSpPr>
        <p:spPr>
          <a:xfrm>
            <a:off x="323528" y="1012428"/>
            <a:ext cx="7906074" cy="4657449"/>
          </a:xfrm>
        </p:spPr>
        <p:txBody>
          <a:bodyPr/>
          <a:lstStyle>
            <a:def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None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Char char="●"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1pPr>
            <a:lvl2pPr marL="864000" marR="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ru-RU" sz="28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2pPr>
            <a:lvl3pPr marL="1295999" marR="0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ru-RU" sz="24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9pPr>
          </a:lstStyle>
          <a:p>
            <a:pPr lvl="0">
              <a:buNone/>
            </a:pPr>
            <a:r>
              <a:rPr lang="ru-RU" sz="1800" dirty="0"/>
              <a:t>Внутренние факторы:</a:t>
            </a:r>
          </a:p>
          <a:p>
            <a:pPr lvl="0"/>
            <a:r>
              <a:rPr lang="ru-RU" sz="1800" dirty="0"/>
              <a:t>Восстановление сельского хозяйства и ремесла.</a:t>
            </a:r>
          </a:p>
          <a:p>
            <a:pPr lvl="0"/>
            <a:r>
              <a:rPr lang="ru-RU" sz="1800" dirty="0"/>
              <a:t>Становление новой системы землевладения — поместий.</a:t>
            </a:r>
          </a:p>
          <a:p>
            <a:pPr lvl="0"/>
            <a:r>
              <a:rPr lang="ru-RU" sz="1800" dirty="0"/>
              <a:t>Новая форма социальных отношений в городе — белые слободы (населенные холопами).</a:t>
            </a:r>
          </a:p>
          <a:p>
            <a:pPr lvl="0"/>
            <a:r>
              <a:rPr lang="ru-RU" sz="1800" dirty="0"/>
              <a:t>Разделение русских земель на три территории с разными моделями развития: Великое княжество Литовское, Новгород и Псков, Северо-Восточная Русь (Россия).</a:t>
            </a:r>
          </a:p>
          <a:p>
            <a:pPr lvl="0"/>
            <a:r>
              <a:rPr lang="ru-RU" sz="1800" dirty="0"/>
              <a:t>Освобождение от Ордынской зависимости (1480).</a:t>
            </a:r>
          </a:p>
          <a:p>
            <a:pPr lvl="0"/>
            <a:r>
              <a:rPr lang="ru-RU" sz="1800" dirty="0"/>
              <a:t>Доминирование Москвы в отношениях между русскими землями.</a:t>
            </a:r>
          </a:p>
          <a:p>
            <a:pPr lvl="0"/>
            <a:r>
              <a:rPr lang="ru-RU" sz="1800" dirty="0"/>
              <a:t>Резкое снижение уровня грамотности и образования по сравнению  с </a:t>
            </a:r>
            <a:r>
              <a:rPr lang="ru-RU" sz="1800" dirty="0" err="1"/>
              <a:t>домонгольским</a:t>
            </a:r>
            <a:r>
              <a:rPr lang="ru-RU" sz="1800" dirty="0"/>
              <a:t> временем.</a:t>
            </a:r>
          </a:p>
        </p:txBody>
      </p:sp>
    </p:spTree>
    <p:extLst>
      <p:ext uri="{BB962C8B-B14F-4D97-AF65-F5344CB8AC3E}">
        <p14:creationId xmlns:p14="http://schemas.microsoft.com/office/powerpoint/2010/main" val="13928133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93432"/>
            <a:ext cx="8229600" cy="914541"/>
          </a:xfrm>
        </p:spPr>
        <p:txBody>
          <a:bodyPr/>
          <a:lstStyle/>
          <a:p>
            <a:r>
              <a:rPr lang="ru-RU" sz="3100" dirty="0"/>
              <a:t>Стояние на реке Угре (1480 г.)</a:t>
            </a:r>
          </a:p>
        </p:txBody>
      </p:sp>
      <p:pic>
        <p:nvPicPr>
          <p:cNvPr id="1026" name="Picture 2" descr="http://img-fotki.yandex.ru/get/5300/obsrvr1.2/0_3d7dc_19da74cb_ori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2077" y="1469269"/>
            <a:ext cx="6307200" cy="4640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36302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2" y="232478"/>
            <a:ext cx="8229600" cy="836116"/>
          </a:xfrm>
        </p:spPr>
        <p:txBody>
          <a:bodyPr>
            <a:spAutoFit/>
          </a:bodyPr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ru-RU" sz="2900" dirty="0"/>
              <a:t>Возможные альтернативы: Новгород и Псков</a:t>
            </a:r>
          </a:p>
        </p:txBody>
      </p:sp>
      <p:sp>
        <p:nvSpPr>
          <p:cNvPr id="3" name="Текст 2"/>
          <p:cNvSpPr txBox="1">
            <a:spLocks noGrp="1"/>
          </p:cNvSpPr>
          <p:nvPr>
            <p:ph type="body" idx="4294967295"/>
          </p:nvPr>
        </p:nvSpPr>
        <p:spPr>
          <a:xfrm>
            <a:off x="251520" y="1273095"/>
            <a:ext cx="3764640" cy="4503787"/>
          </a:xfrm>
        </p:spPr>
        <p:txBody>
          <a:bodyPr wrap="square">
            <a:spAutoFit/>
          </a:bodyPr>
          <a:lstStyle>
            <a:def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None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Char char="●"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1pPr>
            <a:lvl2pPr marL="864000" marR="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ru-RU" sz="28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2pPr>
            <a:lvl3pPr marL="1295999" marR="0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ru-RU" sz="24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9pPr>
          </a:lstStyle>
          <a:p>
            <a:pPr marL="97957" indent="0">
              <a:buNone/>
            </a:pPr>
            <a:r>
              <a:rPr lang="ru-RU" sz="2500" b="1" dirty="0"/>
              <a:t>Модель Германии и Италии</a:t>
            </a:r>
            <a:r>
              <a:rPr lang="ru-RU" sz="2500" dirty="0"/>
              <a:t>:</a:t>
            </a:r>
          </a:p>
          <a:p>
            <a:pPr marL="97957" indent="0">
              <a:buNone/>
            </a:pPr>
            <a:r>
              <a:rPr lang="ru-RU" sz="2500" dirty="0"/>
              <a:t>народ с одним языком и происхождением живет в разных государствах. Он разделен на ремесленно-торговый (в будущем — промышленный) север и аграрный юг.</a:t>
            </a:r>
          </a:p>
        </p:txBody>
      </p:sp>
      <p:sp>
        <p:nvSpPr>
          <p:cNvPr id="4" name="Текст 3"/>
          <p:cNvSpPr txBox="1">
            <a:spLocks noGrp="1"/>
          </p:cNvSpPr>
          <p:nvPr>
            <p:ph type="body" idx="4294967295"/>
          </p:nvPr>
        </p:nvSpPr>
        <p:spPr>
          <a:xfrm>
            <a:off x="5129280" y="1273094"/>
            <a:ext cx="4014720" cy="4175492"/>
          </a:xfrm>
        </p:spPr>
        <p:txBody>
          <a:bodyPr>
            <a:spAutoFit/>
          </a:bodyPr>
          <a:lstStyle>
            <a:def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None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Char char="●"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1pPr>
            <a:lvl2pPr marL="864000" marR="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ru-RU" sz="28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2pPr>
            <a:lvl3pPr marL="1295999" marR="0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ru-RU" sz="24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9pPr>
          </a:lstStyle>
          <a:p>
            <a:pPr lvl="0">
              <a:buNone/>
            </a:pPr>
            <a:r>
              <a:rPr lang="ru-RU" sz="2200" b="1" dirty="0"/>
              <a:t>Не реализована</a:t>
            </a:r>
          </a:p>
          <a:p>
            <a:pPr lvl="0"/>
            <a:r>
              <a:rPr lang="ru-RU" sz="2200" dirty="0"/>
              <a:t>Три похода Ивана III на Новгород закончились ликвидацией самоуправления и всех привилегий в период 1471 – 1478 гг.</a:t>
            </a:r>
          </a:p>
          <a:p>
            <a:pPr lvl="0"/>
            <a:r>
              <a:rPr lang="ru-RU" sz="2200" dirty="0"/>
              <a:t>В 1510 Василий III  уничтожил самоуправление в Пскове.</a:t>
            </a:r>
          </a:p>
        </p:txBody>
      </p:sp>
    </p:spTree>
    <p:extLst>
      <p:ext uri="{BB962C8B-B14F-4D97-AF65-F5344CB8AC3E}">
        <p14:creationId xmlns:p14="http://schemas.microsoft.com/office/powerpoint/2010/main" val="15690711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2" y="205114"/>
            <a:ext cx="8229600" cy="836116"/>
          </a:xfrm>
        </p:spPr>
        <p:txBody>
          <a:bodyPr>
            <a:spAutoFit/>
          </a:bodyPr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ru-RU" sz="2500" dirty="0"/>
              <a:t>Возможные альтернативы:</a:t>
            </a:r>
          </a:p>
        </p:txBody>
      </p:sp>
      <p:sp>
        <p:nvSpPr>
          <p:cNvPr id="3" name="Текст 2"/>
          <p:cNvSpPr txBox="1">
            <a:spLocks noGrp="1"/>
          </p:cNvSpPr>
          <p:nvPr>
            <p:ph type="body" idx="4294967295"/>
          </p:nvPr>
        </p:nvSpPr>
        <p:spPr>
          <a:xfrm>
            <a:off x="467544" y="1340768"/>
            <a:ext cx="3672408" cy="2113389"/>
          </a:xfrm>
        </p:spPr>
        <p:txBody>
          <a:bodyPr wrap="square">
            <a:spAutoFit/>
          </a:bodyPr>
          <a:lstStyle>
            <a:def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None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Char char="●"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1pPr>
            <a:lvl2pPr marL="864000" marR="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ru-RU" sz="28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2pPr>
            <a:lvl3pPr marL="1295999" marR="0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ru-RU" sz="24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9pPr>
          </a:lstStyle>
          <a:p>
            <a:pPr marL="108000" lvl="0" indent="0" algn="ctr">
              <a:buNone/>
            </a:pPr>
            <a:r>
              <a:rPr lang="ru-RU" sz="1800" b="1" dirty="0"/>
              <a:t>Модель Каталонии и Голландии (Испания),</a:t>
            </a:r>
          </a:p>
          <a:p>
            <a:pPr marL="108000" lvl="0" indent="0" algn="ctr">
              <a:buNone/>
            </a:pPr>
            <a:r>
              <a:rPr lang="ru-RU" sz="1800" b="1" dirty="0"/>
              <a:t>Шотландии (Великобритания), </a:t>
            </a:r>
          </a:p>
          <a:p>
            <a:pPr marL="108000" lvl="0" indent="0" algn="ctr">
              <a:buNone/>
            </a:pPr>
            <a:r>
              <a:rPr lang="ru-RU" sz="1800" b="1" dirty="0"/>
              <a:t>Прованса и Лангедока (Франция).</a:t>
            </a:r>
          </a:p>
        </p:txBody>
      </p:sp>
      <p:sp>
        <p:nvSpPr>
          <p:cNvPr id="4" name="Текст 3"/>
          <p:cNvSpPr txBox="1">
            <a:spLocks noGrp="1"/>
          </p:cNvSpPr>
          <p:nvPr>
            <p:ph type="body" idx="4294967295"/>
          </p:nvPr>
        </p:nvSpPr>
        <p:spPr>
          <a:xfrm>
            <a:off x="539552" y="3717032"/>
            <a:ext cx="3888432" cy="1938982"/>
          </a:xfrm>
        </p:spPr>
        <p:txBody>
          <a:bodyPr wrap="square">
            <a:spAutoFit/>
          </a:bodyPr>
          <a:lstStyle>
            <a:def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None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Char char="●"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1pPr>
            <a:lvl2pPr marL="864000" marR="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ru-RU" sz="28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2pPr>
            <a:lvl3pPr marL="1295999" marR="0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ru-RU" sz="24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9pPr>
          </a:lstStyle>
          <a:p>
            <a:pPr marL="108000" lvl="0" indent="0">
              <a:buNone/>
            </a:pPr>
            <a:r>
              <a:rPr lang="ru-RU" sz="2000" dirty="0"/>
              <a:t>Содержание: народ, имеющий собственные язык, историю и конфессию в христианстве, входит в состав крупного государства с чуждой культурой.</a:t>
            </a:r>
          </a:p>
        </p:txBody>
      </p:sp>
      <p:sp>
        <p:nvSpPr>
          <p:cNvPr id="5" name="Текст 4"/>
          <p:cNvSpPr txBox="1">
            <a:spLocks noGrp="1"/>
          </p:cNvSpPr>
          <p:nvPr>
            <p:ph type="body" idx="4294967295"/>
          </p:nvPr>
        </p:nvSpPr>
        <p:spPr>
          <a:xfrm>
            <a:off x="4716016" y="1124744"/>
            <a:ext cx="4124679" cy="5165507"/>
          </a:xfrm>
        </p:spPr>
        <p:txBody>
          <a:bodyPr wrap="square">
            <a:spAutoFit/>
          </a:bodyPr>
          <a:lstStyle>
            <a:def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None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Char char="●"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1pPr>
            <a:lvl2pPr marL="864000" marR="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ru-RU" sz="28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2pPr>
            <a:lvl3pPr marL="1295999" marR="0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ru-RU" sz="24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9pPr>
          </a:lstStyle>
          <a:p>
            <a:pPr lvl="0"/>
            <a:r>
              <a:rPr lang="ru-RU" sz="2000" b="1" dirty="0"/>
              <a:t>Эта альтернатива реализовывалась в Литве</a:t>
            </a:r>
            <a:r>
              <a:rPr lang="ru-RU" sz="2000" dirty="0"/>
              <a:t>, а затем в Речи Посполитой до середины XVII века в постоянно сокращающемся объеме. </a:t>
            </a:r>
          </a:p>
          <a:p>
            <a:pPr lvl="0"/>
            <a:r>
              <a:rPr lang="ru-RU" sz="1800" dirty="0"/>
              <a:t>В Москве проводилась </a:t>
            </a:r>
            <a:r>
              <a:rPr lang="ru-RU" sz="1800" b="1" i="1" dirty="0"/>
              <a:t>политика «отвоевания русских земель»</a:t>
            </a:r>
            <a:r>
              <a:rPr lang="ru-RU" sz="1800" dirty="0"/>
              <a:t>, начало которой положено войной 1500 — 1503 гг., в результате которой в состав Московского государства вошли «северские земли». Современная концепция «русского мира» – стремление восстановить именно эту политику. </a:t>
            </a:r>
          </a:p>
        </p:txBody>
      </p:sp>
    </p:spTree>
    <p:extLst>
      <p:ext uri="{BB962C8B-B14F-4D97-AF65-F5344CB8AC3E}">
        <p14:creationId xmlns:p14="http://schemas.microsoft.com/office/powerpoint/2010/main" val="22161390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2" y="205114"/>
            <a:ext cx="8229600" cy="836116"/>
          </a:xfrm>
        </p:spPr>
        <p:txBody>
          <a:bodyPr>
            <a:spAutoFit/>
          </a:bodyPr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ru-RU" sz="2500" dirty="0"/>
              <a:t>Возможные альтернативы: европейский выбор</a:t>
            </a:r>
          </a:p>
        </p:txBody>
      </p:sp>
      <p:sp>
        <p:nvSpPr>
          <p:cNvPr id="3" name="Текст 2"/>
          <p:cNvSpPr txBox="1">
            <a:spLocks noGrp="1"/>
          </p:cNvSpPr>
          <p:nvPr>
            <p:ph type="body" idx="4294967295"/>
          </p:nvPr>
        </p:nvSpPr>
        <p:spPr>
          <a:xfrm>
            <a:off x="251520" y="1604330"/>
            <a:ext cx="2952328" cy="4526396"/>
          </a:xfrm>
        </p:spPr>
        <p:txBody>
          <a:bodyPr>
            <a:normAutofit/>
          </a:bodyPr>
          <a:lstStyle>
            <a:def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None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Char char="●"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1pPr>
            <a:lvl2pPr marL="864000" marR="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ru-RU" sz="28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2pPr>
            <a:lvl3pPr marL="1295999" marR="0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ru-RU" sz="24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9pPr>
          </a:lstStyle>
          <a:p>
            <a:pPr lvl="0" indent="0">
              <a:buNone/>
            </a:pPr>
            <a:r>
              <a:rPr lang="ru-RU" sz="2200" dirty="0"/>
              <a:t>1489 — 1492 гг.: переговоры о между в. к. Иваном III и императором Священной Римской империи Фридрихом III, в ходе которых Ивану был предложен королевский титул.</a:t>
            </a:r>
          </a:p>
        </p:txBody>
      </p:sp>
      <p:sp>
        <p:nvSpPr>
          <p:cNvPr id="4" name="Текст 3"/>
          <p:cNvSpPr txBox="1">
            <a:spLocks noGrp="1"/>
          </p:cNvSpPr>
          <p:nvPr>
            <p:ph type="body" idx="4294967295"/>
          </p:nvPr>
        </p:nvSpPr>
        <p:spPr>
          <a:xfrm>
            <a:off x="5724128" y="1604329"/>
            <a:ext cx="2808312" cy="3264831"/>
          </a:xfrm>
        </p:spPr>
        <p:txBody>
          <a:bodyPr>
            <a:normAutofit lnSpcReduction="10000"/>
          </a:bodyPr>
          <a:lstStyle>
            <a:def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None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Char char="●"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1pPr>
            <a:lvl2pPr marL="864000" marR="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ru-RU" sz="28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2pPr>
            <a:lvl3pPr marL="1295999" marR="0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ru-RU" sz="24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9pPr>
          </a:lstStyle>
          <a:p>
            <a:pPr lvl="0" indent="0" algn="just">
              <a:buNone/>
            </a:pPr>
            <a:r>
              <a:rPr lang="ru-RU" sz="2200" b="1" dirty="0">
                <a:latin typeface="Arial" pitchFamily="34"/>
              </a:rPr>
              <a:t>Ответ Ивана III: </a:t>
            </a:r>
            <a:r>
              <a:rPr lang="ru-RU" sz="2200" dirty="0">
                <a:latin typeface="Arial" pitchFamily="34"/>
              </a:rPr>
              <a:t>«Мы Божьей милостью государи в своей земле изначала, от первых своих прародителей и проставление имеем от Бога»</a:t>
            </a:r>
          </a:p>
        </p:txBody>
      </p:sp>
      <p:pic>
        <p:nvPicPr>
          <p:cNvPr id="6146" name="Picture 2" descr="http://www.mglin-krai.ru/images/Baturko_Ocherk/T1/Ivan_III_of_Russia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1700808"/>
            <a:ext cx="2373244" cy="3329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19204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792088"/>
          </a:xfrm>
        </p:spPr>
        <p:txBody>
          <a:bodyPr>
            <a:normAutofit fontScale="90000"/>
          </a:bodyPr>
          <a:lstStyle/>
          <a:p>
            <a:r>
              <a:rPr lang="ru-RU" sz="3200" dirty="0"/>
              <a:t>«Византийское наследство»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3970784" cy="2764904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 1467 г. Умерла</a:t>
            </a:r>
            <a:r>
              <a:rPr lang="en-US" dirty="0"/>
              <a:t> </a:t>
            </a:r>
            <a:r>
              <a:rPr lang="ru-RU" dirty="0"/>
              <a:t>Мария Тверская, первая жена Ивана </a:t>
            </a:r>
            <a:r>
              <a:rPr lang="en-US" dirty="0"/>
              <a:t>III</a:t>
            </a:r>
            <a:endParaRPr lang="ru-RU" dirty="0"/>
          </a:p>
          <a:p>
            <a:r>
              <a:rPr lang="ru-RU" dirty="0"/>
              <a:t>1472 г. В Москву из Рима приехала Зоя Палеолог, племянница последнего императора Византии.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1700808"/>
            <a:ext cx="3303038" cy="40737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Скругленный прямоугольник 3"/>
          <p:cNvSpPr/>
          <p:nvPr/>
        </p:nvSpPr>
        <p:spPr>
          <a:xfrm>
            <a:off x="755576" y="4581128"/>
            <a:ext cx="3888432" cy="1728192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14400"/>
            <a:r>
              <a:rPr lang="ru-RU" dirty="0">
                <a:solidFill>
                  <a:prstClr val="black"/>
                </a:solidFill>
              </a:rPr>
              <a:t>Барон Сигизмунд Герберштейн, который дважды посетил Россию, в 1517 и 1526 гг., писал, что Софья «очень коварна» и что Иван III «делает многое при ее подстрекательстве».</a:t>
            </a:r>
          </a:p>
        </p:txBody>
      </p:sp>
    </p:spTree>
    <p:extLst>
      <p:ext uri="{BB962C8B-B14F-4D97-AF65-F5344CB8AC3E}">
        <p14:creationId xmlns:p14="http://schemas.microsoft.com/office/powerpoint/2010/main" val="26808479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720080"/>
          </a:xfrm>
        </p:spPr>
        <p:txBody>
          <a:bodyPr>
            <a:normAutofit fontScale="90000"/>
          </a:bodyPr>
          <a:lstStyle/>
          <a:p>
            <a:r>
              <a:rPr lang="ru-RU" sz="3200" dirty="0"/>
              <a:t>Элементы «Византийского наследства»: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980728"/>
            <a:ext cx="7023125" cy="34520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2805" y="4632796"/>
            <a:ext cx="1423045" cy="1774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5532" y="4632796"/>
            <a:ext cx="2464620" cy="1725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4581128"/>
            <a:ext cx="2379780" cy="17769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743074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04664"/>
            <a:ext cx="8229600" cy="864096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900" dirty="0">
                <a:solidFill>
                  <a:srgbClr val="2F5897"/>
                </a:solidFill>
              </a:rPr>
              <a:t>Возможный выбор: сохранение существующих традиций</a:t>
            </a:r>
            <a:endParaRPr lang="ru-RU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1555507"/>
              </p:ext>
            </p:extLst>
          </p:nvPr>
        </p:nvGraphicFramePr>
        <p:xfrm>
          <a:off x="457200" y="1412776"/>
          <a:ext cx="8229600" cy="4908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32732">
                <a:tc>
                  <a:txBody>
                    <a:bodyPr/>
                    <a:lstStyle/>
                    <a:p>
                      <a:r>
                        <a:rPr lang="ru-RU" dirty="0"/>
                        <a:t>Традиция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Ее возможное развитие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Реальность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69708">
                <a:tc>
                  <a:txBody>
                    <a:bodyPr/>
                    <a:lstStyle/>
                    <a:p>
                      <a:r>
                        <a:rPr lang="ru-RU" sz="1400" dirty="0"/>
                        <a:t>К</a:t>
                      </a:r>
                      <a:r>
                        <a:rPr lang="ru-RU" sz="1400" baseline="0" dirty="0"/>
                        <a:t> участию во власти допускаются все родственники великого князя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05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ru-RU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Поддержание равновесия в династии и уважение прав удельных князей.</a:t>
                      </a:r>
                    </a:p>
                    <a:p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05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ru-RU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Братья великого князя (Борис и Андрей Большой с сыновьями), отказавшиеся слушаться Ивана III, были посажены «в поруб». Андрей Большой умер в тюрьме.</a:t>
                      </a:r>
                    </a:p>
                    <a:p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6328">
                <a:tc>
                  <a:txBody>
                    <a:bodyPr/>
                    <a:lstStyle/>
                    <a:p>
                      <a:r>
                        <a:rPr lang="ru-RU" sz="1600" dirty="0"/>
                        <a:t>Власть великого князя</a:t>
                      </a:r>
                      <a:r>
                        <a:rPr lang="ru-RU" sz="1600" baseline="0" dirty="0"/>
                        <a:t> опирается на поддержку крупных вотчинников - бояр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05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ru-RU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Усиление роли бояр в управлении, что способствовало их роли в экономике.</a:t>
                      </a:r>
                    </a:p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В 1499 г. были казнены главы старейших московских боярских родов Иван Патрикеев (с двумя сыновьями) и Семен Ряполовский.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10310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323528" y="375327"/>
            <a:ext cx="7906074" cy="861764"/>
          </a:xfrm>
        </p:spPr>
        <p:txBody>
          <a:bodyPr wrap="square">
            <a:spAutoFit/>
          </a:bodyPr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lnSpc>
                <a:spcPct val="100000"/>
              </a:lnSpc>
              <a:buNone/>
            </a:pPr>
            <a:r>
              <a:rPr lang="ru-RU" sz="2500" dirty="0"/>
              <a:t>Возможный выбор: медленный дрейф в сторону Европейского выбора</a:t>
            </a:r>
          </a:p>
        </p:txBody>
      </p:sp>
      <p:sp>
        <p:nvSpPr>
          <p:cNvPr id="3" name="Текст 2"/>
          <p:cNvSpPr txBox="1">
            <a:spLocks noGrp="1"/>
          </p:cNvSpPr>
          <p:nvPr>
            <p:ph type="body" idx="4294967295"/>
          </p:nvPr>
        </p:nvSpPr>
        <p:spPr>
          <a:xfrm>
            <a:off x="251520" y="1604330"/>
            <a:ext cx="3764640" cy="4962761"/>
          </a:xfrm>
        </p:spPr>
        <p:txBody>
          <a:bodyPr/>
          <a:lstStyle>
            <a:def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None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Char char="●"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1pPr>
            <a:lvl2pPr marL="864000" marR="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ru-RU" sz="28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2pPr>
            <a:lvl3pPr marL="1295999" marR="0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ru-RU" sz="24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9pPr>
          </a:lstStyle>
          <a:p>
            <a:pPr lvl="0"/>
            <a:r>
              <a:rPr lang="ru-RU" sz="2200" dirty="0"/>
              <a:t>После смерти Ивана Ивановича Молодого наследником был объявлен его сын Дмитрий Иванович, мать которого возглавляла кружок московских интеллектуалов: бояр, дьяков, священников.</a:t>
            </a:r>
          </a:p>
          <a:p>
            <a:pPr lvl="0"/>
            <a:r>
              <a:rPr lang="ru-RU" sz="2200" dirty="0"/>
              <a:t>Дмитрий Внук был «венчан» великим князем Московским</a:t>
            </a:r>
          </a:p>
        </p:txBody>
      </p:sp>
      <p:sp>
        <p:nvSpPr>
          <p:cNvPr id="4" name="Текст 3"/>
          <p:cNvSpPr txBox="1">
            <a:spLocks noGrp="1"/>
          </p:cNvSpPr>
          <p:nvPr>
            <p:ph type="body" idx="4294967295"/>
          </p:nvPr>
        </p:nvSpPr>
        <p:spPr>
          <a:xfrm>
            <a:off x="5127841" y="1604330"/>
            <a:ext cx="3620623" cy="4549438"/>
          </a:xfrm>
        </p:spPr>
        <p:txBody>
          <a:bodyPr>
            <a:normAutofit lnSpcReduction="10000"/>
          </a:bodyPr>
          <a:lstStyle>
            <a:def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None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Char char="●"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1pPr>
            <a:lvl2pPr marL="864000" marR="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ru-RU" sz="28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2pPr>
            <a:lvl3pPr marL="1295999" marR="0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ru-RU" sz="24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9pPr>
          </a:lstStyle>
          <a:p>
            <a:pPr lvl="0"/>
            <a:r>
              <a:rPr lang="ru-RU" sz="2200" dirty="0"/>
              <a:t>В 1502 г. Дмитрий Внук, его мать Елена и руководитель «московских еретиков» Федор Курицын были отправлены в заключение. Брат Курицына – Иван Волк — казнен.</a:t>
            </a:r>
          </a:p>
          <a:p>
            <a:pPr lvl="0"/>
            <a:r>
              <a:rPr lang="ru-RU" sz="2200" dirty="0"/>
              <a:t>Наследником стал Василий Иванович, сын Софьи Палеолог.</a:t>
            </a:r>
          </a:p>
        </p:txBody>
      </p:sp>
    </p:spTree>
    <p:extLst>
      <p:ext uri="{BB962C8B-B14F-4D97-AF65-F5344CB8AC3E}">
        <p14:creationId xmlns:p14="http://schemas.microsoft.com/office/powerpoint/2010/main" val="39719024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539552" y="273631"/>
            <a:ext cx="7690050" cy="851114"/>
          </a:xfrm>
        </p:spPr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lnSpc>
                <a:spcPct val="100000"/>
              </a:lnSpc>
              <a:buNone/>
            </a:pPr>
            <a:r>
              <a:rPr lang="ru-RU" sz="2500" dirty="0"/>
              <a:t>Альтернатива в вере: жидовствующие против официальной церкви</a:t>
            </a:r>
          </a:p>
        </p:txBody>
      </p:sp>
      <p:sp>
        <p:nvSpPr>
          <p:cNvPr id="3" name="Текст 2"/>
          <p:cNvSpPr txBox="1">
            <a:spLocks noGrp="1"/>
          </p:cNvSpPr>
          <p:nvPr>
            <p:ph type="body" idx="4294967295"/>
          </p:nvPr>
        </p:nvSpPr>
        <p:spPr>
          <a:xfrm>
            <a:off x="323528" y="1604330"/>
            <a:ext cx="3692632" cy="4624326"/>
          </a:xfrm>
        </p:spPr>
        <p:txBody>
          <a:bodyPr/>
          <a:lstStyle>
            <a:def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None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Char char="●"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1pPr>
            <a:lvl2pPr marL="864000" marR="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ru-RU" sz="28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2pPr>
            <a:lvl3pPr marL="1295999" marR="0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ru-RU" sz="24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9pPr>
          </a:lstStyle>
          <a:p>
            <a:pPr marL="108000" lvl="0" indent="0">
              <a:buNone/>
            </a:pPr>
            <a:r>
              <a:rPr lang="ru-RU" sz="2200" dirty="0"/>
              <a:t>Новгородская ересь последней трети XV века:</a:t>
            </a:r>
          </a:p>
          <a:p>
            <a:pPr lvl="0"/>
            <a:r>
              <a:rPr lang="ru-RU" sz="2200" dirty="0"/>
              <a:t>отказывались почитать иконы;</a:t>
            </a:r>
          </a:p>
          <a:p>
            <a:pPr lvl="0"/>
            <a:r>
              <a:rPr lang="ru-RU" sz="2200" dirty="0"/>
              <a:t>отрицали церковную иерархию;</a:t>
            </a:r>
          </a:p>
          <a:p>
            <a:pPr lvl="0"/>
            <a:r>
              <a:rPr lang="ru-RU" sz="2200" dirty="0"/>
              <a:t>Не верили в божественную сущность Иисуса.</a:t>
            </a:r>
          </a:p>
        </p:txBody>
      </p:sp>
      <p:sp>
        <p:nvSpPr>
          <p:cNvPr id="4" name="Текст 3"/>
          <p:cNvSpPr txBox="1">
            <a:spLocks noGrp="1"/>
          </p:cNvSpPr>
          <p:nvPr>
            <p:ph type="body" idx="4294967295"/>
          </p:nvPr>
        </p:nvSpPr>
        <p:spPr>
          <a:xfrm>
            <a:off x="5127841" y="1604329"/>
            <a:ext cx="4016160" cy="3392996"/>
          </a:xfrm>
        </p:spPr>
        <p:txBody>
          <a:bodyPr/>
          <a:lstStyle>
            <a:def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None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Char char="●"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1pPr>
            <a:lvl2pPr marL="864000" marR="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ru-RU" sz="28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2pPr>
            <a:lvl3pPr marL="1295999" marR="0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ru-RU" sz="24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9pPr>
          </a:lstStyle>
          <a:p>
            <a:pPr lvl="0"/>
            <a:r>
              <a:rPr lang="ru-RU" sz="2500" dirty="0"/>
              <a:t>В 1491 г. ересь жидовствующих в Новгороде была разгромлена, руководителей предали «позорной казни», после чего сожгли.</a:t>
            </a:r>
          </a:p>
        </p:txBody>
      </p:sp>
    </p:spTree>
    <p:extLst>
      <p:ext uri="{BB962C8B-B14F-4D97-AF65-F5344CB8AC3E}">
        <p14:creationId xmlns:p14="http://schemas.microsoft.com/office/powerpoint/2010/main" val="22704628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http://example5.welix.ru/wp-content/uploads/2016/09/%D0%B5%D1%80%D0%B5%D1%82%D0%B8%D0%BA%D0%BE%D0%B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404664"/>
            <a:ext cx="3048000" cy="5553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404664"/>
            <a:ext cx="3175000" cy="437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Скругленный прямоугольник 1"/>
          <p:cNvSpPr/>
          <p:nvPr/>
        </p:nvSpPr>
        <p:spPr>
          <a:xfrm>
            <a:off x="5220072" y="5013176"/>
            <a:ext cx="3030984" cy="50405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Казнь «жидовствующих» в Новгороде</a:t>
            </a:r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4211960" y="5733256"/>
            <a:ext cx="3240360" cy="57606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Казнь Московских еретиков</a:t>
            </a:r>
          </a:p>
        </p:txBody>
      </p:sp>
    </p:spTree>
    <p:extLst>
      <p:ext uri="{BB962C8B-B14F-4D97-AF65-F5344CB8AC3E}">
        <p14:creationId xmlns:p14="http://schemas.microsoft.com/office/powerpoint/2010/main" val="15212105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395536" y="273630"/>
            <a:ext cx="7834066" cy="672551"/>
          </a:xfrm>
        </p:spPr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ru-RU" sz="2900" dirty="0"/>
              <a:t>Альтернативы в официальной церкви</a:t>
            </a:r>
          </a:p>
        </p:txBody>
      </p:sp>
      <p:sp>
        <p:nvSpPr>
          <p:cNvPr id="3" name="Текст 2"/>
          <p:cNvSpPr txBox="1">
            <a:spLocks noGrp="1"/>
          </p:cNvSpPr>
          <p:nvPr>
            <p:ph type="body" idx="4294967295"/>
          </p:nvPr>
        </p:nvSpPr>
        <p:spPr>
          <a:xfrm>
            <a:off x="395536" y="1142040"/>
            <a:ext cx="3620624" cy="4526395"/>
          </a:xfrm>
        </p:spPr>
        <p:txBody>
          <a:bodyPr>
            <a:normAutofit fontScale="92500" lnSpcReduction="10000"/>
          </a:bodyPr>
          <a:lstStyle>
            <a:def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None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Char char="●"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1pPr>
            <a:lvl2pPr marL="864000" marR="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ru-RU" sz="28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2pPr>
            <a:lvl3pPr marL="1295999" marR="0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ru-RU" sz="24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9pPr>
          </a:lstStyle>
          <a:p>
            <a:pPr lvl="0" algn="ctr">
              <a:buNone/>
            </a:pPr>
            <a:r>
              <a:rPr lang="ru-RU" sz="2200" b="1" dirty="0"/>
              <a:t>Нестяжатели</a:t>
            </a:r>
          </a:p>
          <a:p>
            <a:pPr lvl="0" algn="ctr">
              <a:buNone/>
            </a:pPr>
            <a:r>
              <a:rPr lang="ru-RU" sz="2200" b="1" dirty="0"/>
              <a:t>(Нил Сорский):</a:t>
            </a:r>
          </a:p>
          <a:p>
            <a:pPr lvl="0"/>
            <a:r>
              <a:rPr lang="ru-RU" sz="2200" dirty="0"/>
              <a:t>церковь должна быть бедной и не должна владеть землями;</a:t>
            </a:r>
          </a:p>
          <a:p>
            <a:pPr lvl="0"/>
            <a:r>
              <a:rPr lang="ru-RU" sz="2200" dirty="0"/>
              <a:t>монахи должны жить «трудом и молитвой»;</a:t>
            </a:r>
          </a:p>
          <a:p>
            <a:pPr lvl="0"/>
            <a:r>
              <a:rPr lang="ru-RU" sz="2200" dirty="0"/>
              <a:t>церкви должно быть предоставлено право определять путь развития государства, так как церковь - «тело христово».</a:t>
            </a:r>
          </a:p>
        </p:txBody>
      </p:sp>
      <p:sp>
        <p:nvSpPr>
          <p:cNvPr id="4" name="Текст 3"/>
          <p:cNvSpPr txBox="1">
            <a:spLocks noGrp="1"/>
          </p:cNvSpPr>
          <p:nvPr>
            <p:ph type="body" idx="4294967295"/>
          </p:nvPr>
        </p:nvSpPr>
        <p:spPr>
          <a:xfrm>
            <a:off x="5129280" y="1142042"/>
            <a:ext cx="3331152" cy="4834587"/>
          </a:xfrm>
        </p:spPr>
        <p:txBody>
          <a:bodyPr>
            <a:normAutofit fontScale="85000" lnSpcReduction="20000"/>
          </a:bodyPr>
          <a:lstStyle>
            <a:def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None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Char char="●"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1pPr>
            <a:lvl2pPr marL="864000" marR="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ru-RU" sz="28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2pPr>
            <a:lvl3pPr marL="1295999" marR="0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ru-RU" sz="24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9pPr>
          </a:lstStyle>
          <a:p>
            <a:pPr marL="108000" lvl="0" indent="0" algn="ctr">
              <a:buNone/>
            </a:pPr>
            <a:r>
              <a:rPr lang="ru-RU" sz="2200" b="1" dirty="0"/>
              <a:t>Иосифляне</a:t>
            </a:r>
          </a:p>
          <a:p>
            <a:pPr marL="108000" lvl="0" indent="0" algn="ctr">
              <a:buNone/>
            </a:pPr>
            <a:r>
              <a:rPr lang="ru-RU" sz="2200" b="1" dirty="0"/>
              <a:t>(Иосиф Волоцкий):</a:t>
            </a:r>
          </a:p>
          <a:p>
            <a:pPr lvl="0"/>
            <a:r>
              <a:rPr lang="ru-RU" sz="2200" dirty="0"/>
              <a:t>церковь должна быть сильной и богатой;</a:t>
            </a:r>
          </a:p>
          <a:p>
            <a:pPr lvl="0"/>
            <a:r>
              <a:rPr lang="ru-RU" sz="2200" dirty="0"/>
              <a:t>монахи должны направлять деятельность мирян, используя влияние и богатство монастырей;</a:t>
            </a:r>
          </a:p>
          <a:p>
            <a:pPr lvl="0"/>
            <a:r>
              <a:rPr lang="ru-RU" sz="2200" dirty="0"/>
              <a:t>«Один Бог на небе, один государь на земле». По всем «мирским» делам церковь должна быть подчинена великому князю.</a:t>
            </a:r>
          </a:p>
        </p:txBody>
      </p:sp>
    </p:spTree>
    <p:extLst>
      <p:ext uri="{BB962C8B-B14F-4D97-AF65-F5344CB8AC3E}">
        <p14:creationId xmlns:p14="http://schemas.microsoft.com/office/powerpoint/2010/main" val="7210427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2" y="232478"/>
            <a:ext cx="8229600" cy="836116"/>
          </a:xfrm>
        </p:spPr>
        <p:txBody>
          <a:bodyPr>
            <a:spAutoFit/>
          </a:bodyPr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ru-RU" sz="2900" dirty="0"/>
              <a:t>Реализованная альтернатива:</a:t>
            </a:r>
          </a:p>
        </p:txBody>
      </p:sp>
      <p:sp>
        <p:nvSpPr>
          <p:cNvPr id="3" name="Текст 2"/>
          <p:cNvSpPr txBox="1">
            <a:spLocks noGrp="1"/>
          </p:cNvSpPr>
          <p:nvPr>
            <p:ph type="body" idx="4294967295"/>
          </p:nvPr>
        </p:nvSpPr>
        <p:spPr>
          <a:xfrm>
            <a:off x="915840" y="1208287"/>
            <a:ext cx="7688608" cy="4526395"/>
          </a:xfrm>
        </p:spPr>
        <p:txBody>
          <a:bodyPr>
            <a:normAutofit fontScale="92500"/>
          </a:bodyPr>
          <a:lstStyle>
            <a:def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None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Char char="●"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1pPr>
            <a:lvl2pPr marL="864000" marR="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ru-RU" sz="28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2pPr>
            <a:lvl3pPr marL="1295999" marR="0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ru-RU" sz="24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9pPr>
          </a:lstStyle>
          <a:p>
            <a:pPr lvl="0"/>
            <a:r>
              <a:rPr lang="ru-RU" sz="1800" dirty="0"/>
              <a:t>В Московской  Руси утверждаются традиции управления, состоящие частично из </a:t>
            </a:r>
            <a:r>
              <a:rPr lang="ru-RU" sz="1800" b="1" dirty="0"/>
              <a:t>Византийских</a:t>
            </a:r>
            <a:r>
              <a:rPr lang="ru-RU" sz="1800" dirty="0"/>
              <a:t>, а частично — из </a:t>
            </a:r>
            <a:r>
              <a:rPr lang="ru-RU" sz="1800" b="1" dirty="0"/>
              <a:t>Ордынских</a:t>
            </a:r>
            <a:r>
              <a:rPr lang="ru-RU" sz="1800" dirty="0"/>
              <a:t> обычаев.</a:t>
            </a:r>
          </a:p>
          <a:p>
            <a:pPr lvl="0"/>
            <a:r>
              <a:rPr lang="ru-RU" sz="1800" dirty="0"/>
              <a:t>Формируется «</a:t>
            </a:r>
            <a:r>
              <a:rPr lang="ru-RU" sz="1800" b="1" dirty="0"/>
              <a:t>империя» - государство государств</a:t>
            </a:r>
            <a:r>
              <a:rPr lang="ru-RU" sz="1800" dirty="0"/>
              <a:t>. Иван III неофициально использует титул царь.</a:t>
            </a:r>
          </a:p>
          <a:p>
            <a:pPr lvl="0"/>
            <a:r>
              <a:rPr lang="ru-RU" sz="1800" dirty="0"/>
              <a:t>Проходят процессы </a:t>
            </a:r>
            <a:r>
              <a:rPr lang="ru-RU" sz="1800" b="1" dirty="0"/>
              <a:t>централизации власти и управления</a:t>
            </a:r>
            <a:r>
              <a:rPr lang="ru-RU" sz="1800" dirty="0"/>
              <a:t>: принят общерусский Судебник (1497), великокняжеский совет преобразуется в Думу с чинами, формируются первые избы — прообразы приказов.</a:t>
            </a:r>
          </a:p>
          <a:p>
            <a:pPr lvl="0"/>
            <a:r>
              <a:rPr lang="ru-RU" sz="1800" dirty="0"/>
              <a:t>Происходит постепенная </a:t>
            </a:r>
            <a:r>
              <a:rPr lang="ru-RU" sz="1800" b="1" dirty="0"/>
              <a:t>отмена уделов</a:t>
            </a:r>
            <a:r>
              <a:rPr lang="ru-RU" sz="1800" dirty="0"/>
              <a:t>.</a:t>
            </a:r>
          </a:p>
          <a:p>
            <a:pPr lvl="0"/>
            <a:r>
              <a:rPr lang="ru-RU" sz="1800" dirty="0"/>
              <a:t>Формируется </a:t>
            </a:r>
            <a:r>
              <a:rPr lang="ru-RU" sz="1800" b="1" dirty="0"/>
              <a:t>политика территориальной экспансии </a:t>
            </a:r>
            <a:r>
              <a:rPr lang="ru-RU" sz="1800" dirty="0"/>
              <a:t>по всем сторонам света (Литва-Югра-Поволжье-Дон).</a:t>
            </a:r>
          </a:p>
          <a:p>
            <a:pPr lvl="0"/>
            <a:r>
              <a:rPr lang="ru-RU" sz="1800" dirty="0"/>
              <a:t>Россия признается </a:t>
            </a:r>
            <a:r>
              <a:rPr lang="ru-RU" sz="1800" b="1" dirty="0"/>
              <a:t>самодостаточной частью мира</a:t>
            </a:r>
            <a:r>
              <a:rPr lang="ru-RU" sz="1800" dirty="0"/>
              <a:t>, наследником традиций великих государств древности и единственным центром подлинного христианства (Москва — Третий Рим).</a:t>
            </a:r>
          </a:p>
        </p:txBody>
      </p:sp>
    </p:spTree>
    <p:extLst>
      <p:ext uri="{BB962C8B-B14F-4D97-AF65-F5344CB8AC3E}">
        <p14:creationId xmlns:p14="http://schemas.microsoft.com/office/powerpoint/2010/main" val="232382123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сполнительная">
  <a:themeElements>
    <a:clrScheme name="Исполнительная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Исполнительная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Исполнитель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Исполнительная">
  <a:themeElements>
    <a:clrScheme name="Исполнительная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Исполнительная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Исполнитель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141</TotalTime>
  <Words>1490</Words>
  <Application>Microsoft Office PowerPoint</Application>
  <PresentationFormat>Экран (4:3)</PresentationFormat>
  <Paragraphs>154</Paragraphs>
  <Slides>23</Slides>
  <Notes>9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23</vt:i4>
      </vt:variant>
    </vt:vector>
  </HeadingPairs>
  <TitlesOfParts>
    <vt:vector size="31" baseType="lpstr">
      <vt:lpstr>Arial</vt:lpstr>
      <vt:lpstr>Calibri</vt:lpstr>
      <vt:lpstr>Century Gothic</vt:lpstr>
      <vt:lpstr>Courier New</vt:lpstr>
      <vt:lpstr>Palatino Linotype</vt:lpstr>
      <vt:lpstr>StarSymbol</vt:lpstr>
      <vt:lpstr>Исполнительная</vt:lpstr>
      <vt:lpstr>1_Исполнительная</vt:lpstr>
      <vt:lpstr>История России</vt:lpstr>
      <vt:lpstr>Понятие «феодальная раздробленность» введено для того, чтобы можно было именовать средневековые территориальные образования «государствами»</vt:lpstr>
      <vt:lpstr>Формирование централизованных государств в Европе</vt:lpstr>
      <vt:lpstr>Субъекты властных отношений в XIV в.</vt:lpstr>
      <vt:lpstr>Презентация PowerPoint</vt:lpstr>
      <vt:lpstr>Изменения в системе властных отношений к началу XV в. </vt:lpstr>
      <vt:lpstr>Завещание (духовная грамота) Дмитрия Донского</vt:lpstr>
      <vt:lpstr>Начало феодальной войны</vt:lpstr>
      <vt:lpstr>Феодальная война (1425-1453) – борьба без правил.</vt:lpstr>
      <vt:lpstr>II четверть XV века: время выбора пути развития</vt:lpstr>
      <vt:lpstr>II четверть XV века: время выбора пути развития</vt:lpstr>
      <vt:lpstr>Стояние на реке Угре (1480 г.)</vt:lpstr>
      <vt:lpstr>Возможные альтернативы: Новгород и Псков</vt:lpstr>
      <vt:lpstr>Возможные альтернативы:</vt:lpstr>
      <vt:lpstr>Возможные альтернативы: европейский выбор</vt:lpstr>
      <vt:lpstr>«Византийское наследство»</vt:lpstr>
      <vt:lpstr>Элементы «Византийского наследства»:</vt:lpstr>
      <vt:lpstr>Возможный выбор: сохранение существующих традиций</vt:lpstr>
      <vt:lpstr>Возможный выбор: медленный дрейф в сторону Европейского выбора</vt:lpstr>
      <vt:lpstr>Альтернатива в вере: жидовствующие против официальной церкви</vt:lpstr>
      <vt:lpstr>Презентация PowerPoint</vt:lpstr>
      <vt:lpstr>Альтернативы в официальной церкви</vt:lpstr>
      <vt:lpstr>Реализованная альтернатива: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Константин Соловьев</cp:lastModifiedBy>
  <cp:revision>19</cp:revision>
  <dcterms:created xsi:type="dcterms:W3CDTF">2017-07-26T08:01:15Z</dcterms:created>
  <dcterms:modified xsi:type="dcterms:W3CDTF">2023-08-24T11:21:36Z</dcterms:modified>
</cp:coreProperties>
</file>