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701" r:id="rId2"/>
  </p:sldMasterIdLst>
  <p:sldIdLst>
    <p:sldId id="257" r:id="rId3"/>
    <p:sldId id="258" r:id="rId4"/>
    <p:sldId id="259" r:id="rId5"/>
    <p:sldId id="260" r:id="rId6"/>
    <p:sldId id="276" r:id="rId7"/>
    <p:sldId id="277" r:id="rId8"/>
    <p:sldId id="278" r:id="rId9"/>
    <p:sldId id="279" r:id="rId10"/>
    <p:sldId id="282" r:id="rId11"/>
    <p:sldId id="283" r:id="rId12"/>
    <p:sldId id="284" r:id="rId13"/>
    <p:sldId id="286" r:id="rId14"/>
    <p:sldId id="285" r:id="rId15"/>
    <p:sldId id="264" r:id="rId16"/>
    <p:sldId id="265" r:id="rId17"/>
    <p:sldId id="266" r:id="rId18"/>
    <p:sldId id="267" r:id="rId19"/>
    <p:sldId id="268" r:id="rId20"/>
    <p:sldId id="269" r:id="rId21"/>
    <p:sldId id="280" r:id="rId22"/>
    <p:sldId id="271" r:id="rId23"/>
    <p:sldId id="281" r:id="rId24"/>
    <p:sldId id="272" r:id="rId25"/>
    <p:sldId id="273" r:id="rId26"/>
    <p:sldId id="274" r:id="rId27"/>
    <p:sldId id="275" r:id="rId2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1522" y="-1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04229AD-D0A4-43E5-8681-F89570CF4D42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</dgm:pt>
    <dgm:pt modelId="{E354431B-7997-472E-8C8B-CF744F203BB5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 истории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действуют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законы</a:t>
          </a:r>
        </a:p>
      </dgm:t>
    </dgm:pt>
    <dgm:pt modelId="{64522049-7998-4CB2-87CD-8B55F5888E84}" type="parTrans" cxnId="{BE23101C-AB44-4787-8A27-E4035B652A27}">
      <dgm:prSet/>
      <dgm:spPr/>
    </dgm:pt>
    <dgm:pt modelId="{35B00F74-056E-4AFE-8504-111082C81EE7}" type="sibTrans" cxnId="{BE23101C-AB44-4787-8A27-E4035B652A27}">
      <dgm:prSet/>
      <dgm:spPr/>
    </dgm:pt>
    <dgm:pt modelId="{9CA63EB1-0B4B-42B6-A7AC-30409528D6D3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понять,</a:t>
          </a:r>
          <a:endParaRPr kumimoji="0" lang="ru-RU" altLang="ru-RU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что действует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 </a:t>
          </a: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истории,</a:t>
          </a:r>
          <a:endParaRPr kumimoji="0" lang="ru-RU" altLang="ru-RU" b="0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невозможно</a:t>
          </a:r>
        </a:p>
      </dgm:t>
    </dgm:pt>
    <dgm:pt modelId="{FD67751F-CAB4-48B6-832B-D616DB29CB74}" type="parTrans" cxnId="{6474EE73-942A-4EAE-8803-19BD4697595E}">
      <dgm:prSet/>
      <dgm:spPr/>
    </dgm:pt>
    <dgm:pt modelId="{209AD18C-00F6-4F9F-BDE1-88C4845AE316}" type="sibTrans" cxnId="{6474EE73-942A-4EAE-8803-19BD4697595E}">
      <dgm:prSet/>
      <dgm:spPr/>
    </dgm:pt>
    <dgm:pt modelId="{7064AC89-FD05-4CCF-92D0-7F5B6E650DD9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 истории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действует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чья-то воля</a:t>
          </a:r>
        </a:p>
      </dgm:t>
    </dgm:pt>
    <dgm:pt modelId="{2396BC45-8976-49DE-9741-B05304850D58}" type="parTrans" cxnId="{858F64FA-E3BA-4359-9464-9A37875B20E4}">
      <dgm:prSet/>
      <dgm:spPr/>
    </dgm:pt>
    <dgm:pt modelId="{0C5DE7A6-B228-4222-B8D5-BBEBB843B784}" type="sibTrans" cxnId="{858F64FA-E3BA-4359-9464-9A37875B20E4}">
      <dgm:prSet/>
      <dgm:spPr/>
    </dgm:pt>
    <dgm:pt modelId="{CF7D778C-BA23-466A-A252-EB872D69629F}" type="pres">
      <dgm:prSet presAssocID="{604229AD-D0A4-43E5-8681-F89570CF4D42}" presName="cycle" presStyleCnt="0">
        <dgm:presLayoutVars>
          <dgm:dir/>
          <dgm:resizeHandles val="exact"/>
        </dgm:presLayoutVars>
      </dgm:prSet>
      <dgm:spPr/>
    </dgm:pt>
    <dgm:pt modelId="{9E29AB47-C0E8-460D-954C-F9B2B08AD7F6}" type="pres">
      <dgm:prSet presAssocID="{E354431B-7997-472E-8C8B-CF744F203BB5}" presName="dummy" presStyleCnt="0"/>
      <dgm:spPr/>
    </dgm:pt>
    <dgm:pt modelId="{8CE1B864-DDE3-4FA5-BC35-C9150FFC1322}" type="pres">
      <dgm:prSet presAssocID="{E354431B-7997-472E-8C8B-CF744F203BB5}" presName="node" presStyleLbl="revTx" presStyleIdx="0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02A132E-9C54-4ED6-B2C2-F9B27A128509}" type="pres">
      <dgm:prSet presAssocID="{35B00F74-056E-4AFE-8504-111082C81EE7}" presName="sibTrans" presStyleLbl="node1" presStyleIdx="0" presStyleCnt="3"/>
      <dgm:spPr/>
    </dgm:pt>
    <dgm:pt modelId="{163B099B-818C-449B-83AD-C8118A4778A1}" type="pres">
      <dgm:prSet presAssocID="{9CA63EB1-0B4B-42B6-A7AC-30409528D6D3}" presName="dummy" presStyleCnt="0"/>
      <dgm:spPr/>
    </dgm:pt>
    <dgm:pt modelId="{B9A95C4F-7E26-4FA9-B113-242F75570FBD}" type="pres">
      <dgm:prSet presAssocID="{9CA63EB1-0B4B-42B6-A7AC-30409528D6D3}" presName="node" presStyleLbl="revTx" presStyleIdx="1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D7449AD-AB23-4168-99B4-EFA0B4C04649}" type="pres">
      <dgm:prSet presAssocID="{209AD18C-00F6-4F9F-BDE1-88C4845AE316}" presName="sibTrans" presStyleLbl="node1" presStyleIdx="1" presStyleCnt="3"/>
      <dgm:spPr/>
    </dgm:pt>
    <dgm:pt modelId="{82B6B8BB-6C2F-4608-BD94-4E1AC576CF2B}" type="pres">
      <dgm:prSet presAssocID="{7064AC89-FD05-4CCF-92D0-7F5B6E650DD9}" presName="dummy" presStyleCnt="0"/>
      <dgm:spPr/>
    </dgm:pt>
    <dgm:pt modelId="{A42968BC-B6EA-4749-A069-4FA65B1B8B22}" type="pres">
      <dgm:prSet presAssocID="{7064AC89-FD05-4CCF-92D0-7F5B6E650DD9}" presName="node" presStyleLbl="revTx" presStyleIdx="2" presStyleCnt="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77A6D97-E650-42FF-87DF-DF9DBFBD2601}" type="pres">
      <dgm:prSet presAssocID="{0C5DE7A6-B228-4222-B8D5-BBEBB843B784}" presName="sibTrans" presStyleLbl="node1" presStyleIdx="2" presStyleCnt="3"/>
      <dgm:spPr/>
    </dgm:pt>
  </dgm:ptLst>
  <dgm:cxnLst>
    <dgm:cxn modelId="{4ED13A7D-B7B3-4F2A-AA22-9DB18AC00CE4}" type="presOf" srcId="{7064AC89-FD05-4CCF-92D0-7F5B6E650DD9}" destId="{A42968BC-B6EA-4749-A069-4FA65B1B8B22}" srcOrd="0" destOrd="0" presId="urn:microsoft.com/office/officeart/2005/8/layout/cycle1"/>
    <dgm:cxn modelId="{BBA99B6F-F08D-4BDF-BDA6-766CF72B4BB2}" type="presOf" srcId="{35B00F74-056E-4AFE-8504-111082C81EE7}" destId="{902A132E-9C54-4ED6-B2C2-F9B27A128509}" srcOrd="0" destOrd="0" presId="urn:microsoft.com/office/officeart/2005/8/layout/cycle1"/>
    <dgm:cxn modelId="{01E0A6BD-B9A3-4975-9344-0ACA2DA25DB1}" type="presOf" srcId="{9CA63EB1-0B4B-42B6-A7AC-30409528D6D3}" destId="{B9A95C4F-7E26-4FA9-B113-242F75570FBD}" srcOrd="0" destOrd="0" presId="urn:microsoft.com/office/officeart/2005/8/layout/cycle1"/>
    <dgm:cxn modelId="{32495324-AFA1-4440-8A2D-341684AC557E}" type="presOf" srcId="{0C5DE7A6-B228-4222-B8D5-BBEBB843B784}" destId="{A77A6D97-E650-42FF-87DF-DF9DBFBD2601}" srcOrd="0" destOrd="0" presId="urn:microsoft.com/office/officeart/2005/8/layout/cycle1"/>
    <dgm:cxn modelId="{A7933917-BA8D-4E78-9D6A-E1776393E5A9}" type="presOf" srcId="{604229AD-D0A4-43E5-8681-F89570CF4D42}" destId="{CF7D778C-BA23-466A-A252-EB872D69629F}" srcOrd="0" destOrd="0" presId="urn:microsoft.com/office/officeart/2005/8/layout/cycle1"/>
    <dgm:cxn modelId="{E444276F-83A5-4294-88DF-760632D7E61B}" type="presOf" srcId="{209AD18C-00F6-4F9F-BDE1-88C4845AE316}" destId="{AD7449AD-AB23-4168-99B4-EFA0B4C04649}" srcOrd="0" destOrd="0" presId="urn:microsoft.com/office/officeart/2005/8/layout/cycle1"/>
    <dgm:cxn modelId="{858F64FA-E3BA-4359-9464-9A37875B20E4}" srcId="{604229AD-D0A4-43E5-8681-F89570CF4D42}" destId="{7064AC89-FD05-4CCF-92D0-7F5B6E650DD9}" srcOrd="2" destOrd="0" parTransId="{2396BC45-8976-49DE-9741-B05304850D58}" sibTransId="{0C5DE7A6-B228-4222-B8D5-BBEBB843B784}"/>
    <dgm:cxn modelId="{6474EE73-942A-4EAE-8803-19BD4697595E}" srcId="{604229AD-D0A4-43E5-8681-F89570CF4D42}" destId="{9CA63EB1-0B4B-42B6-A7AC-30409528D6D3}" srcOrd="1" destOrd="0" parTransId="{FD67751F-CAB4-48B6-832B-D616DB29CB74}" sibTransId="{209AD18C-00F6-4F9F-BDE1-88C4845AE316}"/>
    <dgm:cxn modelId="{BE23101C-AB44-4787-8A27-E4035B652A27}" srcId="{604229AD-D0A4-43E5-8681-F89570CF4D42}" destId="{E354431B-7997-472E-8C8B-CF744F203BB5}" srcOrd="0" destOrd="0" parTransId="{64522049-7998-4CB2-87CD-8B55F5888E84}" sibTransId="{35B00F74-056E-4AFE-8504-111082C81EE7}"/>
    <dgm:cxn modelId="{BCC358F9-93D4-4F38-BDD6-486FC0FB06D3}" type="presOf" srcId="{E354431B-7997-472E-8C8B-CF744F203BB5}" destId="{8CE1B864-DDE3-4FA5-BC35-C9150FFC1322}" srcOrd="0" destOrd="0" presId="urn:microsoft.com/office/officeart/2005/8/layout/cycle1"/>
    <dgm:cxn modelId="{F84A557E-E176-4295-9732-8E5E0BA9C53B}" type="presParOf" srcId="{CF7D778C-BA23-466A-A252-EB872D69629F}" destId="{9E29AB47-C0E8-460D-954C-F9B2B08AD7F6}" srcOrd="0" destOrd="0" presId="urn:microsoft.com/office/officeart/2005/8/layout/cycle1"/>
    <dgm:cxn modelId="{A4AF2643-7123-4714-9953-6A2DFBC04C21}" type="presParOf" srcId="{CF7D778C-BA23-466A-A252-EB872D69629F}" destId="{8CE1B864-DDE3-4FA5-BC35-C9150FFC1322}" srcOrd="1" destOrd="0" presId="urn:microsoft.com/office/officeart/2005/8/layout/cycle1"/>
    <dgm:cxn modelId="{D563F8F3-9B07-4C82-8D3D-4B7DA89FB045}" type="presParOf" srcId="{CF7D778C-BA23-466A-A252-EB872D69629F}" destId="{902A132E-9C54-4ED6-B2C2-F9B27A128509}" srcOrd="2" destOrd="0" presId="urn:microsoft.com/office/officeart/2005/8/layout/cycle1"/>
    <dgm:cxn modelId="{8B2804B1-76BA-4EB1-877D-98286DA0B139}" type="presParOf" srcId="{CF7D778C-BA23-466A-A252-EB872D69629F}" destId="{163B099B-818C-449B-83AD-C8118A4778A1}" srcOrd="3" destOrd="0" presId="urn:microsoft.com/office/officeart/2005/8/layout/cycle1"/>
    <dgm:cxn modelId="{DA4A0FC5-8AB1-490C-9E76-859C824FE7B0}" type="presParOf" srcId="{CF7D778C-BA23-466A-A252-EB872D69629F}" destId="{B9A95C4F-7E26-4FA9-B113-242F75570FBD}" srcOrd="4" destOrd="0" presId="urn:microsoft.com/office/officeart/2005/8/layout/cycle1"/>
    <dgm:cxn modelId="{EEAB17CD-7E41-410A-ADAE-DC5DFED685C5}" type="presParOf" srcId="{CF7D778C-BA23-466A-A252-EB872D69629F}" destId="{AD7449AD-AB23-4168-99B4-EFA0B4C04649}" srcOrd="5" destOrd="0" presId="urn:microsoft.com/office/officeart/2005/8/layout/cycle1"/>
    <dgm:cxn modelId="{4ADB2641-F002-4ADB-83C1-3BBC88A4C4A7}" type="presParOf" srcId="{CF7D778C-BA23-466A-A252-EB872D69629F}" destId="{82B6B8BB-6C2F-4608-BD94-4E1AC576CF2B}" srcOrd="6" destOrd="0" presId="urn:microsoft.com/office/officeart/2005/8/layout/cycle1"/>
    <dgm:cxn modelId="{0B1D882A-B83F-4871-BBA5-2E239E474B7D}" type="presParOf" srcId="{CF7D778C-BA23-466A-A252-EB872D69629F}" destId="{A42968BC-B6EA-4749-A069-4FA65B1B8B22}" srcOrd="7" destOrd="0" presId="urn:microsoft.com/office/officeart/2005/8/layout/cycle1"/>
    <dgm:cxn modelId="{A81F1CE6-ABFC-47B3-8B10-5B05C7F9D8A4}" type="presParOf" srcId="{CF7D778C-BA23-466A-A252-EB872D69629F}" destId="{A77A6D97-E650-42FF-87DF-DF9DBFBD2601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AC86C3-C7B3-4879-AFFB-7192259A31DA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</dgm:pt>
    <dgm:pt modelId="{FC1AE9DA-B538-427E-A86E-45917B65C1A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1" i="0" u="none" strike="noStrike" cap="none" normalizeH="0" baseline="0" smtClean="0">
              <a:ln/>
              <a:effectLst/>
              <a:latin typeface="Arial" charset="0"/>
            </a:rPr>
            <a:t>ВОЛЯ:</a:t>
          </a:r>
          <a:endParaRPr kumimoji="0" lang="ru-RU" altLang="ru-RU" b="1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9AC3F2E0-0CF7-41B2-82CC-61B9A39216EF}" type="parTrans" cxnId="{F86BB6FC-7C21-49D4-8BBF-4028AE505DB8}">
      <dgm:prSet/>
      <dgm:spPr/>
      <dgm:t>
        <a:bodyPr/>
        <a:lstStyle/>
        <a:p>
          <a:endParaRPr lang="ru-RU"/>
        </a:p>
      </dgm:t>
    </dgm:pt>
    <dgm:pt modelId="{857D1C99-98B9-4788-A6C4-0A93E6B02371}" type="sibTrans" cxnId="{F86BB6FC-7C21-49D4-8BBF-4028AE505DB8}">
      <dgm:prSet/>
      <dgm:spPr/>
      <dgm:t>
        <a:bodyPr/>
        <a:lstStyle/>
        <a:p>
          <a:endParaRPr lang="ru-RU"/>
        </a:p>
      </dgm:t>
    </dgm:pt>
    <dgm:pt modelId="{2D68D5DF-4CEF-4B47-A529-D023443C7AA1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Богов</a:t>
          </a:r>
          <a:endParaRPr kumimoji="0" lang="ru-RU" altLang="ru-RU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1EC40AB8-04E4-4788-8DC2-32543F51A882}" type="parTrans" cxnId="{A0B7C1CF-E3BA-4DFB-97E1-0ECF135B097F}">
      <dgm:prSet/>
      <dgm:spPr/>
      <dgm:t>
        <a:bodyPr/>
        <a:lstStyle/>
        <a:p>
          <a:endParaRPr lang="ru-RU"/>
        </a:p>
      </dgm:t>
    </dgm:pt>
    <dgm:pt modelId="{A0A6D426-472F-46F4-8964-280076F2A1D5}" type="sibTrans" cxnId="{A0B7C1CF-E3BA-4DFB-97E1-0ECF135B097F}">
      <dgm:prSet/>
      <dgm:spPr/>
      <dgm:t>
        <a:bodyPr/>
        <a:lstStyle/>
        <a:p>
          <a:endParaRPr lang="ru-RU"/>
        </a:p>
      </dgm:t>
    </dgm:pt>
    <dgm:pt modelId="{9922A1FF-55F4-439E-8FD3-440A0AA08DAD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Судьбы</a:t>
          </a:r>
        </a:p>
      </dgm:t>
    </dgm:pt>
    <dgm:pt modelId="{89FDFA88-EE31-4A4B-9BF8-7DD313CF9AE1}" type="parTrans" cxnId="{BDC817E5-891C-42F1-B2AC-071E09CC01DA}">
      <dgm:prSet/>
      <dgm:spPr/>
      <dgm:t>
        <a:bodyPr/>
        <a:lstStyle/>
        <a:p>
          <a:endParaRPr lang="ru-RU"/>
        </a:p>
      </dgm:t>
    </dgm:pt>
    <dgm:pt modelId="{80F5DE1C-615E-4156-8C69-A93D73F60FE9}" type="sibTrans" cxnId="{BDC817E5-891C-42F1-B2AC-071E09CC01DA}">
      <dgm:prSet/>
      <dgm:spPr/>
      <dgm:t>
        <a:bodyPr/>
        <a:lstStyle/>
        <a:p>
          <a:endParaRPr lang="ru-RU"/>
        </a:p>
      </dgm:t>
    </dgm:pt>
    <dgm:pt modelId="{DBCDC54F-6571-4A55-BDC8-B4A3D62B954C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Бога</a:t>
          </a:r>
        </a:p>
      </dgm:t>
    </dgm:pt>
    <dgm:pt modelId="{823DD454-9ABB-4212-BAD1-BA33FA47D930}" type="parTrans" cxnId="{705199CA-54A0-4069-BDB6-681204227AB3}">
      <dgm:prSet/>
      <dgm:spPr/>
      <dgm:t>
        <a:bodyPr/>
        <a:lstStyle/>
        <a:p>
          <a:endParaRPr lang="ru-RU"/>
        </a:p>
      </dgm:t>
    </dgm:pt>
    <dgm:pt modelId="{D765CB4F-DD28-4AFE-AFA6-36016ACE882D}" type="sibTrans" cxnId="{705199CA-54A0-4069-BDB6-681204227AB3}">
      <dgm:prSet/>
      <dgm:spPr/>
      <dgm:t>
        <a:bodyPr/>
        <a:lstStyle/>
        <a:p>
          <a:endParaRPr lang="ru-RU"/>
        </a:p>
      </dgm:t>
    </dgm:pt>
    <dgm:pt modelId="{6CE18162-8AD5-4859-8BD0-5B9631FC3951}" type="asst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dirty="0" smtClean="0">
              <a:ln/>
              <a:effectLst/>
              <a:latin typeface="Arial" charset="0"/>
            </a:rPr>
            <a:t>Пророка</a:t>
          </a:r>
        </a:p>
      </dgm:t>
    </dgm:pt>
    <dgm:pt modelId="{E24F6D4F-921B-4A59-9979-0B0531E27C3D}" type="parTrans" cxnId="{7EACAE7F-804B-4628-96B5-37D4750A93E8}">
      <dgm:prSet/>
      <dgm:spPr/>
      <dgm:t>
        <a:bodyPr/>
        <a:lstStyle/>
        <a:p>
          <a:endParaRPr lang="ru-RU"/>
        </a:p>
      </dgm:t>
    </dgm:pt>
    <dgm:pt modelId="{AD1B37D5-B655-4257-986A-5C54A697F9C4}" type="sibTrans" cxnId="{7EACAE7F-804B-4628-96B5-37D4750A93E8}">
      <dgm:prSet/>
      <dgm:spPr/>
      <dgm:t>
        <a:bodyPr/>
        <a:lstStyle/>
        <a:p>
          <a:endParaRPr lang="ru-RU"/>
        </a:p>
      </dgm:t>
    </dgm:pt>
    <dgm:pt modelId="{C0EFE6D1-E023-4700-9E06-4B5B2258EB8F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Бога</a:t>
          </a:r>
        </a:p>
      </dgm:t>
    </dgm:pt>
    <dgm:pt modelId="{ACD4CA0F-1764-4C20-BB22-86F20C072F3B}" type="parTrans" cxnId="{969B7452-590B-44A9-A280-0FAE30BAD4E1}">
      <dgm:prSet/>
      <dgm:spPr/>
      <dgm:t>
        <a:bodyPr/>
        <a:lstStyle/>
        <a:p>
          <a:endParaRPr lang="ru-RU"/>
        </a:p>
      </dgm:t>
    </dgm:pt>
    <dgm:pt modelId="{D5856CDF-8314-43D5-A2A6-92A7B426BDAC}" type="sibTrans" cxnId="{969B7452-590B-44A9-A280-0FAE30BAD4E1}">
      <dgm:prSet/>
      <dgm:spPr/>
      <dgm:t>
        <a:bodyPr/>
        <a:lstStyle/>
        <a:p>
          <a:endParaRPr lang="ru-RU"/>
        </a:p>
      </dgm:t>
    </dgm:pt>
    <dgm:pt modelId="{DE1B3C56-B7DF-46A9-B15D-909E5311E7D4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Героя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b="0" i="0" u="none" strike="noStrike" cap="none" normalizeH="0" baseline="0" smtClean="0">
            <a:ln/>
            <a:effectLst/>
            <a:latin typeface="Arial" charset="0"/>
          </a:endParaRPr>
        </a:p>
      </dgm:t>
    </dgm:pt>
    <dgm:pt modelId="{39631D49-87B0-41A0-B829-C593F5016E39}" type="parTrans" cxnId="{1E473CEF-F546-4F98-BBB3-C9D82D129F6A}">
      <dgm:prSet/>
      <dgm:spPr/>
      <dgm:t>
        <a:bodyPr/>
        <a:lstStyle/>
        <a:p>
          <a:endParaRPr lang="ru-RU"/>
        </a:p>
      </dgm:t>
    </dgm:pt>
    <dgm:pt modelId="{DF689753-A8AA-49A2-A59E-CDEF06572294}" type="sibTrans" cxnId="{1E473CEF-F546-4F98-BBB3-C9D82D129F6A}">
      <dgm:prSet/>
      <dgm:spPr/>
      <dgm:t>
        <a:bodyPr/>
        <a:lstStyle/>
        <a:p>
          <a:endParaRPr lang="ru-RU"/>
        </a:p>
      </dgm:t>
    </dgm:pt>
    <dgm:pt modelId="{8F2724FE-B01B-4D42-856D-3CBBDE4EFE46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Критически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мыслящей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личности</a:t>
          </a:r>
          <a:endParaRPr kumimoji="0" lang="ru-RU" altLang="ru-RU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2A90C394-D10D-4C1E-B2BF-9807DE4C0186}" type="parTrans" cxnId="{4C7D9DDB-70EA-4B6E-9E8D-913BD3C9F706}">
      <dgm:prSet/>
      <dgm:spPr/>
      <dgm:t>
        <a:bodyPr/>
        <a:lstStyle/>
        <a:p>
          <a:endParaRPr lang="ru-RU"/>
        </a:p>
      </dgm:t>
    </dgm:pt>
    <dgm:pt modelId="{D9E62DC7-2DEF-473F-918A-D2A3685CA950}" type="sibTrans" cxnId="{4C7D9DDB-70EA-4B6E-9E8D-913BD3C9F706}">
      <dgm:prSet/>
      <dgm:spPr/>
      <dgm:t>
        <a:bodyPr/>
        <a:lstStyle/>
        <a:p>
          <a:endParaRPr lang="ru-RU"/>
        </a:p>
      </dgm:t>
    </dgm:pt>
    <dgm:pt modelId="{CC850A82-C07B-41F1-8B22-BF8DBA506D32}">
      <dgm:prSet/>
      <dgm:spPr/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Пассио-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b="0" i="0" u="none" strike="noStrike" cap="none" normalizeH="0" baseline="0" smtClean="0">
              <a:ln/>
              <a:effectLst/>
              <a:latin typeface="Arial" charset="0"/>
            </a:rPr>
            <a:t>нариев</a:t>
          </a:r>
          <a:endParaRPr kumimoji="0" lang="ru-RU" altLang="ru-RU" b="0" i="0" u="none" strike="noStrike" cap="none" normalizeH="0" baseline="0" dirty="0" smtClean="0">
            <a:ln/>
            <a:effectLst/>
            <a:latin typeface="Arial" charset="0"/>
          </a:endParaRPr>
        </a:p>
      </dgm:t>
    </dgm:pt>
    <dgm:pt modelId="{CCEFEDC0-8775-44A5-9F0D-589C2F939DF1}" type="parTrans" cxnId="{1D191185-5129-4665-9241-67A769DA0455}">
      <dgm:prSet/>
      <dgm:spPr/>
      <dgm:t>
        <a:bodyPr/>
        <a:lstStyle/>
        <a:p>
          <a:endParaRPr lang="ru-RU"/>
        </a:p>
      </dgm:t>
    </dgm:pt>
    <dgm:pt modelId="{8ECC413B-0E66-4328-8832-7D0D0288D755}" type="sibTrans" cxnId="{1D191185-5129-4665-9241-67A769DA0455}">
      <dgm:prSet/>
      <dgm:spPr/>
      <dgm:t>
        <a:bodyPr/>
        <a:lstStyle/>
        <a:p>
          <a:endParaRPr lang="ru-RU"/>
        </a:p>
      </dgm:t>
    </dgm:pt>
    <dgm:pt modelId="{892326C1-8595-487C-B13F-88E98B260B44}" type="pres">
      <dgm:prSet presAssocID="{43AC86C3-C7B3-4879-AFFB-7192259A31D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B82DF70-EA0D-4EC6-8C8A-45A1EA29868F}" type="pres">
      <dgm:prSet presAssocID="{FC1AE9DA-B538-427E-A86E-45917B65C1A4}" presName="hierRoot1" presStyleCnt="0">
        <dgm:presLayoutVars>
          <dgm:hierBranch/>
        </dgm:presLayoutVars>
      </dgm:prSet>
      <dgm:spPr/>
    </dgm:pt>
    <dgm:pt modelId="{37812EE1-87D6-48CB-B9EF-2E88753E785B}" type="pres">
      <dgm:prSet presAssocID="{FC1AE9DA-B538-427E-A86E-45917B65C1A4}" presName="rootComposite1" presStyleCnt="0"/>
      <dgm:spPr/>
    </dgm:pt>
    <dgm:pt modelId="{50411682-E17A-4D19-9DF6-A281A3E95980}" type="pres">
      <dgm:prSet presAssocID="{FC1AE9DA-B538-427E-A86E-45917B65C1A4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3A66436-0A81-4A01-9512-04DC4C1C3A88}" type="pres">
      <dgm:prSet presAssocID="{FC1AE9DA-B538-427E-A86E-45917B65C1A4}" presName="rootConnector1" presStyleLbl="node1" presStyleIdx="0" presStyleCnt="0"/>
      <dgm:spPr/>
      <dgm:t>
        <a:bodyPr/>
        <a:lstStyle/>
        <a:p>
          <a:endParaRPr lang="ru-RU"/>
        </a:p>
      </dgm:t>
    </dgm:pt>
    <dgm:pt modelId="{44F7EC64-4702-4ECE-84D0-49204B46A5F0}" type="pres">
      <dgm:prSet presAssocID="{FC1AE9DA-B538-427E-A86E-45917B65C1A4}" presName="hierChild2" presStyleCnt="0"/>
      <dgm:spPr/>
    </dgm:pt>
    <dgm:pt modelId="{EE31837A-D20E-4F3C-937D-8BA87976EAF9}" type="pres">
      <dgm:prSet presAssocID="{1EC40AB8-04E4-4788-8DC2-32543F51A882}" presName="Name35" presStyleLbl="parChTrans1D2" presStyleIdx="0" presStyleCnt="6"/>
      <dgm:spPr/>
      <dgm:t>
        <a:bodyPr/>
        <a:lstStyle/>
        <a:p>
          <a:endParaRPr lang="ru-RU"/>
        </a:p>
      </dgm:t>
    </dgm:pt>
    <dgm:pt modelId="{901AEE24-AD41-439E-856D-D26373A77D54}" type="pres">
      <dgm:prSet presAssocID="{2D68D5DF-4CEF-4B47-A529-D023443C7AA1}" presName="hierRoot2" presStyleCnt="0">
        <dgm:presLayoutVars>
          <dgm:hierBranch/>
        </dgm:presLayoutVars>
      </dgm:prSet>
      <dgm:spPr/>
    </dgm:pt>
    <dgm:pt modelId="{F875FA2C-CE15-4061-9D3B-558F50F78543}" type="pres">
      <dgm:prSet presAssocID="{2D68D5DF-4CEF-4B47-A529-D023443C7AA1}" presName="rootComposite" presStyleCnt="0"/>
      <dgm:spPr/>
    </dgm:pt>
    <dgm:pt modelId="{4CF81C07-EE9C-4134-8C63-47E9311D3D1E}" type="pres">
      <dgm:prSet presAssocID="{2D68D5DF-4CEF-4B47-A529-D023443C7AA1}" presName="rootText" presStyleLbl="node2" presStyleIdx="0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01937831-476B-4FA9-AB0C-CB7E15219955}" type="pres">
      <dgm:prSet presAssocID="{2D68D5DF-4CEF-4B47-A529-D023443C7AA1}" presName="rootConnector" presStyleLbl="node2" presStyleIdx="0" presStyleCnt="6"/>
      <dgm:spPr/>
      <dgm:t>
        <a:bodyPr/>
        <a:lstStyle/>
        <a:p>
          <a:endParaRPr lang="ru-RU"/>
        </a:p>
      </dgm:t>
    </dgm:pt>
    <dgm:pt modelId="{2CC81E42-3AEF-4BFC-8638-C5CBBAC900A9}" type="pres">
      <dgm:prSet presAssocID="{2D68D5DF-4CEF-4B47-A529-D023443C7AA1}" presName="hierChild4" presStyleCnt="0"/>
      <dgm:spPr/>
    </dgm:pt>
    <dgm:pt modelId="{9B604E47-1D62-40B0-B949-0237E1EC6972}" type="pres">
      <dgm:prSet presAssocID="{2D68D5DF-4CEF-4B47-A529-D023443C7AA1}" presName="hierChild5" presStyleCnt="0"/>
      <dgm:spPr/>
    </dgm:pt>
    <dgm:pt modelId="{311116D3-CE84-450A-9513-2153547B9073}" type="pres">
      <dgm:prSet presAssocID="{89FDFA88-EE31-4A4B-9BF8-7DD313CF9AE1}" presName="Name35" presStyleLbl="parChTrans1D2" presStyleIdx="1" presStyleCnt="6"/>
      <dgm:spPr/>
      <dgm:t>
        <a:bodyPr/>
        <a:lstStyle/>
        <a:p>
          <a:endParaRPr lang="ru-RU"/>
        </a:p>
      </dgm:t>
    </dgm:pt>
    <dgm:pt modelId="{4E635401-17FE-4E38-8685-9F747286FF2B}" type="pres">
      <dgm:prSet presAssocID="{9922A1FF-55F4-439E-8FD3-440A0AA08DAD}" presName="hierRoot2" presStyleCnt="0">
        <dgm:presLayoutVars>
          <dgm:hierBranch/>
        </dgm:presLayoutVars>
      </dgm:prSet>
      <dgm:spPr/>
    </dgm:pt>
    <dgm:pt modelId="{A84B79E2-8BCF-417D-B0CD-172EFD546FAE}" type="pres">
      <dgm:prSet presAssocID="{9922A1FF-55F4-439E-8FD3-440A0AA08DAD}" presName="rootComposite" presStyleCnt="0"/>
      <dgm:spPr/>
    </dgm:pt>
    <dgm:pt modelId="{8E28B8FD-627E-49EF-AB11-CBD7C45F5142}" type="pres">
      <dgm:prSet presAssocID="{9922A1FF-55F4-439E-8FD3-440A0AA08DAD}" presName="rootText" presStyleLbl="node2" presStyleIdx="1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CD2BFACD-9473-4D04-B480-599DEB300E9E}" type="pres">
      <dgm:prSet presAssocID="{9922A1FF-55F4-439E-8FD3-440A0AA08DAD}" presName="rootConnector" presStyleLbl="node2" presStyleIdx="1" presStyleCnt="6"/>
      <dgm:spPr/>
      <dgm:t>
        <a:bodyPr/>
        <a:lstStyle/>
        <a:p>
          <a:endParaRPr lang="ru-RU"/>
        </a:p>
      </dgm:t>
    </dgm:pt>
    <dgm:pt modelId="{AFBB728D-85B4-4C80-B2AC-7B33358904E8}" type="pres">
      <dgm:prSet presAssocID="{9922A1FF-55F4-439E-8FD3-440A0AA08DAD}" presName="hierChild4" presStyleCnt="0"/>
      <dgm:spPr/>
    </dgm:pt>
    <dgm:pt modelId="{6025182D-B458-4A9A-B40F-3BD692BC826E}" type="pres">
      <dgm:prSet presAssocID="{9922A1FF-55F4-439E-8FD3-440A0AA08DAD}" presName="hierChild5" presStyleCnt="0"/>
      <dgm:spPr/>
    </dgm:pt>
    <dgm:pt modelId="{941EBCD9-69D9-4EFE-BC5E-12423707E227}" type="pres">
      <dgm:prSet presAssocID="{823DD454-9ABB-4212-BAD1-BA33FA47D930}" presName="Name35" presStyleLbl="parChTrans1D2" presStyleIdx="2" presStyleCnt="6"/>
      <dgm:spPr/>
      <dgm:t>
        <a:bodyPr/>
        <a:lstStyle/>
        <a:p>
          <a:endParaRPr lang="ru-RU"/>
        </a:p>
      </dgm:t>
    </dgm:pt>
    <dgm:pt modelId="{9C05B016-FEAB-4AC4-B5E2-C1AFF7754882}" type="pres">
      <dgm:prSet presAssocID="{DBCDC54F-6571-4A55-BDC8-B4A3D62B954C}" presName="hierRoot2" presStyleCnt="0">
        <dgm:presLayoutVars>
          <dgm:hierBranch/>
        </dgm:presLayoutVars>
      </dgm:prSet>
      <dgm:spPr/>
    </dgm:pt>
    <dgm:pt modelId="{91FA836C-3EA9-4DA6-A4DA-95D608FDD18B}" type="pres">
      <dgm:prSet presAssocID="{DBCDC54F-6571-4A55-BDC8-B4A3D62B954C}" presName="rootComposite" presStyleCnt="0"/>
      <dgm:spPr/>
    </dgm:pt>
    <dgm:pt modelId="{B7883DC7-BC61-4FB7-A3A0-43F1187279D7}" type="pres">
      <dgm:prSet presAssocID="{DBCDC54F-6571-4A55-BDC8-B4A3D62B954C}" presName="rootText" presStyleLbl="node2" presStyleIdx="2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D1E02F5-035F-4B79-9D0A-0D9C7E53AC19}" type="pres">
      <dgm:prSet presAssocID="{DBCDC54F-6571-4A55-BDC8-B4A3D62B954C}" presName="rootConnector" presStyleLbl="node2" presStyleIdx="2" presStyleCnt="6"/>
      <dgm:spPr/>
      <dgm:t>
        <a:bodyPr/>
        <a:lstStyle/>
        <a:p>
          <a:endParaRPr lang="ru-RU"/>
        </a:p>
      </dgm:t>
    </dgm:pt>
    <dgm:pt modelId="{AF489389-F7C8-402B-A6DB-3E43C07B922B}" type="pres">
      <dgm:prSet presAssocID="{DBCDC54F-6571-4A55-BDC8-B4A3D62B954C}" presName="hierChild4" presStyleCnt="0"/>
      <dgm:spPr/>
    </dgm:pt>
    <dgm:pt modelId="{45DB2A0B-1334-43A9-98B8-A45416BEDD00}" type="pres">
      <dgm:prSet presAssocID="{DBCDC54F-6571-4A55-BDC8-B4A3D62B954C}" presName="hierChild5" presStyleCnt="0"/>
      <dgm:spPr/>
    </dgm:pt>
    <dgm:pt modelId="{78DB7349-CC9A-476B-BD5C-38F7B6F12ACF}" type="pres">
      <dgm:prSet presAssocID="{E24F6D4F-921B-4A59-9979-0B0531E27C3D}" presName="Name111" presStyleLbl="parChTrans1D3" presStyleIdx="0" presStyleCnt="2"/>
      <dgm:spPr/>
      <dgm:t>
        <a:bodyPr/>
        <a:lstStyle/>
        <a:p>
          <a:endParaRPr lang="ru-RU"/>
        </a:p>
      </dgm:t>
    </dgm:pt>
    <dgm:pt modelId="{C4FB1EA4-5B88-45A1-BA79-E52D705CA40D}" type="pres">
      <dgm:prSet presAssocID="{6CE18162-8AD5-4859-8BD0-5B9631FC3951}" presName="hierRoot3" presStyleCnt="0">
        <dgm:presLayoutVars>
          <dgm:hierBranch/>
        </dgm:presLayoutVars>
      </dgm:prSet>
      <dgm:spPr/>
    </dgm:pt>
    <dgm:pt modelId="{EA46EAB2-CE8F-4E43-9716-3112FA05FA1E}" type="pres">
      <dgm:prSet presAssocID="{6CE18162-8AD5-4859-8BD0-5B9631FC3951}" presName="rootComposite3" presStyleCnt="0"/>
      <dgm:spPr/>
    </dgm:pt>
    <dgm:pt modelId="{7FE83492-C6FC-441C-87E0-E96CF0B7EF3C}" type="pres">
      <dgm:prSet presAssocID="{6CE18162-8AD5-4859-8BD0-5B9631FC3951}" presName="rootText3" presStyleLbl="asst2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FF905121-967D-4349-8FE1-2F5DFF5D95C3}" type="pres">
      <dgm:prSet presAssocID="{6CE18162-8AD5-4859-8BD0-5B9631FC3951}" presName="rootConnector3" presStyleLbl="asst2" presStyleIdx="0" presStyleCnt="1"/>
      <dgm:spPr/>
      <dgm:t>
        <a:bodyPr/>
        <a:lstStyle/>
        <a:p>
          <a:endParaRPr lang="ru-RU"/>
        </a:p>
      </dgm:t>
    </dgm:pt>
    <dgm:pt modelId="{63AD8C20-D432-4551-BDFA-6CF51733239C}" type="pres">
      <dgm:prSet presAssocID="{6CE18162-8AD5-4859-8BD0-5B9631FC3951}" presName="hierChild6" presStyleCnt="0"/>
      <dgm:spPr/>
    </dgm:pt>
    <dgm:pt modelId="{71E8A3F4-FA63-42DF-88FD-236EB1694659}" type="pres">
      <dgm:prSet presAssocID="{6CE18162-8AD5-4859-8BD0-5B9631FC3951}" presName="hierChild7" presStyleCnt="0"/>
      <dgm:spPr/>
    </dgm:pt>
    <dgm:pt modelId="{5D9B4BCF-5B1E-4DAF-ADF8-98EAE94B28E2}" type="pres">
      <dgm:prSet presAssocID="{ACD4CA0F-1764-4C20-BB22-86F20C072F3B}" presName="Name35" presStyleLbl="parChTrans1D2" presStyleIdx="3" presStyleCnt="6"/>
      <dgm:spPr/>
      <dgm:t>
        <a:bodyPr/>
        <a:lstStyle/>
        <a:p>
          <a:endParaRPr lang="ru-RU"/>
        </a:p>
      </dgm:t>
    </dgm:pt>
    <dgm:pt modelId="{3A401C0A-B6A3-4052-BFE1-A1F05FAC8A2B}" type="pres">
      <dgm:prSet presAssocID="{C0EFE6D1-E023-4700-9E06-4B5B2258EB8F}" presName="hierRoot2" presStyleCnt="0">
        <dgm:presLayoutVars>
          <dgm:hierBranch/>
        </dgm:presLayoutVars>
      </dgm:prSet>
      <dgm:spPr/>
    </dgm:pt>
    <dgm:pt modelId="{9CA714F2-D395-4E98-B9E4-6224D762EB82}" type="pres">
      <dgm:prSet presAssocID="{C0EFE6D1-E023-4700-9E06-4B5B2258EB8F}" presName="rootComposite" presStyleCnt="0"/>
      <dgm:spPr/>
    </dgm:pt>
    <dgm:pt modelId="{8D636140-39B2-47C0-99FE-A0F0D5D2F4CD}" type="pres">
      <dgm:prSet presAssocID="{C0EFE6D1-E023-4700-9E06-4B5B2258EB8F}" presName="rootText" presStyleLbl="node2" presStyleIdx="3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BD2766A6-28FD-4208-BB83-CE9E1D254EBC}" type="pres">
      <dgm:prSet presAssocID="{C0EFE6D1-E023-4700-9E06-4B5B2258EB8F}" presName="rootConnector" presStyleLbl="node2" presStyleIdx="3" presStyleCnt="6"/>
      <dgm:spPr/>
      <dgm:t>
        <a:bodyPr/>
        <a:lstStyle/>
        <a:p>
          <a:endParaRPr lang="ru-RU"/>
        </a:p>
      </dgm:t>
    </dgm:pt>
    <dgm:pt modelId="{EDC81843-D852-4487-87B0-BC3ABAC1E095}" type="pres">
      <dgm:prSet presAssocID="{C0EFE6D1-E023-4700-9E06-4B5B2258EB8F}" presName="hierChild4" presStyleCnt="0"/>
      <dgm:spPr/>
    </dgm:pt>
    <dgm:pt modelId="{77367954-7425-463C-AE21-02EDF5FF393C}" type="pres">
      <dgm:prSet presAssocID="{39631D49-87B0-41A0-B829-C593F5016E39}" presName="Name35" presStyleLbl="parChTrans1D3" presStyleIdx="1" presStyleCnt="2"/>
      <dgm:spPr/>
      <dgm:t>
        <a:bodyPr/>
        <a:lstStyle/>
        <a:p>
          <a:endParaRPr lang="ru-RU"/>
        </a:p>
      </dgm:t>
    </dgm:pt>
    <dgm:pt modelId="{352EADB1-1FB5-491E-9A86-4416CA235E75}" type="pres">
      <dgm:prSet presAssocID="{DE1B3C56-B7DF-46A9-B15D-909E5311E7D4}" presName="hierRoot2" presStyleCnt="0">
        <dgm:presLayoutVars>
          <dgm:hierBranch val="r"/>
        </dgm:presLayoutVars>
      </dgm:prSet>
      <dgm:spPr/>
    </dgm:pt>
    <dgm:pt modelId="{2E3B5DB5-0FA7-4371-8548-4B90AEA9D186}" type="pres">
      <dgm:prSet presAssocID="{DE1B3C56-B7DF-46A9-B15D-909E5311E7D4}" presName="rootComposite" presStyleCnt="0"/>
      <dgm:spPr/>
    </dgm:pt>
    <dgm:pt modelId="{7413C027-6463-4281-96ED-80A3AE190B57}" type="pres">
      <dgm:prSet presAssocID="{DE1B3C56-B7DF-46A9-B15D-909E5311E7D4}" presName="rootText" presStyleLbl="node3" presStyleIdx="0" presStyleCnt="1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89041218-D597-40F6-AFE4-57C610B06695}" type="pres">
      <dgm:prSet presAssocID="{DE1B3C56-B7DF-46A9-B15D-909E5311E7D4}" presName="rootConnector" presStyleLbl="node3" presStyleIdx="0" presStyleCnt="1"/>
      <dgm:spPr/>
      <dgm:t>
        <a:bodyPr/>
        <a:lstStyle/>
        <a:p>
          <a:endParaRPr lang="ru-RU"/>
        </a:p>
      </dgm:t>
    </dgm:pt>
    <dgm:pt modelId="{82C6E5B0-22DF-4A2D-A171-29CBF93BFB5F}" type="pres">
      <dgm:prSet presAssocID="{DE1B3C56-B7DF-46A9-B15D-909E5311E7D4}" presName="hierChild4" presStyleCnt="0"/>
      <dgm:spPr/>
    </dgm:pt>
    <dgm:pt modelId="{5E037906-2C6C-4797-9FB5-86041EA04383}" type="pres">
      <dgm:prSet presAssocID="{DE1B3C56-B7DF-46A9-B15D-909E5311E7D4}" presName="hierChild5" presStyleCnt="0"/>
      <dgm:spPr/>
    </dgm:pt>
    <dgm:pt modelId="{5B190D87-FBF6-41CB-A1AC-A9BC4B045D5D}" type="pres">
      <dgm:prSet presAssocID="{C0EFE6D1-E023-4700-9E06-4B5B2258EB8F}" presName="hierChild5" presStyleCnt="0"/>
      <dgm:spPr/>
    </dgm:pt>
    <dgm:pt modelId="{3EDB3D9C-A395-499F-B141-EA549A6AEAC3}" type="pres">
      <dgm:prSet presAssocID="{2A90C394-D10D-4C1E-B2BF-9807DE4C0186}" presName="Name35" presStyleLbl="parChTrans1D2" presStyleIdx="4" presStyleCnt="6"/>
      <dgm:spPr/>
      <dgm:t>
        <a:bodyPr/>
        <a:lstStyle/>
        <a:p>
          <a:endParaRPr lang="ru-RU"/>
        </a:p>
      </dgm:t>
    </dgm:pt>
    <dgm:pt modelId="{DE90E4BA-2722-435A-847D-AFF4A48C2F9F}" type="pres">
      <dgm:prSet presAssocID="{8F2724FE-B01B-4D42-856D-3CBBDE4EFE46}" presName="hierRoot2" presStyleCnt="0">
        <dgm:presLayoutVars>
          <dgm:hierBranch/>
        </dgm:presLayoutVars>
      </dgm:prSet>
      <dgm:spPr/>
    </dgm:pt>
    <dgm:pt modelId="{D565D5EF-B520-4C38-83CD-02A1FC0EA1CB}" type="pres">
      <dgm:prSet presAssocID="{8F2724FE-B01B-4D42-856D-3CBBDE4EFE46}" presName="rootComposite" presStyleCnt="0"/>
      <dgm:spPr/>
    </dgm:pt>
    <dgm:pt modelId="{F881257F-35EF-4D58-8E40-5E9113C5505C}" type="pres">
      <dgm:prSet presAssocID="{8F2724FE-B01B-4D42-856D-3CBBDE4EFE46}" presName="rootText" presStyleLbl="node2" presStyleIdx="4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55E37CC4-A383-486B-BF44-AF5DE35BEB02}" type="pres">
      <dgm:prSet presAssocID="{8F2724FE-B01B-4D42-856D-3CBBDE4EFE46}" presName="rootConnector" presStyleLbl="node2" presStyleIdx="4" presStyleCnt="6"/>
      <dgm:spPr/>
      <dgm:t>
        <a:bodyPr/>
        <a:lstStyle/>
        <a:p>
          <a:endParaRPr lang="ru-RU"/>
        </a:p>
      </dgm:t>
    </dgm:pt>
    <dgm:pt modelId="{D7C56C87-1AB2-423D-A736-499E13D4F3B3}" type="pres">
      <dgm:prSet presAssocID="{8F2724FE-B01B-4D42-856D-3CBBDE4EFE46}" presName="hierChild4" presStyleCnt="0"/>
      <dgm:spPr/>
    </dgm:pt>
    <dgm:pt modelId="{9D3A6EE1-1ED8-4B1F-8A37-93101F361D2F}" type="pres">
      <dgm:prSet presAssocID="{8F2724FE-B01B-4D42-856D-3CBBDE4EFE46}" presName="hierChild5" presStyleCnt="0"/>
      <dgm:spPr/>
    </dgm:pt>
    <dgm:pt modelId="{2AEF3236-3905-41BB-A8BF-9814F24C8F25}" type="pres">
      <dgm:prSet presAssocID="{CCEFEDC0-8775-44A5-9F0D-589C2F939DF1}" presName="Name35" presStyleLbl="parChTrans1D2" presStyleIdx="5" presStyleCnt="6"/>
      <dgm:spPr/>
      <dgm:t>
        <a:bodyPr/>
        <a:lstStyle/>
        <a:p>
          <a:endParaRPr lang="ru-RU"/>
        </a:p>
      </dgm:t>
    </dgm:pt>
    <dgm:pt modelId="{7F6523DB-3A05-481F-AC3B-5295408B530F}" type="pres">
      <dgm:prSet presAssocID="{CC850A82-C07B-41F1-8B22-BF8DBA506D32}" presName="hierRoot2" presStyleCnt="0">
        <dgm:presLayoutVars>
          <dgm:hierBranch/>
        </dgm:presLayoutVars>
      </dgm:prSet>
      <dgm:spPr/>
    </dgm:pt>
    <dgm:pt modelId="{9AA6D3A6-CD3C-4EA5-956C-021B91584CD6}" type="pres">
      <dgm:prSet presAssocID="{CC850A82-C07B-41F1-8B22-BF8DBA506D32}" presName="rootComposite" presStyleCnt="0"/>
      <dgm:spPr/>
    </dgm:pt>
    <dgm:pt modelId="{D10CB829-3BF1-4BB9-86F6-42BD818E6486}" type="pres">
      <dgm:prSet presAssocID="{CC850A82-C07B-41F1-8B22-BF8DBA506D32}" presName="rootText" presStyleLbl="node2" presStyleIdx="5" presStyleCnt="6">
        <dgm:presLayoutVars>
          <dgm:chPref val="3"/>
        </dgm:presLayoutVars>
      </dgm:prSet>
      <dgm:spPr/>
      <dgm:t>
        <a:bodyPr/>
        <a:lstStyle/>
        <a:p>
          <a:endParaRPr lang="ru-RU"/>
        </a:p>
      </dgm:t>
    </dgm:pt>
    <dgm:pt modelId="{49FD925A-0B4C-4B19-BAF7-EE4C6CA5F48C}" type="pres">
      <dgm:prSet presAssocID="{CC850A82-C07B-41F1-8B22-BF8DBA506D32}" presName="rootConnector" presStyleLbl="node2" presStyleIdx="5" presStyleCnt="6"/>
      <dgm:spPr/>
      <dgm:t>
        <a:bodyPr/>
        <a:lstStyle/>
        <a:p>
          <a:endParaRPr lang="ru-RU"/>
        </a:p>
      </dgm:t>
    </dgm:pt>
    <dgm:pt modelId="{94CA5953-04EF-4D72-82AC-AFDCA0EA1683}" type="pres">
      <dgm:prSet presAssocID="{CC850A82-C07B-41F1-8B22-BF8DBA506D32}" presName="hierChild4" presStyleCnt="0"/>
      <dgm:spPr/>
    </dgm:pt>
    <dgm:pt modelId="{3723FA71-2EB8-4F95-A61A-DB7598CC8330}" type="pres">
      <dgm:prSet presAssocID="{CC850A82-C07B-41F1-8B22-BF8DBA506D32}" presName="hierChild5" presStyleCnt="0"/>
      <dgm:spPr/>
    </dgm:pt>
    <dgm:pt modelId="{F8F4DA2C-F060-4355-B480-E51216035AF3}" type="pres">
      <dgm:prSet presAssocID="{FC1AE9DA-B538-427E-A86E-45917B65C1A4}" presName="hierChild3" presStyleCnt="0"/>
      <dgm:spPr/>
    </dgm:pt>
  </dgm:ptLst>
  <dgm:cxnLst>
    <dgm:cxn modelId="{A0442032-EEF5-4F21-8460-EED00C25ADD6}" type="presOf" srcId="{823DD454-9ABB-4212-BAD1-BA33FA47D930}" destId="{941EBCD9-69D9-4EFE-BC5E-12423707E227}" srcOrd="0" destOrd="0" presId="urn:microsoft.com/office/officeart/2005/8/layout/orgChart1"/>
    <dgm:cxn modelId="{BDC817E5-891C-42F1-B2AC-071E09CC01DA}" srcId="{FC1AE9DA-B538-427E-A86E-45917B65C1A4}" destId="{9922A1FF-55F4-439E-8FD3-440A0AA08DAD}" srcOrd="1" destOrd="0" parTransId="{89FDFA88-EE31-4A4B-9BF8-7DD313CF9AE1}" sibTransId="{80F5DE1C-615E-4156-8C69-A93D73F60FE9}"/>
    <dgm:cxn modelId="{3C5C2AB0-3E60-4D3C-9E43-3CB6D13F811C}" type="presOf" srcId="{DE1B3C56-B7DF-46A9-B15D-909E5311E7D4}" destId="{89041218-D597-40F6-AFE4-57C610B06695}" srcOrd="1" destOrd="0" presId="urn:microsoft.com/office/officeart/2005/8/layout/orgChart1"/>
    <dgm:cxn modelId="{7D2E6373-2A7C-4895-AC0A-8ABA12FD8B21}" type="presOf" srcId="{CC850A82-C07B-41F1-8B22-BF8DBA506D32}" destId="{D10CB829-3BF1-4BB9-86F6-42BD818E6486}" srcOrd="0" destOrd="0" presId="urn:microsoft.com/office/officeart/2005/8/layout/orgChart1"/>
    <dgm:cxn modelId="{0C546640-0A5A-4474-8276-9C2D968D85BA}" type="presOf" srcId="{DE1B3C56-B7DF-46A9-B15D-909E5311E7D4}" destId="{7413C027-6463-4281-96ED-80A3AE190B57}" srcOrd="0" destOrd="0" presId="urn:microsoft.com/office/officeart/2005/8/layout/orgChart1"/>
    <dgm:cxn modelId="{0932CF14-FB27-4272-994D-0387FFF649C8}" type="presOf" srcId="{9922A1FF-55F4-439E-8FD3-440A0AA08DAD}" destId="{8E28B8FD-627E-49EF-AB11-CBD7C45F5142}" srcOrd="0" destOrd="0" presId="urn:microsoft.com/office/officeart/2005/8/layout/orgChart1"/>
    <dgm:cxn modelId="{896D67FC-5535-489E-AB9D-BA894DC0874B}" type="presOf" srcId="{E24F6D4F-921B-4A59-9979-0B0531E27C3D}" destId="{78DB7349-CC9A-476B-BD5C-38F7B6F12ACF}" srcOrd="0" destOrd="0" presId="urn:microsoft.com/office/officeart/2005/8/layout/orgChart1"/>
    <dgm:cxn modelId="{A8FFE3D4-7023-4FC9-BF56-92DC65400967}" type="presOf" srcId="{6CE18162-8AD5-4859-8BD0-5B9631FC3951}" destId="{7FE83492-C6FC-441C-87E0-E96CF0B7EF3C}" srcOrd="0" destOrd="0" presId="urn:microsoft.com/office/officeart/2005/8/layout/orgChart1"/>
    <dgm:cxn modelId="{7EACAE7F-804B-4628-96B5-37D4750A93E8}" srcId="{DBCDC54F-6571-4A55-BDC8-B4A3D62B954C}" destId="{6CE18162-8AD5-4859-8BD0-5B9631FC3951}" srcOrd="0" destOrd="0" parTransId="{E24F6D4F-921B-4A59-9979-0B0531E27C3D}" sibTransId="{AD1B37D5-B655-4257-986A-5C54A697F9C4}"/>
    <dgm:cxn modelId="{1D191185-5129-4665-9241-67A769DA0455}" srcId="{FC1AE9DA-B538-427E-A86E-45917B65C1A4}" destId="{CC850A82-C07B-41F1-8B22-BF8DBA506D32}" srcOrd="5" destOrd="0" parTransId="{CCEFEDC0-8775-44A5-9F0D-589C2F939DF1}" sibTransId="{8ECC413B-0E66-4328-8832-7D0D0288D755}"/>
    <dgm:cxn modelId="{0E39715E-6139-41E6-8BA1-D4D668A44C75}" type="presOf" srcId="{9922A1FF-55F4-439E-8FD3-440A0AA08DAD}" destId="{CD2BFACD-9473-4D04-B480-599DEB300E9E}" srcOrd="1" destOrd="0" presId="urn:microsoft.com/office/officeart/2005/8/layout/orgChart1"/>
    <dgm:cxn modelId="{E406BCEB-EC85-4B53-9F05-627F6A78D966}" type="presOf" srcId="{1EC40AB8-04E4-4788-8DC2-32543F51A882}" destId="{EE31837A-D20E-4F3C-937D-8BA87976EAF9}" srcOrd="0" destOrd="0" presId="urn:microsoft.com/office/officeart/2005/8/layout/orgChart1"/>
    <dgm:cxn modelId="{5A877AFE-FD4E-4E72-AE36-0F500D5F3116}" type="presOf" srcId="{89FDFA88-EE31-4A4B-9BF8-7DD313CF9AE1}" destId="{311116D3-CE84-450A-9513-2153547B9073}" srcOrd="0" destOrd="0" presId="urn:microsoft.com/office/officeart/2005/8/layout/orgChart1"/>
    <dgm:cxn modelId="{150D07B9-1702-48A4-B023-52C6D7D2310F}" type="presOf" srcId="{DBCDC54F-6571-4A55-BDC8-B4A3D62B954C}" destId="{B7883DC7-BC61-4FB7-A3A0-43F1187279D7}" srcOrd="0" destOrd="0" presId="urn:microsoft.com/office/officeart/2005/8/layout/orgChart1"/>
    <dgm:cxn modelId="{AF6B443B-A460-4197-B210-95F702B3853B}" type="presOf" srcId="{39631D49-87B0-41A0-B829-C593F5016E39}" destId="{77367954-7425-463C-AE21-02EDF5FF393C}" srcOrd="0" destOrd="0" presId="urn:microsoft.com/office/officeart/2005/8/layout/orgChart1"/>
    <dgm:cxn modelId="{93C97B82-8F74-4E4E-846B-88BE49839987}" type="presOf" srcId="{ACD4CA0F-1764-4C20-BB22-86F20C072F3B}" destId="{5D9B4BCF-5B1E-4DAF-ADF8-98EAE94B28E2}" srcOrd="0" destOrd="0" presId="urn:microsoft.com/office/officeart/2005/8/layout/orgChart1"/>
    <dgm:cxn modelId="{A0B7C1CF-E3BA-4DFB-97E1-0ECF135B097F}" srcId="{FC1AE9DA-B538-427E-A86E-45917B65C1A4}" destId="{2D68D5DF-4CEF-4B47-A529-D023443C7AA1}" srcOrd="0" destOrd="0" parTransId="{1EC40AB8-04E4-4788-8DC2-32543F51A882}" sibTransId="{A0A6D426-472F-46F4-8964-280076F2A1D5}"/>
    <dgm:cxn modelId="{F86BB6FC-7C21-49D4-8BBF-4028AE505DB8}" srcId="{43AC86C3-C7B3-4879-AFFB-7192259A31DA}" destId="{FC1AE9DA-B538-427E-A86E-45917B65C1A4}" srcOrd="0" destOrd="0" parTransId="{9AC3F2E0-0CF7-41B2-82CC-61B9A39216EF}" sibTransId="{857D1C99-98B9-4788-A6C4-0A93E6B02371}"/>
    <dgm:cxn modelId="{2F6E806E-DA7A-4740-A3CB-672F604AD0A9}" type="presOf" srcId="{8F2724FE-B01B-4D42-856D-3CBBDE4EFE46}" destId="{F881257F-35EF-4D58-8E40-5E9113C5505C}" srcOrd="0" destOrd="0" presId="urn:microsoft.com/office/officeart/2005/8/layout/orgChart1"/>
    <dgm:cxn modelId="{3C789915-FFA3-4879-9DC6-5C90386915A1}" type="presOf" srcId="{2D68D5DF-4CEF-4B47-A529-D023443C7AA1}" destId="{01937831-476B-4FA9-AB0C-CB7E15219955}" srcOrd="1" destOrd="0" presId="urn:microsoft.com/office/officeart/2005/8/layout/orgChart1"/>
    <dgm:cxn modelId="{705199CA-54A0-4069-BDB6-681204227AB3}" srcId="{FC1AE9DA-B538-427E-A86E-45917B65C1A4}" destId="{DBCDC54F-6571-4A55-BDC8-B4A3D62B954C}" srcOrd="2" destOrd="0" parTransId="{823DD454-9ABB-4212-BAD1-BA33FA47D930}" sibTransId="{D765CB4F-DD28-4AFE-AFA6-36016ACE882D}"/>
    <dgm:cxn modelId="{933972AA-C98F-4088-97ED-48796239B85A}" type="presOf" srcId="{2D68D5DF-4CEF-4B47-A529-D023443C7AA1}" destId="{4CF81C07-EE9C-4134-8C63-47E9311D3D1E}" srcOrd="0" destOrd="0" presId="urn:microsoft.com/office/officeart/2005/8/layout/orgChart1"/>
    <dgm:cxn modelId="{AC057F9A-E479-44CD-9B62-1471672927F3}" type="presOf" srcId="{6CE18162-8AD5-4859-8BD0-5B9631FC3951}" destId="{FF905121-967D-4349-8FE1-2F5DFF5D95C3}" srcOrd="1" destOrd="0" presId="urn:microsoft.com/office/officeart/2005/8/layout/orgChart1"/>
    <dgm:cxn modelId="{7AED2C20-30F7-4EBD-AD21-3A30CAE78B46}" type="presOf" srcId="{C0EFE6D1-E023-4700-9E06-4B5B2258EB8F}" destId="{8D636140-39B2-47C0-99FE-A0F0D5D2F4CD}" srcOrd="0" destOrd="0" presId="urn:microsoft.com/office/officeart/2005/8/layout/orgChart1"/>
    <dgm:cxn modelId="{468900E7-E40B-4393-A632-317C2C18F141}" type="presOf" srcId="{2A90C394-D10D-4C1E-B2BF-9807DE4C0186}" destId="{3EDB3D9C-A395-499F-B141-EA549A6AEAC3}" srcOrd="0" destOrd="0" presId="urn:microsoft.com/office/officeart/2005/8/layout/orgChart1"/>
    <dgm:cxn modelId="{262417D1-F7E4-4CC8-9ED6-EE2EE0D5FBD7}" type="presOf" srcId="{8F2724FE-B01B-4D42-856D-3CBBDE4EFE46}" destId="{55E37CC4-A383-486B-BF44-AF5DE35BEB02}" srcOrd="1" destOrd="0" presId="urn:microsoft.com/office/officeart/2005/8/layout/orgChart1"/>
    <dgm:cxn modelId="{401672B0-5A55-422D-80FD-6D97B0B72493}" type="presOf" srcId="{FC1AE9DA-B538-427E-A86E-45917B65C1A4}" destId="{83A66436-0A81-4A01-9512-04DC4C1C3A88}" srcOrd="1" destOrd="0" presId="urn:microsoft.com/office/officeart/2005/8/layout/orgChart1"/>
    <dgm:cxn modelId="{41FC7F69-B431-4584-AA6F-834F1A21C9DD}" type="presOf" srcId="{43AC86C3-C7B3-4879-AFFB-7192259A31DA}" destId="{892326C1-8595-487C-B13F-88E98B260B44}" srcOrd="0" destOrd="0" presId="urn:microsoft.com/office/officeart/2005/8/layout/orgChart1"/>
    <dgm:cxn modelId="{3DFA5B42-F3CE-44BD-94E5-CD59D5ECE970}" type="presOf" srcId="{CCEFEDC0-8775-44A5-9F0D-589C2F939DF1}" destId="{2AEF3236-3905-41BB-A8BF-9814F24C8F25}" srcOrd="0" destOrd="0" presId="urn:microsoft.com/office/officeart/2005/8/layout/orgChart1"/>
    <dgm:cxn modelId="{969B7452-590B-44A9-A280-0FAE30BAD4E1}" srcId="{FC1AE9DA-B538-427E-A86E-45917B65C1A4}" destId="{C0EFE6D1-E023-4700-9E06-4B5B2258EB8F}" srcOrd="3" destOrd="0" parTransId="{ACD4CA0F-1764-4C20-BB22-86F20C072F3B}" sibTransId="{D5856CDF-8314-43D5-A2A6-92A7B426BDAC}"/>
    <dgm:cxn modelId="{CE27280B-15AC-4A0C-AC5E-2989E1E6FE96}" type="presOf" srcId="{C0EFE6D1-E023-4700-9E06-4B5B2258EB8F}" destId="{BD2766A6-28FD-4208-BB83-CE9E1D254EBC}" srcOrd="1" destOrd="0" presId="urn:microsoft.com/office/officeart/2005/8/layout/orgChart1"/>
    <dgm:cxn modelId="{699A8534-3B37-40C6-90E9-0BEE41E48B6E}" type="presOf" srcId="{FC1AE9DA-B538-427E-A86E-45917B65C1A4}" destId="{50411682-E17A-4D19-9DF6-A281A3E95980}" srcOrd="0" destOrd="0" presId="urn:microsoft.com/office/officeart/2005/8/layout/orgChart1"/>
    <dgm:cxn modelId="{06B16174-DFB3-46B5-BA5A-9C2BFA63A425}" type="presOf" srcId="{CC850A82-C07B-41F1-8B22-BF8DBA506D32}" destId="{49FD925A-0B4C-4B19-BAF7-EE4C6CA5F48C}" srcOrd="1" destOrd="0" presId="urn:microsoft.com/office/officeart/2005/8/layout/orgChart1"/>
    <dgm:cxn modelId="{9577A248-EBCF-4D17-96B2-701C0EDADC93}" type="presOf" srcId="{DBCDC54F-6571-4A55-BDC8-B4A3D62B954C}" destId="{FD1E02F5-035F-4B79-9D0A-0D9C7E53AC19}" srcOrd="1" destOrd="0" presId="urn:microsoft.com/office/officeart/2005/8/layout/orgChart1"/>
    <dgm:cxn modelId="{1E473CEF-F546-4F98-BBB3-C9D82D129F6A}" srcId="{C0EFE6D1-E023-4700-9E06-4B5B2258EB8F}" destId="{DE1B3C56-B7DF-46A9-B15D-909E5311E7D4}" srcOrd="0" destOrd="0" parTransId="{39631D49-87B0-41A0-B829-C593F5016E39}" sibTransId="{DF689753-A8AA-49A2-A59E-CDEF06572294}"/>
    <dgm:cxn modelId="{4C7D9DDB-70EA-4B6E-9E8D-913BD3C9F706}" srcId="{FC1AE9DA-B538-427E-A86E-45917B65C1A4}" destId="{8F2724FE-B01B-4D42-856D-3CBBDE4EFE46}" srcOrd="4" destOrd="0" parTransId="{2A90C394-D10D-4C1E-B2BF-9807DE4C0186}" sibTransId="{D9E62DC7-2DEF-473F-918A-D2A3685CA950}"/>
    <dgm:cxn modelId="{B2315F57-84DD-406F-BD95-FEC2888A11DD}" type="presParOf" srcId="{892326C1-8595-487C-B13F-88E98B260B44}" destId="{CB82DF70-EA0D-4EC6-8C8A-45A1EA29868F}" srcOrd="0" destOrd="0" presId="urn:microsoft.com/office/officeart/2005/8/layout/orgChart1"/>
    <dgm:cxn modelId="{DFD74932-5320-4339-93C5-D145B3CD803D}" type="presParOf" srcId="{CB82DF70-EA0D-4EC6-8C8A-45A1EA29868F}" destId="{37812EE1-87D6-48CB-B9EF-2E88753E785B}" srcOrd="0" destOrd="0" presId="urn:microsoft.com/office/officeart/2005/8/layout/orgChart1"/>
    <dgm:cxn modelId="{C72BB0AA-B4F6-4AA4-92DB-1859180762C5}" type="presParOf" srcId="{37812EE1-87D6-48CB-B9EF-2E88753E785B}" destId="{50411682-E17A-4D19-9DF6-A281A3E95980}" srcOrd="0" destOrd="0" presId="urn:microsoft.com/office/officeart/2005/8/layout/orgChart1"/>
    <dgm:cxn modelId="{16C6F752-55A6-4444-B5B1-DA6F66F246EC}" type="presParOf" srcId="{37812EE1-87D6-48CB-B9EF-2E88753E785B}" destId="{83A66436-0A81-4A01-9512-04DC4C1C3A88}" srcOrd="1" destOrd="0" presId="urn:microsoft.com/office/officeart/2005/8/layout/orgChart1"/>
    <dgm:cxn modelId="{6AE4C92C-C5D2-44E3-9BA2-9E10D688DC47}" type="presParOf" srcId="{CB82DF70-EA0D-4EC6-8C8A-45A1EA29868F}" destId="{44F7EC64-4702-4ECE-84D0-49204B46A5F0}" srcOrd="1" destOrd="0" presId="urn:microsoft.com/office/officeart/2005/8/layout/orgChart1"/>
    <dgm:cxn modelId="{9E1DEE06-1426-41B3-ACEC-1D0B36DA90C4}" type="presParOf" srcId="{44F7EC64-4702-4ECE-84D0-49204B46A5F0}" destId="{EE31837A-D20E-4F3C-937D-8BA87976EAF9}" srcOrd="0" destOrd="0" presId="urn:microsoft.com/office/officeart/2005/8/layout/orgChart1"/>
    <dgm:cxn modelId="{0100C243-3AB4-4571-803A-92CF0C39CE68}" type="presParOf" srcId="{44F7EC64-4702-4ECE-84D0-49204B46A5F0}" destId="{901AEE24-AD41-439E-856D-D26373A77D54}" srcOrd="1" destOrd="0" presId="urn:microsoft.com/office/officeart/2005/8/layout/orgChart1"/>
    <dgm:cxn modelId="{753E3EDC-5607-45ED-9FDC-6FE474122345}" type="presParOf" srcId="{901AEE24-AD41-439E-856D-D26373A77D54}" destId="{F875FA2C-CE15-4061-9D3B-558F50F78543}" srcOrd="0" destOrd="0" presId="urn:microsoft.com/office/officeart/2005/8/layout/orgChart1"/>
    <dgm:cxn modelId="{16BDFF34-20E3-4E67-905D-1986E4DE0E99}" type="presParOf" srcId="{F875FA2C-CE15-4061-9D3B-558F50F78543}" destId="{4CF81C07-EE9C-4134-8C63-47E9311D3D1E}" srcOrd="0" destOrd="0" presId="urn:microsoft.com/office/officeart/2005/8/layout/orgChart1"/>
    <dgm:cxn modelId="{38911D99-6A00-4570-9F5A-18785776FFD6}" type="presParOf" srcId="{F875FA2C-CE15-4061-9D3B-558F50F78543}" destId="{01937831-476B-4FA9-AB0C-CB7E15219955}" srcOrd="1" destOrd="0" presId="urn:microsoft.com/office/officeart/2005/8/layout/orgChart1"/>
    <dgm:cxn modelId="{60457ED6-BB3E-48FC-A1F1-A674DBD6B1A6}" type="presParOf" srcId="{901AEE24-AD41-439E-856D-D26373A77D54}" destId="{2CC81E42-3AEF-4BFC-8638-C5CBBAC900A9}" srcOrd="1" destOrd="0" presId="urn:microsoft.com/office/officeart/2005/8/layout/orgChart1"/>
    <dgm:cxn modelId="{8E43B82C-6278-478E-89C4-978DA7F8E62D}" type="presParOf" srcId="{901AEE24-AD41-439E-856D-D26373A77D54}" destId="{9B604E47-1D62-40B0-B949-0237E1EC6972}" srcOrd="2" destOrd="0" presId="urn:microsoft.com/office/officeart/2005/8/layout/orgChart1"/>
    <dgm:cxn modelId="{D6497C65-982F-4689-9037-454B076AD623}" type="presParOf" srcId="{44F7EC64-4702-4ECE-84D0-49204B46A5F0}" destId="{311116D3-CE84-450A-9513-2153547B9073}" srcOrd="2" destOrd="0" presId="urn:microsoft.com/office/officeart/2005/8/layout/orgChart1"/>
    <dgm:cxn modelId="{2E1AA5D7-717A-42D1-93C5-3F3A5A70503E}" type="presParOf" srcId="{44F7EC64-4702-4ECE-84D0-49204B46A5F0}" destId="{4E635401-17FE-4E38-8685-9F747286FF2B}" srcOrd="3" destOrd="0" presId="urn:microsoft.com/office/officeart/2005/8/layout/orgChart1"/>
    <dgm:cxn modelId="{9694400F-76EE-44B2-87E3-7F4E5CA434C3}" type="presParOf" srcId="{4E635401-17FE-4E38-8685-9F747286FF2B}" destId="{A84B79E2-8BCF-417D-B0CD-172EFD546FAE}" srcOrd="0" destOrd="0" presId="urn:microsoft.com/office/officeart/2005/8/layout/orgChart1"/>
    <dgm:cxn modelId="{67F7D1E3-E6CF-4A71-A813-8CD60DC8A4B0}" type="presParOf" srcId="{A84B79E2-8BCF-417D-B0CD-172EFD546FAE}" destId="{8E28B8FD-627E-49EF-AB11-CBD7C45F5142}" srcOrd="0" destOrd="0" presId="urn:microsoft.com/office/officeart/2005/8/layout/orgChart1"/>
    <dgm:cxn modelId="{91177AFD-4BBF-496F-B1FA-CB282E346417}" type="presParOf" srcId="{A84B79E2-8BCF-417D-B0CD-172EFD546FAE}" destId="{CD2BFACD-9473-4D04-B480-599DEB300E9E}" srcOrd="1" destOrd="0" presId="urn:microsoft.com/office/officeart/2005/8/layout/orgChart1"/>
    <dgm:cxn modelId="{7C5AECB9-EF6E-407F-90B4-154A85B0569E}" type="presParOf" srcId="{4E635401-17FE-4E38-8685-9F747286FF2B}" destId="{AFBB728D-85B4-4C80-B2AC-7B33358904E8}" srcOrd="1" destOrd="0" presId="urn:microsoft.com/office/officeart/2005/8/layout/orgChart1"/>
    <dgm:cxn modelId="{3B060A62-C4B4-48FD-BBF0-67A625842BB1}" type="presParOf" srcId="{4E635401-17FE-4E38-8685-9F747286FF2B}" destId="{6025182D-B458-4A9A-B40F-3BD692BC826E}" srcOrd="2" destOrd="0" presId="urn:microsoft.com/office/officeart/2005/8/layout/orgChart1"/>
    <dgm:cxn modelId="{82C47AD9-9EFB-4FAC-80F3-3FB68EB11947}" type="presParOf" srcId="{44F7EC64-4702-4ECE-84D0-49204B46A5F0}" destId="{941EBCD9-69D9-4EFE-BC5E-12423707E227}" srcOrd="4" destOrd="0" presId="urn:microsoft.com/office/officeart/2005/8/layout/orgChart1"/>
    <dgm:cxn modelId="{6BAB940A-E291-4C7E-B7BC-DD2A01D9FBDF}" type="presParOf" srcId="{44F7EC64-4702-4ECE-84D0-49204B46A5F0}" destId="{9C05B016-FEAB-4AC4-B5E2-C1AFF7754882}" srcOrd="5" destOrd="0" presId="urn:microsoft.com/office/officeart/2005/8/layout/orgChart1"/>
    <dgm:cxn modelId="{85A2E001-F5B8-4E00-A47F-29B277DE06EF}" type="presParOf" srcId="{9C05B016-FEAB-4AC4-B5E2-C1AFF7754882}" destId="{91FA836C-3EA9-4DA6-A4DA-95D608FDD18B}" srcOrd="0" destOrd="0" presId="urn:microsoft.com/office/officeart/2005/8/layout/orgChart1"/>
    <dgm:cxn modelId="{A9E805D1-2E71-4DBA-8629-034EE7248871}" type="presParOf" srcId="{91FA836C-3EA9-4DA6-A4DA-95D608FDD18B}" destId="{B7883DC7-BC61-4FB7-A3A0-43F1187279D7}" srcOrd="0" destOrd="0" presId="urn:microsoft.com/office/officeart/2005/8/layout/orgChart1"/>
    <dgm:cxn modelId="{C92B9BC2-F7C9-435E-A033-29A5AC6CFA28}" type="presParOf" srcId="{91FA836C-3EA9-4DA6-A4DA-95D608FDD18B}" destId="{FD1E02F5-035F-4B79-9D0A-0D9C7E53AC19}" srcOrd="1" destOrd="0" presId="urn:microsoft.com/office/officeart/2005/8/layout/orgChart1"/>
    <dgm:cxn modelId="{A5449A32-9872-4C5D-82A5-88A4C0F93E8E}" type="presParOf" srcId="{9C05B016-FEAB-4AC4-B5E2-C1AFF7754882}" destId="{AF489389-F7C8-402B-A6DB-3E43C07B922B}" srcOrd="1" destOrd="0" presId="urn:microsoft.com/office/officeart/2005/8/layout/orgChart1"/>
    <dgm:cxn modelId="{D8AA76B3-C3A0-465F-B2B9-FE7B045A851C}" type="presParOf" srcId="{9C05B016-FEAB-4AC4-B5E2-C1AFF7754882}" destId="{45DB2A0B-1334-43A9-98B8-A45416BEDD00}" srcOrd="2" destOrd="0" presId="urn:microsoft.com/office/officeart/2005/8/layout/orgChart1"/>
    <dgm:cxn modelId="{B45F8CF0-2198-44A9-BEF5-D16F216E7884}" type="presParOf" srcId="{45DB2A0B-1334-43A9-98B8-A45416BEDD00}" destId="{78DB7349-CC9A-476B-BD5C-38F7B6F12ACF}" srcOrd="0" destOrd="0" presId="urn:microsoft.com/office/officeart/2005/8/layout/orgChart1"/>
    <dgm:cxn modelId="{A6E78167-B1C7-4915-9A06-2B4D41F21A95}" type="presParOf" srcId="{45DB2A0B-1334-43A9-98B8-A45416BEDD00}" destId="{C4FB1EA4-5B88-45A1-BA79-E52D705CA40D}" srcOrd="1" destOrd="0" presId="urn:microsoft.com/office/officeart/2005/8/layout/orgChart1"/>
    <dgm:cxn modelId="{7BB8B3FC-3F0A-4036-BC82-5FB54D120925}" type="presParOf" srcId="{C4FB1EA4-5B88-45A1-BA79-E52D705CA40D}" destId="{EA46EAB2-CE8F-4E43-9716-3112FA05FA1E}" srcOrd="0" destOrd="0" presId="urn:microsoft.com/office/officeart/2005/8/layout/orgChart1"/>
    <dgm:cxn modelId="{C05486D7-AAEF-411A-A6F1-704C4E3E4286}" type="presParOf" srcId="{EA46EAB2-CE8F-4E43-9716-3112FA05FA1E}" destId="{7FE83492-C6FC-441C-87E0-E96CF0B7EF3C}" srcOrd="0" destOrd="0" presId="urn:microsoft.com/office/officeart/2005/8/layout/orgChart1"/>
    <dgm:cxn modelId="{2EB123F9-4897-47B6-8C51-2F1A17060460}" type="presParOf" srcId="{EA46EAB2-CE8F-4E43-9716-3112FA05FA1E}" destId="{FF905121-967D-4349-8FE1-2F5DFF5D95C3}" srcOrd="1" destOrd="0" presId="urn:microsoft.com/office/officeart/2005/8/layout/orgChart1"/>
    <dgm:cxn modelId="{A3AD2593-68DD-42A1-89A0-F86869CAB0F6}" type="presParOf" srcId="{C4FB1EA4-5B88-45A1-BA79-E52D705CA40D}" destId="{63AD8C20-D432-4551-BDFA-6CF51733239C}" srcOrd="1" destOrd="0" presId="urn:microsoft.com/office/officeart/2005/8/layout/orgChart1"/>
    <dgm:cxn modelId="{51FBB20C-497B-41C3-B1F2-9262CBF82B75}" type="presParOf" srcId="{C4FB1EA4-5B88-45A1-BA79-E52D705CA40D}" destId="{71E8A3F4-FA63-42DF-88FD-236EB1694659}" srcOrd="2" destOrd="0" presId="urn:microsoft.com/office/officeart/2005/8/layout/orgChart1"/>
    <dgm:cxn modelId="{E4515FC5-1324-413E-A29C-CA96594AFBBC}" type="presParOf" srcId="{44F7EC64-4702-4ECE-84D0-49204B46A5F0}" destId="{5D9B4BCF-5B1E-4DAF-ADF8-98EAE94B28E2}" srcOrd="6" destOrd="0" presId="urn:microsoft.com/office/officeart/2005/8/layout/orgChart1"/>
    <dgm:cxn modelId="{0ED96C8F-3A5D-4713-8033-2D3383C8AD15}" type="presParOf" srcId="{44F7EC64-4702-4ECE-84D0-49204B46A5F0}" destId="{3A401C0A-B6A3-4052-BFE1-A1F05FAC8A2B}" srcOrd="7" destOrd="0" presId="urn:microsoft.com/office/officeart/2005/8/layout/orgChart1"/>
    <dgm:cxn modelId="{74796063-C334-4E67-86DC-46398C96EA0E}" type="presParOf" srcId="{3A401C0A-B6A3-4052-BFE1-A1F05FAC8A2B}" destId="{9CA714F2-D395-4E98-B9E4-6224D762EB82}" srcOrd="0" destOrd="0" presId="urn:microsoft.com/office/officeart/2005/8/layout/orgChart1"/>
    <dgm:cxn modelId="{76159EBC-C47A-45D5-853E-3D2F67DA978E}" type="presParOf" srcId="{9CA714F2-D395-4E98-B9E4-6224D762EB82}" destId="{8D636140-39B2-47C0-99FE-A0F0D5D2F4CD}" srcOrd="0" destOrd="0" presId="urn:microsoft.com/office/officeart/2005/8/layout/orgChart1"/>
    <dgm:cxn modelId="{2D661216-6E52-4206-8674-0BDFBB09CB2B}" type="presParOf" srcId="{9CA714F2-D395-4E98-B9E4-6224D762EB82}" destId="{BD2766A6-28FD-4208-BB83-CE9E1D254EBC}" srcOrd="1" destOrd="0" presId="urn:microsoft.com/office/officeart/2005/8/layout/orgChart1"/>
    <dgm:cxn modelId="{A4BDDFA9-052D-43A4-8939-A93F2FBB3A24}" type="presParOf" srcId="{3A401C0A-B6A3-4052-BFE1-A1F05FAC8A2B}" destId="{EDC81843-D852-4487-87B0-BC3ABAC1E095}" srcOrd="1" destOrd="0" presId="urn:microsoft.com/office/officeart/2005/8/layout/orgChart1"/>
    <dgm:cxn modelId="{508F49B2-7B87-4B47-96F7-59BCDF9A1EF8}" type="presParOf" srcId="{EDC81843-D852-4487-87B0-BC3ABAC1E095}" destId="{77367954-7425-463C-AE21-02EDF5FF393C}" srcOrd="0" destOrd="0" presId="urn:microsoft.com/office/officeart/2005/8/layout/orgChart1"/>
    <dgm:cxn modelId="{DD094835-A753-4185-886B-C569D6A3F136}" type="presParOf" srcId="{EDC81843-D852-4487-87B0-BC3ABAC1E095}" destId="{352EADB1-1FB5-491E-9A86-4416CA235E75}" srcOrd="1" destOrd="0" presId="urn:microsoft.com/office/officeart/2005/8/layout/orgChart1"/>
    <dgm:cxn modelId="{F200F4B5-D6FC-498B-B95A-3FEF2602ED1E}" type="presParOf" srcId="{352EADB1-1FB5-491E-9A86-4416CA235E75}" destId="{2E3B5DB5-0FA7-4371-8548-4B90AEA9D186}" srcOrd="0" destOrd="0" presId="urn:microsoft.com/office/officeart/2005/8/layout/orgChart1"/>
    <dgm:cxn modelId="{FA8C1CE0-22E9-498D-B0C3-7091A9F071DB}" type="presParOf" srcId="{2E3B5DB5-0FA7-4371-8548-4B90AEA9D186}" destId="{7413C027-6463-4281-96ED-80A3AE190B57}" srcOrd="0" destOrd="0" presId="urn:microsoft.com/office/officeart/2005/8/layout/orgChart1"/>
    <dgm:cxn modelId="{3C5CE7C4-85B0-4833-9C9B-0B1629675C84}" type="presParOf" srcId="{2E3B5DB5-0FA7-4371-8548-4B90AEA9D186}" destId="{89041218-D597-40F6-AFE4-57C610B06695}" srcOrd="1" destOrd="0" presId="urn:microsoft.com/office/officeart/2005/8/layout/orgChart1"/>
    <dgm:cxn modelId="{FFB0211E-D994-49E4-9887-D9D29D6AB5DE}" type="presParOf" srcId="{352EADB1-1FB5-491E-9A86-4416CA235E75}" destId="{82C6E5B0-22DF-4A2D-A171-29CBF93BFB5F}" srcOrd="1" destOrd="0" presId="urn:microsoft.com/office/officeart/2005/8/layout/orgChart1"/>
    <dgm:cxn modelId="{35BEBE38-8FBC-41E3-B99E-63C50C3BFEB9}" type="presParOf" srcId="{352EADB1-1FB5-491E-9A86-4416CA235E75}" destId="{5E037906-2C6C-4797-9FB5-86041EA04383}" srcOrd="2" destOrd="0" presId="urn:microsoft.com/office/officeart/2005/8/layout/orgChart1"/>
    <dgm:cxn modelId="{11EC0F30-9D1D-45EB-A549-504E4F6158E9}" type="presParOf" srcId="{3A401C0A-B6A3-4052-BFE1-A1F05FAC8A2B}" destId="{5B190D87-FBF6-41CB-A1AC-A9BC4B045D5D}" srcOrd="2" destOrd="0" presId="urn:microsoft.com/office/officeart/2005/8/layout/orgChart1"/>
    <dgm:cxn modelId="{24A8A9A3-92F6-43DA-A7DC-ED076AA94F0D}" type="presParOf" srcId="{44F7EC64-4702-4ECE-84D0-49204B46A5F0}" destId="{3EDB3D9C-A395-499F-B141-EA549A6AEAC3}" srcOrd="8" destOrd="0" presId="urn:microsoft.com/office/officeart/2005/8/layout/orgChart1"/>
    <dgm:cxn modelId="{F6887501-3821-4696-9FCD-6D3AB45188EC}" type="presParOf" srcId="{44F7EC64-4702-4ECE-84D0-49204B46A5F0}" destId="{DE90E4BA-2722-435A-847D-AFF4A48C2F9F}" srcOrd="9" destOrd="0" presId="urn:microsoft.com/office/officeart/2005/8/layout/orgChart1"/>
    <dgm:cxn modelId="{5DCD3A78-F106-49CE-8CC1-676B367FA630}" type="presParOf" srcId="{DE90E4BA-2722-435A-847D-AFF4A48C2F9F}" destId="{D565D5EF-B520-4C38-83CD-02A1FC0EA1CB}" srcOrd="0" destOrd="0" presId="urn:microsoft.com/office/officeart/2005/8/layout/orgChart1"/>
    <dgm:cxn modelId="{FF41CFFE-006C-4BD2-9112-CA02B84F72F3}" type="presParOf" srcId="{D565D5EF-B520-4C38-83CD-02A1FC0EA1CB}" destId="{F881257F-35EF-4D58-8E40-5E9113C5505C}" srcOrd="0" destOrd="0" presId="urn:microsoft.com/office/officeart/2005/8/layout/orgChart1"/>
    <dgm:cxn modelId="{341A611E-5724-4652-A51A-816145DBEC6E}" type="presParOf" srcId="{D565D5EF-B520-4C38-83CD-02A1FC0EA1CB}" destId="{55E37CC4-A383-486B-BF44-AF5DE35BEB02}" srcOrd="1" destOrd="0" presId="urn:microsoft.com/office/officeart/2005/8/layout/orgChart1"/>
    <dgm:cxn modelId="{5F32CC4D-9D98-462C-AD87-716789E082FB}" type="presParOf" srcId="{DE90E4BA-2722-435A-847D-AFF4A48C2F9F}" destId="{D7C56C87-1AB2-423D-A736-499E13D4F3B3}" srcOrd="1" destOrd="0" presId="urn:microsoft.com/office/officeart/2005/8/layout/orgChart1"/>
    <dgm:cxn modelId="{D6A2867F-60B7-456F-9520-809A83B64BF0}" type="presParOf" srcId="{DE90E4BA-2722-435A-847D-AFF4A48C2F9F}" destId="{9D3A6EE1-1ED8-4B1F-8A37-93101F361D2F}" srcOrd="2" destOrd="0" presId="urn:microsoft.com/office/officeart/2005/8/layout/orgChart1"/>
    <dgm:cxn modelId="{EB9CDC8D-64EC-4876-9FE0-4DF52BD8F026}" type="presParOf" srcId="{44F7EC64-4702-4ECE-84D0-49204B46A5F0}" destId="{2AEF3236-3905-41BB-A8BF-9814F24C8F25}" srcOrd="10" destOrd="0" presId="urn:microsoft.com/office/officeart/2005/8/layout/orgChart1"/>
    <dgm:cxn modelId="{E2F4A605-3D47-4689-9AD7-320D64B837D4}" type="presParOf" srcId="{44F7EC64-4702-4ECE-84D0-49204B46A5F0}" destId="{7F6523DB-3A05-481F-AC3B-5295408B530F}" srcOrd="11" destOrd="0" presId="urn:microsoft.com/office/officeart/2005/8/layout/orgChart1"/>
    <dgm:cxn modelId="{696CFF87-96F3-4F0F-84DE-B7B79AB48F08}" type="presParOf" srcId="{7F6523DB-3A05-481F-AC3B-5295408B530F}" destId="{9AA6D3A6-CD3C-4EA5-956C-021B91584CD6}" srcOrd="0" destOrd="0" presId="urn:microsoft.com/office/officeart/2005/8/layout/orgChart1"/>
    <dgm:cxn modelId="{05538035-7FFB-4AC2-A667-A58CFF4BF217}" type="presParOf" srcId="{9AA6D3A6-CD3C-4EA5-956C-021B91584CD6}" destId="{D10CB829-3BF1-4BB9-86F6-42BD818E6486}" srcOrd="0" destOrd="0" presId="urn:microsoft.com/office/officeart/2005/8/layout/orgChart1"/>
    <dgm:cxn modelId="{4D6683FB-97C1-4D23-BDD2-367275229EFD}" type="presParOf" srcId="{9AA6D3A6-CD3C-4EA5-956C-021B91584CD6}" destId="{49FD925A-0B4C-4B19-BAF7-EE4C6CA5F48C}" srcOrd="1" destOrd="0" presId="urn:microsoft.com/office/officeart/2005/8/layout/orgChart1"/>
    <dgm:cxn modelId="{4C2CE928-1B79-4D47-AE3C-84670DAEC758}" type="presParOf" srcId="{7F6523DB-3A05-481F-AC3B-5295408B530F}" destId="{94CA5953-04EF-4D72-82AC-AFDCA0EA1683}" srcOrd="1" destOrd="0" presId="urn:microsoft.com/office/officeart/2005/8/layout/orgChart1"/>
    <dgm:cxn modelId="{EB68DB43-4E3B-4699-9AEE-332E2AF1A414}" type="presParOf" srcId="{7F6523DB-3A05-481F-AC3B-5295408B530F}" destId="{3723FA71-2EB8-4F95-A61A-DB7598CC8330}" srcOrd="2" destOrd="0" presId="urn:microsoft.com/office/officeart/2005/8/layout/orgChart1"/>
    <dgm:cxn modelId="{EC32A7F5-C7A9-4952-8DCC-84B0EA831227}" type="presParOf" srcId="{CB82DF70-EA0D-4EC6-8C8A-45A1EA29868F}" destId="{F8F4DA2C-F060-4355-B480-E51216035AF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A208526-B7E3-4673-8FB1-BCCF45B95097}" type="doc">
      <dgm:prSet loTypeId="urn:microsoft.com/office/officeart/2005/8/layout/radial1" loCatId="relationship" qsTypeId="urn:microsoft.com/office/officeart/2005/8/quickstyle/simple3" qsCatId="simple" csTypeId="urn:microsoft.com/office/officeart/2005/8/colors/accent1_2" csCatId="accent1" phldr="1"/>
      <dgm:spPr/>
    </dgm:pt>
    <dgm:pt modelId="{0CDB836E-3FEB-4BDC-A46C-984B44B4B50D}">
      <dgm:prSet custT="1"/>
      <dgm:spPr>
        <a:scene3d>
          <a:camera prst="orthographicFront"/>
          <a:lightRig rig="flat" dir="t"/>
        </a:scene3d>
        <a:sp3d prstMaterial="dkEdge">
          <a:bevelT w="8200" h="38100" prst="convex"/>
        </a:sp3d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cap="none" normalizeH="0" baseline="0" dirty="0" smtClean="0">
              <a:ln/>
              <a:effectLst/>
              <a:latin typeface="Comic Sans MS" pitchFamily="66" charset="0"/>
            </a:rPr>
            <a:t>исторические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cap="none" normalizeH="0" baseline="0" dirty="0" smtClean="0">
              <a:ln/>
              <a:effectLst/>
              <a:latin typeface="Comic Sans MS" pitchFamily="66" charset="0"/>
            </a:rPr>
            <a:t>события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1600" b="0" i="0" u="none" strike="noStrike" cap="none" normalizeH="0" baseline="0" dirty="0" smtClean="0">
            <a:ln/>
            <a:effectLst/>
            <a:latin typeface="Comic Sans MS" pitchFamily="66" charset="0"/>
          </a:endParaRPr>
        </a:p>
      </dgm:t>
    </dgm:pt>
    <dgm:pt modelId="{E22487A2-EE10-4CF0-A5F6-958DE5FFAFCA}" type="parTrans" cxnId="{AF38E9A0-72E2-4656-849D-270804E4C7A7}">
      <dgm:prSet/>
      <dgm:spPr/>
      <dgm:t>
        <a:bodyPr/>
        <a:lstStyle/>
        <a:p>
          <a:endParaRPr lang="ru-RU"/>
        </a:p>
      </dgm:t>
    </dgm:pt>
    <dgm:pt modelId="{358A8837-2E65-410C-97E4-70C097D11118}" type="sibTrans" cxnId="{AF38E9A0-72E2-4656-849D-270804E4C7A7}">
      <dgm:prSet/>
      <dgm:spPr/>
      <dgm:t>
        <a:bodyPr/>
        <a:lstStyle/>
        <a:p>
          <a:endParaRPr lang="ru-RU"/>
        </a:p>
      </dgm:t>
    </dgm:pt>
    <dgm:pt modelId="{D47944A3-BEB0-4E0F-9BFD-EDD6853FC9C6}">
      <dgm:prSet custT="1"/>
      <dgm:spPr>
        <a:scene3d>
          <a:camera prst="orthographicFront"/>
          <a:lightRig rig="flat" dir="t"/>
        </a:scene3d>
        <a:sp3d prstMaterial="dkEdge">
          <a:bevelT w="8200" h="38100" prst="convex"/>
        </a:sp3d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2000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cap="none" normalizeH="0" baseline="0" dirty="0" smtClean="0">
              <a:ln/>
              <a:effectLst/>
              <a:latin typeface="Comic Sans MS" pitchFamily="66" charset="0"/>
            </a:rPr>
            <a:t>уникальны</a:t>
          </a:r>
        </a:p>
      </dgm:t>
    </dgm:pt>
    <dgm:pt modelId="{B170D78B-5ABB-40D8-A2A2-190FE32A13B6}" type="parTrans" cxnId="{F5CBD336-295C-4314-BC50-5CAE3BFD1B9D}">
      <dgm:prSet/>
      <dgm:spPr>
        <a:scene3d>
          <a:camera prst="orthographicFront"/>
          <a:lightRig rig="threePt" dir="t"/>
        </a:scene3d>
        <a:sp3d>
          <a:bevelT prst="convex"/>
        </a:sp3d>
      </dgm:spPr>
      <dgm:t>
        <a:bodyPr/>
        <a:lstStyle/>
        <a:p>
          <a:endParaRPr lang="ru-RU"/>
        </a:p>
      </dgm:t>
    </dgm:pt>
    <dgm:pt modelId="{6F35C413-01F4-4C04-8C31-DE1D0E8C1AEA}" type="sibTrans" cxnId="{F5CBD336-295C-4314-BC50-5CAE3BFD1B9D}">
      <dgm:prSet/>
      <dgm:spPr/>
      <dgm:t>
        <a:bodyPr/>
        <a:lstStyle/>
        <a:p>
          <a:endParaRPr lang="ru-RU"/>
        </a:p>
      </dgm:t>
    </dgm:pt>
    <dgm:pt modelId="{C2F3B9EF-2066-416D-9380-A3CC303FE8F7}">
      <dgm:prSet custT="1"/>
      <dgm:spPr>
        <a:scene3d>
          <a:camera prst="orthographicFront"/>
          <a:lightRig rig="flat" dir="t"/>
        </a:scene3d>
        <a:sp3d prstMaterial="dkEdge">
          <a:bevelT w="8200" h="38100" prst="convex"/>
        </a:sp3d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cap="none" normalizeH="0" baseline="0" smtClean="0">
              <a:ln/>
              <a:effectLst/>
              <a:latin typeface="Comic Sans MS" pitchFamily="66" charset="0"/>
            </a:rPr>
            <a:t>случайны</a:t>
          </a:r>
        </a:p>
      </dgm:t>
    </dgm:pt>
    <dgm:pt modelId="{0A9D4EF8-28F0-4279-A25A-705BFC33510B}" type="parTrans" cxnId="{9AB0240D-0C8C-4D1C-87A3-CCD770E9B685}">
      <dgm:prSet/>
      <dgm:spPr>
        <a:scene3d>
          <a:camera prst="orthographicFront"/>
          <a:lightRig rig="threePt" dir="t"/>
        </a:scene3d>
        <a:sp3d>
          <a:bevelT prst="convex"/>
        </a:sp3d>
      </dgm:spPr>
      <dgm:t>
        <a:bodyPr/>
        <a:lstStyle/>
        <a:p>
          <a:endParaRPr lang="ru-RU"/>
        </a:p>
      </dgm:t>
    </dgm:pt>
    <dgm:pt modelId="{D89EAEE7-58D1-4DC7-9A0D-CE94C7F13111}" type="sibTrans" cxnId="{9AB0240D-0C8C-4D1C-87A3-CCD770E9B685}">
      <dgm:prSet/>
      <dgm:spPr/>
      <dgm:t>
        <a:bodyPr/>
        <a:lstStyle/>
        <a:p>
          <a:endParaRPr lang="ru-RU"/>
        </a:p>
      </dgm:t>
    </dgm:pt>
    <dgm:pt modelId="{4C917D96-CF2D-43E5-AF65-39D560B8568E}">
      <dgm:prSet custT="1"/>
      <dgm:spPr>
        <a:scene3d>
          <a:camera prst="orthographicFront"/>
          <a:lightRig rig="flat" dir="t"/>
        </a:scene3d>
        <a:sp3d prstMaterial="dkEdge">
          <a:bevelT w="8200" h="38100" prst="convex"/>
        </a:sp3d>
      </dgm:spPr>
      <dgm:t>
        <a:bodyPr/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cap="none" normalizeH="0" baseline="0" dirty="0" smtClean="0">
              <a:ln/>
              <a:effectLst/>
              <a:latin typeface="Comic Sans MS" pitchFamily="66" charset="0"/>
            </a:rPr>
            <a:t>необъяснимы</a:t>
          </a:r>
        </a:p>
      </dgm:t>
    </dgm:pt>
    <dgm:pt modelId="{1BE55EC8-6739-4A38-AABF-A817A503081C}" type="parTrans" cxnId="{52E2C002-D41E-4E08-9BBF-603106642848}">
      <dgm:prSet/>
      <dgm:spPr>
        <a:scene3d>
          <a:camera prst="orthographicFront"/>
          <a:lightRig rig="threePt" dir="t"/>
        </a:scene3d>
        <a:sp3d>
          <a:bevelT prst="convex"/>
        </a:sp3d>
      </dgm:spPr>
      <dgm:t>
        <a:bodyPr/>
        <a:lstStyle/>
        <a:p>
          <a:endParaRPr lang="ru-RU"/>
        </a:p>
      </dgm:t>
    </dgm:pt>
    <dgm:pt modelId="{CE0153AC-775E-4574-BE44-15C4D930A66A}" type="sibTrans" cxnId="{52E2C002-D41E-4E08-9BBF-603106642848}">
      <dgm:prSet/>
      <dgm:spPr/>
      <dgm:t>
        <a:bodyPr/>
        <a:lstStyle/>
        <a:p>
          <a:endParaRPr lang="ru-RU"/>
        </a:p>
      </dgm:t>
    </dgm:pt>
    <dgm:pt modelId="{CD8299BE-B70C-4140-9E8E-928ADDD9C2F8}" type="pres">
      <dgm:prSet presAssocID="{AA208526-B7E3-4673-8FB1-BCCF45B9509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F947324-DB50-461A-8F70-BCFD6634CFEB}" type="pres">
      <dgm:prSet presAssocID="{0CDB836E-3FEB-4BDC-A46C-984B44B4B50D}" presName="centerShape" presStyleLbl="node0" presStyleIdx="0" presStyleCnt="1" custScaleX="155121" custLinFactNeighborX="145" custLinFactNeighborY="-2710"/>
      <dgm:spPr/>
      <dgm:t>
        <a:bodyPr/>
        <a:lstStyle/>
        <a:p>
          <a:endParaRPr lang="ru-RU"/>
        </a:p>
      </dgm:t>
    </dgm:pt>
    <dgm:pt modelId="{5409443D-B796-49A5-A818-A50543288D5F}" type="pres">
      <dgm:prSet presAssocID="{B170D78B-5ABB-40D8-A2A2-190FE32A13B6}" presName="Name9" presStyleLbl="parChTrans1D2" presStyleIdx="0" presStyleCnt="3"/>
      <dgm:spPr/>
      <dgm:t>
        <a:bodyPr/>
        <a:lstStyle/>
        <a:p>
          <a:endParaRPr lang="ru-RU"/>
        </a:p>
      </dgm:t>
    </dgm:pt>
    <dgm:pt modelId="{31B0D467-DEDC-4BD7-89EA-8D737F8122DA}" type="pres">
      <dgm:prSet presAssocID="{B170D78B-5ABB-40D8-A2A2-190FE32A13B6}" presName="connTx" presStyleLbl="parChTrans1D2" presStyleIdx="0" presStyleCnt="3"/>
      <dgm:spPr/>
      <dgm:t>
        <a:bodyPr/>
        <a:lstStyle/>
        <a:p>
          <a:endParaRPr lang="ru-RU"/>
        </a:p>
      </dgm:t>
    </dgm:pt>
    <dgm:pt modelId="{FFC0815A-DB89-46C6-BA8C-028FE6A85C97}" type="pres">
      <dgm:prSet presAssocID="{D47944A3-BEB0-4E0F-9BFD-EDD6853FC9C6}" presName="node" presStyleLbl="node1" presStyleIdx="0" presStyleCnt="3" custScaleX="144680" custRadScaleRad="103303" custRadScaleInc="111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7A5FE3-631E-4155-A018-065C078EACEF}" type="pres">
      <dgm:prSet presAssocID="{0A9D4EF8-28F0-4279-A25A-705BFC33510B}" presName="Name9" presStyleLbl="parChTrans1D2" presStyleIdx="1" presStyleCnt="3"/>
      <dgm:spPr/>
      <dgm:t>
        <a:bodyPr/>
        <a:lstStyle/>
        <a:p>
          <a:endParaRPr lang="ru-RU"/>
        </a:p>
      </dgm:t>
    </dgm:pt>
    <dgm:pt modelId="{15AE57AD-B3AF-49A0-8C46-DC02878E9FE6}" type="pres">
      <dgm:prSet presAssocID="{0A9D4EF8-28F0-4279-A25A-705BFC33510B}" presName="connTx" presStyleLbl="parChTrans1D2" presStyleIdx="1" presStyleCnt="3"/>
      <dgm:spPr/>
      <dgm:t>
        <a:bodyPr/>
        <a:lstStyle/>
        <a:p>
          <a:endParaRPr lang="ru-RU"/>
        </a:p>
      </dgm:t>
    </dgm:pt>
    <dgm:pt modelId="{8F5FC071-9B0F-4E16-BE21-61DE51442FCC}" type="pres">
      <dgm:prSet presAssocID="{C2F3B9EF-2066-416D-9380-A3CC303FE8F7}" presName="node" presStyleLbl="node1" presStyleIdx="1" presStyleCnt="3" custScaleX="174282" custRadScaleRad="130862" custRadScaleInc="-13043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93FD634-3C6D-4963-9AA4-98F3C195EC93}" type="pres">
      <dgm:prSet presAssocID="{1BE55EC8-6739-4A38-AABF-A817A503081C}" presName="Name9" presStyleLbl="parChTrans1D2" presStyleIdx="2" presStyleCnt="3"/>
      <dgm:spPr/>
      <dgm:t>
        <a:bodyPr/>
        <a:lstStyle/>
        <a:p>
          <a:endParaRPr lang="ru-RU"/>
        </a:p>
      </dgm:t>
    </dgm:pt>
    <dgm:pt modelId="{677547AD-0D03-4570-A045-2EB7C9923881}" type="pres">
      <dgm:prSet presAssocID="{1BE55EC8-6739-4A38-AABF-A817A503081C}" presName="connTx" presStyleLbl="parChTrans1D2" presStyleIdx="2" presStyleCnt="3"/>
      <dgm:spPr/>
      <dgm:t>
        <a:bodyPr/>
        <a:lstStyle/>
        <a:p>
          <a:endParaRPr lang="ru-RU"/>
        </a:p>
      </dgm:t>
    </dgm:pt>
    <dgm:pt modelId="{10AA4863-7730-4EB9-8CB8-348EF4CDEC27}" type="pres">
      <dgm:prSet presAssocID="{4C917D96-CF2D-43E5-AF65-39D560B8568E}" presName="node" presStyleLbl="node1" presStyleIdx="2" presStyleCnt="3" custScaleX="166982" custRadScaleRad="119806" custRadScaleInc="596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AC0FEB8-EEE6-425C-AE54-0567108419C5}" type="presOf" srcId="{0CDB836E-3FEB-4BDC-A46C-984B44B4B50D}" destId="{CF947324-DB50-461A-8F70-BCFD6634CFEB}" srcOrd="0" destOrd="0" presId="urn:microsoft.com/office/officeart/2005/8/layout/radial1"/>
    <dgm:cxn modelId="{CB45D2F3-D0EB-4E81-9929-E052F216CBBC}" type="presOf" srcId="{AA208526-B7E3-4673-8FB1-BCCF45B95097}" destId="{CD8299BE-B70C-4140-9E8E-928ADDD9C2F8}" srcOrd="0" destOrd="0" presId="urn:microsoft.com/office/officeart/2005/8/layout/radial1"/>
    <dgm:cxn modelId="{3C5C99D4-04A3-4D2D-B2DC-7846908E94ED}" type="presOf" srcId="{C2F3B9EF-2066-416D-9380-A3CC303FE8F7}" destId="{8F5FC071-9B0F-4E16-BE21-61DE51442FCC}" srcOrd="0" destOrd="0" presId="urn:microsoft.com/office/officeart/2005/8/layout/radial1"/>
    <dgm:cxn modelId="{5C081434-13A9-40BF-9BAF-25B2033DA626}" type="presOf" srcId="{0A9D4EF8-28F0-4279-A25A-705BFC33510B}" destId="{B77A5FE3-631E-4155-A018-065C078EACEF}" srcOrd="0" destOrd="0" presId="urn:microsoft.com/office/officeart/2005/8/layout/radial1"/>
    <dgm:cxn modelId="{C5A4389C-C0A6-4EB5-8666-DE03A9A5C7CA}" type="presOf" srcId="{1BE55EC8-6739-4A38-AABF-A817A503081C}" destId="{677547AD-0D03-4570-A045-2EB7C9923881}" srcOrd="1" destOrd="0" presId="urn:microsoft.com/office/officeart/2005/8/layout/radial1"/>
    <dgm:cxn modelId="{F5CBD336-295C-4314-BC50-5CAE3BFD1B9D}" srcId="{0CDB836E-3FEB-4BDC-A46C-984B44B4B50D}" destId="{D47944A3-BEB0-4E0F-9BFD-EDD6853FC9C6}" srcOrd="0" destOrd="0" parTransId="{B170D78B-5ABB-40D8-A2A2-190FE32A13B6}" sibTransId="{6F35C413-01F4-4C04-8C31-DE1D0E8C1AEA}"/>
    <dgm:cxn modelId="{82F034FA-322C-4887-B3F4-872655D5D066}" type="presOf" srcId="{B170D78B-5ABB-40D8-A2A2-190FE32A13B6}" destId="{5409443D-B796-49A5-A818-A50543288D5F}" srcOrd="0" destOrd="0" presId="urn:microsoft.com/office/officeart/2005/8/layout/radial1"/>
    <dgm:cxn modelId="{78583F19-ACC8-415A-ACB4-E575DD6B4C27}" type="presOf" srcId="{1BE55EC8-6739-4A38-AABF-A817A503081C}" destId="{493FD634-3C6D-4963-9AA4-98F3C195EC93}" srcOrd="0" destOrd="0" presId="urn:microsoft.com/office/officeart/2005/8/layout/radial1"/>
    <dgm:cxn modelId="{C31661C6-FDF0-4DD2-9522-9AB19028CC46}" type="presOf" srcId="{D47944A3-BEB0-4E0F-9BFD-EDD6853FC9C6}" destId="{FFC0815A-DB89-46C6-BA8C-028FE6A85C97}" srcOrd="0" destOrd="0" presId="urn:microsoft.com/office/officeart/2005/8/layout/radial1"/>
    <dgm:cxn modelId="{B3329D39-B6F3-46E2-96B0-452CBF5A388C}" type="presOf" srcId="{B170D78B-5ABB-40D8-A2A2-190FE32A13B6}" destId="{31B0D467-DEDC-4BD7-89EA-8D737F8122DA}" srcOrd="1" destOrd="0" presId="urn:microsoft.com/office/officeart/2005/8/layout/radial1"/>
    <dgm:cxn modelId="{7BF6EAE6-5EF8-4653-8FE8-8C8A02268033}" type="presOf" srcId="{0A9D4EF8-28F0-4279-A25A-705BFC33510B}" destId="{15AE57AD-B3AF-49A0-8C46-DC02878E9FE6}" srcOrd="1" destOrd="0" presId="urn:microsoft.com/office/officeart/2005/8/layout/radial1"/>
    <dgm:cxn modelId="{510E4B47-A61E-4F6E-B114-52B1F1580D03}" type="presOf" srcId="{4C917D96-CF2D-43E5-AF65-39D560B8568E}" destId="{10AA4863-7730-4EB9-8CB8-348EF4CDEC27}" srcOrd="0" destOrd="0" presId="urn:microsoft.com/office/officeart/2005/8/layout/radial1"/>
    <dgm:cxn modelId="{9AB0240D-0C8C-4D1C-87A3-CCD770E9B685}" srcId="{0CDB836E-3FEB-4BDC-A46C-984B44B4B50D}" destId="{C2F3B9EF-2066-416D-9380-A3CC303FE8F7}" srcOrd="1" destOrd="0" parTransId="{0A9D4EF8-28F0-4279-A25A-705BFC33510B}" sibTransId="{D89EAEE7-58D1-4DC7-9A0D-CE94C7F13111}"/>
    <dgm:cxn modelId="{52E2C002-D41E-4E08-9BBF-603106642848}" srcId="{0CDB836E-3FEB-4BDC-A46C-984B44B4B50D}" destId="{4C917D96-CF2D-43E5-AF65-39D560B8568E}" srcOrd="2" destOrd="0" parTransId="{1BE55EC8-6739-4A38-AABF-A817A503081C}" sibTransId="{CE0153AC-775E-4574-BE44-15C4D930A66A}"/>
    <dgm:cxn modelId="{AF38E9A0-72E2-4656-849D-270804E4C7A7}" srcId="{AA208526-B7E3-4673-8FB1-BCCF45B95097}" destId="{0CDB836E-3FEB-4BDC-A46C-984B44B4B50D}" srcOrd="0" destOrd="0" parTransId="{E22487A2-EE10-4CF0-A5F6-958DE5FFAFCA}" sibTransId="{358A8837-2E65-410C-97E4-70C097D11118}"/>
    <dgm:cxn modelId="{4D400C5D-55AC-4769-BE1A-113EC0291545}" type="presParOf" srcId="{CD8299BE-B70C-4140-9E8E-928ADDD9C2F8}" destId="{CF947324-DB50-461A-8F70-BCFD6634CFEB}" srcOrd="0" destOrd="0" presId="urn:microsoft.com/office/officeart/2005/8/layout/radial1"/>
    <dgm:cxn modelId="{E5B23575-2B93-40D7-9F85-561D9874894C}" type="presParOf" srcId="{CD8299BE-B70C-4140-9E8E-928ADDD9C2F8}" destId="{5409443D-B796-49A5-A818-A50543288D5F}" srcOrd="1" destOrd="0" presId="urn:microsoft.com/office/officeart/2005/8/layout/radial1"/>
    <dgm:cxn modelId="{8423744D-0687-47FB-B310-5C43489705EC}" type="presParOf" srcId="{5409443D-B796-49A5-A818-A50543288D5F}" destId="{31B0D467-DEDC-4BD7-89EA-8D737F8122DA}" srcOrd="0" destOrd="0" presId="urn:microsoft.com/office/officeart/2005/8/layout/radial1"/>
    <dgm:cxn modelId="{F7F3A1EC-0D27-47B6-B090-BFAC0188EA25}" type="presParOf" srcId="{CD8299BE-B70C-4140-9E8E-928ADDD9C2F8}" destId="{FFC0815A-DB89-46C6-BA8C-028FE6A85C97}" srcOrd="2" destOrd="0" presId="urn:microsoft.com/office/officeart/2005/8/layout/radial1"/>
    <dgm:cxn modelId="{A0052840-A9C8-40A9-8C9A-4767D92435F6}" type="presParOf" srcId="{CD8299BE-B70C-4140-9E8E-928ADDD9C2F8}" destId="{B77A5FE3-631E-4155-A018-065C078EACEF}" srcOrd="3" destOrd="0" presId="urn:microsoft.com/office/officeart/2005/8/layout/radial1"/>
    <dgm:cxn modelId="{6D5E97CB-28E9-4CC5-B787-1AC7FF6AB7ED}" type="presParOf" srcId="{B77A5FE3-631E-4155-A018-065C078EACEF}" destId="{15AE57AD-B3AF-49A0-8C46-DC02878E9FE6}" srcOrd="0" destOrd="0" presId="urn:microsoft.com/office/officeart/2005/8/layout/radial1"/>
    <dgm:cxn modelId="{71B70404-D022-4DCB-99C7-23D0CEE0843E}" type="presParOf" srcId="{CD8299BE-B70C-4140-9E8E-928ADDD9C2F8}" destId="{8F5FC071-9B0F-4E16-BE21-61DE51442FCC}" srcOrd="4" destOrd="0" presId="urn:microsoft.com/office/officeart/2005/8/layout/radial1"/>
    <dgm:cxn modelId="{6B548ECB-E232-4A0D-80FE-A9030804E68A}" type="presParOf" srcId="{CD8299BE-B70C-4140-9E8E-928ADDD9C2F8}" destId="{493FD634-3C6D-4963-9AA4-98F3C195EC93}" srcOrd="5" destOrd="0" presId="urn:microsoft.com/office/officeart/2005/8/layout/radial1"/>
    <dgm:cxn modelId="{00DF80C4-9E82-46DC-9194-54444F474A68}" type="presParOf" srcId="{493FD634-3C6D-4963-9AA4-98F3C195EC93}" destId="{677547AD-0D03-4570-A045-2EB7C9923881}" srcOrd="0" destOrd="0" presId="urn:microsoft.com/office/officeart/2005/8/layout/radial1"/>
    <dgm:cxn modelId="{C548A63B-6A31-4443-9ECA-2081FA050D69}" type="presParOf" srcId="{CD8299BE-B70C-4140-9E8E-928ADDD9C2F8}" destId="{10AA4863-7730-4EB9-8CB8-348EF4CDEC27}" srcOrd="6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E1B864-DDE3-4FA5-BC35-C9150FFC1322}">
      <dsp:nvSpPr>
        <dsp:cNvPr id="0" name=""/>
        <dsp:cNvSpPr/>
      </dsp:nvSpPr>
      <dsp:spPr>
        <a:xfrm>
          <a:off x="4676922" y="329703"/>
          <a:ext cx="1683478" cy="168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 истории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действуют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законы</a:t>
          </a:r>
        </a:p>
      </dsp:txBody>
      <dsp:txXfrm>
        <a:off x="4676922" y="329703"/>
        <a:ext cx="1683478" cy="1683478"/>
      </dsp:txXfrm>
    </dsp:sp>
    <dsp:sp modelId="{902A132E-9C54-4ED6-B2C2-F9B27A128509}">
      <dsp:nvSpPr>
        <dsp:cNvPr id="0" name=""/>
        <dsp:cNvSpPr/>
      </dsp:nvSpPr>
      <dsp:spPr>
        <a:xfrm>
          <a:off x="2115891" y="-669"/>
          <a:ext cx="3977179" cy="3977179"/>
        </a:xfrm>
        <a:prstGeom prst="circularArrow">
          <a:avLst>
            <a:gd name="adj1" fmla="val 8254"/>
            <a:gd name="adj2" fmla="val 576594"/>
            <a:gd name="adj3" fmla="val 2961674"/>
            <a:gd name="adj4" fmla="val 53184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95C4F-7E26-4FA9-B113-242F75570FBD}">
      <dsp:nvSpPr>
        <dsp:cNvPr id="0" name=""/>
        <dsp:cNvSpPr/>
      </dsp:nvSpPr>
      <dsp:spPr>
        <a:xfrm>
          <a:off x="3262742" y="2779136"/>
          <a:ext cx="1683478" cy="168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понять,</a:t>
          </a:r>
          <a:endParaRPr kumimoji="0" lang="ru-RU" altLang="ru-RU" sz="2200" b="0" i="0" u="none" strike="noStrike" kern="1200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что действует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 </a:t>
          </a:r>
          <a:r>
            <a:rPr kumimoji="0" lang="ru-RU" altLang="ru-RU" sz="2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истории,</a:t>
          </a:r>
          <a:endParaRPr kumimoji="0" lang="ru-RU" altLang="ru-RU" sz="2200" b="0" i="0" u="none" strike="noStrike" kern="1200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Arial" charset="0"/>
          </a:endParaRP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невозможно</a:t>
          </a:r>
        </a:p>
      </dsp:txBody>
      <dsp:txXfrm>
        <a:off x="3262742" y="2779136"/>
        <a:ext cx="1683478" cy="1683478"/>
      </dsp:txXfrm>
    </dsp:sp>
    <dsp:sp modelId="{AD7449AD-AB23-4168-99B4-EFA0B4C04649}">
      <dsp:nvSpPr>
        <dsp:cNvPr id="0" name=""/>
        <dsp:cNvSpPr/>
      </dsp:nvSpPr>
      <dsp:spPr>
        <a:xfrm>
          <a:off x="2115891" y="-669"/>
          <a:ext cx="3977179" cy="3977179"/>
        </a:xfrm>
        <a:prstGeom prst="circularArrow">
          <a:avLst>
            <a:gd name="adj1" fmla="val 8254"/>
            <a:gd name="adj2" fmla="val 576594"/>
            <a:gd name="adj3" fmla="val 10170222"/>
            <a:gd name="adj4" fmla="val 7261733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968BC-B6EA-4749-A069-4FA65B1B8B22}">
      <dsp:nvSpPr>
        <dsp:cNvPr id="0" name=""/>
        <dsp:cNvSpPr/>
      </dsp:nvSpPr>
      <dsp:spPr>
        <a:xfrm>
          <a:off x="1848561" y="329703"/>
          <a:ext cx="1683478" cy="16834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в истории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действует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2200" b="0" i="0" u="none" strike="noStrike" kern="1200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rPr>
            <a:t>чья-то воля</a:t>
          </a:r>
        </a:p>
      </dsp:txBody>
      <dsp:txXfrm>
        <a:off x="1848561" y="329703"/>
        <a:ext cx="1683478" cy="1683478"/>
      </dsp:txXfrm>
    </dsp:sp>
    <dsp:sp modelId="{A77A6D97-E650-42FF-87DF-DF9DBFBD2601}">
      <dsp:nvSpPr>
        <dsp:cNvPr id="0" name=""/>
        <dsp:cNvSpPr/>
      </dsp:nvSpPr>
      <dsp:spPr>
        <a:xfrm>
          <a:off x="2115891" y="-669"/>
          <a:ext cx="3977179" cy="3977179"/>
        </a:xfrm>
        <a:prstGeom prst="circularArrow">
          <a:avLst>
            <a:gd name="adj1" fmla="val 8254"/>
            <a:gd name="adj2" fmla="val 576594"/>
            <a:gd name="adj3" fmla="val 16854684"/>
            <a:gd name="adj4" fmla="val 14968723"/>
            <a:gd name="adj5" fmla="val 963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EF3236-3905-41BB-A8BF-9814F24C8F25}">
      <dsp:nvSpPr>
        <dsp:cNvPr id="0" name=""/>
        <dsp:cNvSpPr/>
      </dsp:nvSpPr>
      <dsp:spPr>
        <a:xfrm>
          <a:off x="4104481" y="1819316"/>
          <a:ext cx="3520055" cy="244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183"/>
              </a:lnTo>
              <a:lnTo>
                <a:pt x="3520055" y="122183"/>
              </a:lnTo>
              <a:lnTo>
                <a:pt x="3520055" y="24436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DB3D9C-A395-499F-B141-EA549A6AEAC3}">
      <dsp:nvSpPr>
        <dsp:cNvPr id="0" name=""/>
        <dsp:cNvSpPr/>
      </dsp:nvSpPr>
      <dsp:spPr>
        <a:xfrm>
          <a:off x="4104481" y="1819316"/>
          <a:ext cx="2112033" cy="244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183"/>
              </a:lnTo>
              <a:lnTo>
                <a:pt x="2112033" y="122183"/>
              </a:lnTo>
              <a:lnTo>
                <a:pt x="2112033" y="24436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67954-7425-463C-AE21-02EDF5FF393C}">
      <dsp:nvSpPr>
        <dsp:cNvPr id="0" name=""/>
        <dsp:cNvSpPr/>
      </dsp:nvSpPr>
      <dsp:spPr>
        <a:xfrm>
          <a:off x="4762772" y="2645511"/>
          <a:ext cx="91440" cy="244367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44367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9B4BCF-5B1E-4DAF-ADF8-98EAE94B28E2}">
      <dsp:nvSpPr>
        <dsp:cNvPr id="0" name=""/>
        <dsp:cNvSpPr/>
      </dsp:nvSpPr>
      <dsp:spPr>
        <a:xfrm>
          <a:off x="4104481" y="1819316"/>
          <a:ext cx="704011" cy="244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22183"/>
              </a:lnTo>
              <a:lnTo>
                <a:pt x="704011" y="122183"/>
              </a:lnTo>
              <a:lnTo>
                <a:pt x="704011" y="24436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DB7349-CC9A-476B-BD5C-38F7B6F12ACF}">
      <dsp:nvSpPr>
        <dsp:cNvPr id="0" name=""/>
        <dsp:cNvSpPr/>
      </dsp:nvSpPr>
      <dsp:spPr>
        <a:xfrm>
          <a:off x="3278286" y="2645511"/>
          <a:ext cx="122183" cy="535281"/>
        </a:xfrm>
        <a:custGeom>
          <a:avLst/>
          <a:gdLst/>
          <a:ahLst/>
          <a:cxnLst/>
          <a:rect l="0" t="0" r="0" b="0"/>
          <a:pathLst>
            <a:path>
              <a:moveTo>
                <a:pt x="122183" y="0"/>
              </a:moveTo>
              <a:lnTo>
                <a:pt x="122183" y="535281"/>
              </a:lnTo>
              <a:lnTo>
                <a:pt x="0" y="535281"/>
              </a:lnTo>
            </a:path>
          </a:pathLst>
        </a:custGeom>
        <a:noFill/>
        <a:ln w="285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1EBCD9-69D9-4EFE-BC5E-12423707E227}">
      <dsp:nvSpPr>
        <dsp:cNvPr id="0" name=""/>
        <dsp:cNvSpPr/>
      </dsp:nvSpPr>
      <dsp:spPr>
        <a:xfrm>
          <a:off x="3400470" y="1819316"/>
          <a:ext cx="704011" cy="244367"/>
        </a:xfrm>
        <a:custGeom>
          <a:avLst/>
          <a:gdLst/>
          <a:ahLst/>
          <a:cxnLst/>
          <a:rect l="0" t="0" r="0" b="0"/>
          <a:pathLst>
            <a:path>
              <a:moveTo>
                <a:pt x="704011" y="0"/>
              </a:moveTo>
              <a:lnTo>
                <a:pt x="704011" y="122183"/>
              </a:lnTo>
              <a:lnTo>
                <a:pt x="0" y="122183"/>
              </a:lnTo>
              <a:lnTo>
                <a:pt x="0" y="24436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1116D3-CE84-450A-9513-2153547B9073}">
      <dsp:nvSpPr>
        <dsp:cNvPr id="0" name=""/>
        <dsp:cNvSpPr/>
      </dsp:nvSpPr>
      <dsp:spPr>
        <a:xfrm>
          <a:off x="1992448" y="1819316"/>
          <a:ext cx="2112033" cy="244367"/>
        </a:xfrm>
        <a:custGeom>
          <a:avLst/>
          <a:gdLst/>
          <a:ahLst/>
          <a:cxnLst/>
          <a:rect l="0" t="0" r="0" b="0"/>
          <a:pathLst>
            <a:path>
              <a:moveTo>
                <a:pt x="2112033" y="0"/>
              </a:moveTo>
              <a:lnTo>
                <a:pt x="2112033" y="122183"/>
              </a:lnTo>
              <a:lnTo>
                <a:pt x="0" y="122183"/>
              </a:lnTo>
              <a:lnTo>
                <a:pt x="0" y="24436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31837A-D20E-4F3C-937D-8BA87976EAF9}">
      <dsp:nvSpPr>
        <dsp:cNvPr id="0" name=""/>
        <dsp:cNvSpPr/>
      </dsp:nvSpPr>
      <dsp:spPr>
        <a:xfrm>
          <a:off x="584426" y="1819316"/>
          <a:ext cx="3520055" cy="244367"/>
        </a:xfrm>
        <a:custGeom>
          <a:avLst/>
          <a:gdLst/>
          <a:ahLst/>
          <a:cxnLst/>
          <a:rect l="0" t="0" r="0" b="0"/>
          <a:pathLst>
            <a:path>
              <a:moveTo>
                <a:pt x="3520055" y="0"/>
              </a:moveTo>
              <a:lnTo>
                <a:pt x="3520055" y="122183"/>
              </a:lnTo>
              <a:lnTo>
                <a:pt x="0" y="122183"/>
              </a:lnTo>
              <a:lnTo>
                <a:pt x="0" y="244367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0411682-E17A-4D19-9DF6-A281A3E95980}">
      <dsp:nvSpPr>
        <dsp:cNvPr id="0" name=""/>
        <dsp:cNvSpPr/>
      </dsp:nvSpPr>
      <dsp:spPr>
        <a:xfrm>
          <a:off x="3522654" y="1237489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1" i="0" u="none" strike="noStrike" kern="1200" cap="none" normalizeH="0" baseline="0" smtClean="0">
              <a:ln/>
              <a:effectLst/>
              <a:latin typeface="Arial" charset="0"/>
            </a:rPr>
            <a:t>ВОЛЯ:</a:t>
          </a:r>
          <a:endParaRPr kumimoji="0" lang="ru-RU" altLang="ru-RU" sz="1200" b="1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3522654" y="1237489"/>
        <a:ext cx="1163654" cy="581827"/>
      </dsp:txXfrm>
    </dsp:sp>
    <dsp:sp modelId="{4CF81C07-EE9C-4134-8C63-47E9311D3D1E}">
      <dsp:nvSpPr>
        <dsp:cNvPr id="0" name=""/>
        <dsp:cNvSpPr/>
      </dsp:nvSpPr>
      <dsp:spPr>
        <a:xfrm>
          <a:off x="2599" y="2063683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Богов</a:t>
          </a:r>
          <a:endParaRPr kumimoji="0" lang="ru-RU" altLang="ru-RU" sz="12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2599" y="2063683"/>
        <a:ext cx="1163654" cy="581827"/>
      </dsp:txXfrm>
    </dsp:sp>
    <dsp:sp modelId="{8E28B8FD-627E-49EF-AB11-CBD7C45F5142}">
      <dsp:nvSpPr>
        <dsp:cNvPr id="0" name=""/>
        <dsp:cNvSpPr/>
      </dsp:nvSpPr>
      <dsp:spPr>
        <a:xfrm>
          <a:off x="1410621" y="2063683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Судьбы</a:t>
          </a:r>
        </a:p>
      </dsp:txBody>
      <dsp:txXfrm>
        <a:off x="1410621" y="2063683"/>
        <a:ext cx="1163654" cy="581827"/>
      </dsp:txXfrm>
    </dsp:sp>
    <dsp:sp modelId="{B7883DC7-BC61-4FB7-A3A0-43F1187279D7}">
      <dsp:nvSpPr>
        <dsp:cNvPr id="0" name=""/>
        <dsp:cNvSpPr/>
      </dsp:nvSpPr>
      <dsp:spPr>
        <a:xfrm>
          <a:off x="2818643" y="2063683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Бога</a:t>
          </a:r>
        </a:p>
      </dsp:txBody>
      <dsp:txXfrm>
        <a:off x="2818643" y="2063683"/>
        <a:ext cx="1163654" cy="581827"/>
      </dsp:txXfrm>
    </dsp:sp>
    <dsp:sp modelId="{7FE83492-C6FC-441C-87E0-E96CF0B7EF3C}">
      <dsp:nvSpPr>
        <dsp:cNvPr id="0" name=""/>
        <dsp:cNvSpPr/>
      </dsp:nvSpPr>
      <dsp:spPr>
        <a:xfrm>
          <a:off x="2114632" y="2889878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dirty="0" smtClean="0">
              <a:ln/>
              <a:effectLst/>
              <a:latin typeface="Arial" charset="0"/>
            </a:rPr>
            <a:t>Пророка</a:t>
          </a:r>
        </a:p>
      </dsp:txBody>
      <dsp:txXfrm>
        <a:off x="2114632" y="2889878"/>
        <a:ext cx="1163654" cy="581827"/>
      </dsp:txXfrm>
    </dsp:sp>
    <dsp:sp modelId="{8D636140-39B2-47C0-99FE-A0F0D5D2F4CD}">
      <dsp:nvSpPr>
        <dsp:cNvPr id="0" name=""/>
        <dsp:cNvSpPr/>
      </dsp:nvSpPr>
      <dsp:spPr>
        <a:xfrm>
          <a:off x="4226665" y="2063683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Бога</a:t>
          </a:r>
        </a:p>
      </dsp:txBody>
      <dsp:txXfrm>
        <a:off x="4226665" y="2063683"/>
        <a:ext cx="1163654" cy="581827"/>
      </dsp:txXfrm>
    </dsp:sp>
    <dsp:sp modelId="{7413C027-6463-4281-96ED-80A3AE190B57}">
      <dsp:nvSpPr>
        <dsp:cNvPr id="0" name=""/>
        <dsp:cNvSpPr/>
      </dsp:nvSpPr>
      <dsp:spPr>
        <a:xfrm>
          <a:off x="4226665" y="2889878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Героя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1200" b="0" i="0" u="none" strike="noStrike" kern="1200" cap="none" normalizeH="0" baseline="0" smtClean="0">
            <a:ln/>
            <a:effectLst/>
            <a:latin typeface="Arial" charset="0"/>
          </a:endParaRPr>
        </a:p>
      </dsp:txBody>
      <dsp:txXfrm>
        <a:off x="4226665" y="2889878"/>
        <a:ext cx="1163654" cy="581827"/>
      </dsp:txXfrm>
    </dsp:sp>
    <dsp:sp modelId="{F881257F-35EF-4D58-8E40-5E9113C5505C}">
      <dsp:nvSpPr>
        <dsp:cNvPr id="0" name=""/>
        <dsp:cNvSpPr/>
      </dsp:nvSpPr>
      <dsp:spPr>
        <a:xfrm>
          <a:off x="5634687" y="2063683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Критически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мыслящей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личности</a:t>
          </a:r>
          <a:endParaRPr kumimoji="0" lang="ru-RU" altLang="ru-RU" sz="12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5634687" y="2063683"/>
        <a:ext cx="1163654" cy="581827"/>
      </dsp:txXfrm>
    </dsp:sp>
    <dsp:sp modelId="{D10CB829-3BF1-4BB9-86F6-42BD818E6486}">
      <dsp:nvSpPr>
        <dsp:cNvPr id="0" name=""/>
        <dsp:cNvSpPr/>
      </dsp:nvSpPr>
      <dsp:spPr>
        <a:xfrm>
          <a:off x="7042709" y="2063683"/>
          <a:ext cx="1163654" cy="58182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Пассио-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200" b="0" i="0" u="none" strike="noStrike" kern="1200" cap="none" normalizeH="0" baseline="0" smtClean="0">
              <a:ln/>
              <a:effectLst/>
              <a:latin typeface="Arial" charset="0"/>
            </a:rPr>
            <a:t>нариев</a:t>
          </a:r>
          <a:endParaRPr kumimoji="0" lang="ru-RU" altLang="ru-RU" sz="1200" b="0" i="0" u="none" strike="noStrike" kern="1200" cap="none" normalizeH="0" baseline="0" dirty="0" smtClean="0">
            <a:ln/>
            <a:effectLst/>
            <a:latin typeface="Arial" charset="0"/>
          </a:endParaRPr>
        </a:p>
      </dsp:txBody>
      <dsp:txXfrm>
        <a:off x="7042709" y="2063683"/>
        <a:ext cx="1163654" cy="5818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947324-DB50-461A-8F70-BCFD6634CFEB}">
      <dsp:nvSpPr>
        <dsp:cNvPr id="0" name=""/>
        <dsp:cNvSpPr/>
      </dsp:nvSpPr>
      <dsp:spPr>
        <a:xfrm>
          <a:off x="2808316" y="1755903"/>
          <a:ext cx="2191272" cy="14126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 prst="convex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kern="1200" cap="none" normalizeH="0" baseline="0" dirty="0" smtClean="0">
              <a:ln/>
              <a:effectLst/>
              <a:latin typeface="Comic Sans MS" pitchFamily="66" charset="0"/>
            </a:rPr>
            <a:t>исторические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kern="1200" cap="none" normalizeH="0" baseline="0" dirty="0" smtClean="0">
              <a:ln/>
              <a:effectLst/>
              <a:latin typeface="Comic Sans MS" pitchFamily="66" charset="0"/>
            </a:rPr>
            <a:t>события</a:t>
          </a:r>
        </a:p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endParaRPr kumimoji="0" lang="ru-RU" altLang="ru-RU" sz="1600" b="0" i="0" u="none" strike="noStrike" kern="1200" cap="none" normalizeH="0" baseline="0" dirty="0" smtClean="0">
            <a:ln/>
            <a:effectLst/>
            <a:latin typeface="Comic Sans MS" pitchFamily="66" charset="0"/>
          </a:endParaRPr>
        </a:p>
      </dsp:txBody>
      <dsp:txXfrm>
        <a:off x="3129220" y="1962777"/>
        <a:ext cx="1549464" cy="998873"/>
      </dsp:txXfrm>
    </dsp:sp>
    <dsp:sp modelId="{5409443D-B796-49A5-A818-A50543288D5F}">
      <dsp:nvSpPr>
        <dsp:cNvPr id="0" name=""/>
        <dsp:cNvSpPr/>
      </dsp:nvSpPr>
      <dsp:spPr>
        <a:xfrm rot="16233146">
          <a:off x="3740753" y="1568063"/>
          <a:ext cx="343327" cy="32396"/>
        </a:xfrm>
        <a:custGeom>
          <a:avLst/>
          <a:gdLst/>
          <a:ahLst/>
          <a:cxnLst/>
          <a:rect l="0" t="0" r="0" b="0"/>
          <a:pathLst>
            <a:path>
              <a:moveTo>
                <a:pt x="0" y="16198"/>
              </a:moveTo>
              <a:lnTo>
                <a:pt x="343327" y="16198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convex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3903834" y="1575678"/>
        <a:ext cx="17166" cy="17166"/>
      </dsp:txXfrm>
    </dsp:sp>
    <dsp:sp modelId="{FFC0815A-DB89-46C6-BA8C-028FE6A85C97}">
      <dsp:nvSpPr>
        <dsp:cNvPr id="0" name=""/>
        <dsp:cNvSpPr/>
      </dsp:nvSpPr>
      <dsp:spPr>
        <a:xfrm>
          <a:off x="2898992" y="0"/>
          <a:ext cx="2043780" cy="14126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 prst="convex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kern="1200" cap="none" normalizeH="0" baseline="0" dirty="0" smtClean="0">
              <a:ln/>
              <a:effectLst/>
              <a:latin typeface="Comic Sans MS" pitchFamily="66" charset="0"/>
            </a:rPr>
            <a:t>уникальны</a:t>
          </a:r>
        </a:p>
      </dsp:txBody>
      <dsp:txXfrm>
        <a:off x="3198297" y="206874"/>
        <a:ext cx="1445170" cy="998873"/>
      </dsp:txXfrm>
    </dsp:sp>
    <dsp:sp modelId="{B77A5FE3-631E-4155-A018-065C078EACEF}">
      <dsp:nvSpPr>
        <dsp:cNvPr id="0" name=""/>
        <dsp:cNvSpPr/>
      </dsp:nvSpPr>
      <dsp:spPr>
        <a:xfrm rot="1463309">
          <a:off x="4782437" y="2934282"/>
          <a:ext cx="396934" cy="32396"/>
        </a:xfrm>
        <a:custGeom>
          <a:avLst/>
          <a:gdLst/>
          <a:ahLst/>
          <a:cxnLst/>
          <a:rect l="0" t="0" r="0" b="0"/>
          <a:pathLst>
            <a:path>
              <a:moveTo>
                <a:pt x="0" y="16198"/>
              </a:moveTo>
              <a:lnTo>
                <a:pt x="396934" y="16198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convex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>
        <a:off x="4970981" y="2940557"/>
        <a:ext cx="19846" cy="19846"/>
      </dsp:txXfrm>
    </dsp:sp>
    <dsp:sp modelId="{8F5FC071-9B0F-4E16-BE21-61DE51442FCC}">
      <dsp:nvSpPr>
        <dsp:cNvPr id="0" name=""/>
        <dsp:cNvSpPr/>
      </dsp:nvSpPr>
      <dsp:spPr>
        <a:xfrm>
          <a:off x="4896538" y="2764016"/>
          <a:ext cx="2461944" cy="14126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 prst="convex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kern="1200" cap="none" normalizeH="0" baseline="0" smtClean="0">
              <a:ln/>
              <a:effectLst/>
              <a:latin typeface="Comic Sans MS" pitchFamily="66" charset="0"/>
            </a:rPr>
            <a:t>случайны</a:t>
          </a:r>
        </a:p>
      </dsp:txBody>
      <dsp:txXfrm>
        <a:off x="5257081" y="2970890"/>
        <a:ext cx="1740858" cy="998873"/>
      </dsp:txXfrm>
    </dsp:sp>
    <dsp:sp modelId="{493FD634-3C6D-4963-9AA4-98F3C195EC93}">
      <dsp:nvSpPr>
        <dsp:cNvPr id="0" name=""/>
        <dsp:cNvSpPr/>
      </dsp:nvSpPr>
      <dsp:spPr>
        <a:xfrm rot="9142402">
          <a:off x="2797796" y="2954036"/>
          <a:ext cx="271004" cy="32396"/>
        </a:xfrm>
        <a:custGeom>
          <a:avLst/>
          <a:gdLst/>
          <a:ahLst/>
          <a:cxnLst/>
          <a:rect l="0" t="0" r="0" b="0"/>
          <a:pathLst>
            <a:path>
              <a:moveTo>
                <a:pt x="0" y="16198"/>
              </a:moveTo>
              <a:lnTo>
                <a:pt x="271004" y="16198"/>
              </a:lnTo>
            </a:path>
          </a:pathLst>
        </a:custGeom>
        <a:noFill/>
        <a:ln w="285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/>
        </a:scene3d>
        <a:sp3d>
          <a:bevelT prst="convex"/>
        </a:sp3d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500" kern="1200"/>
        </a:p>
      </dsp:txBody>
      <dsp:txXfrm rot="10800000">
        <a:off x="2926523" y="2963459"/>
        <a:ext cx="13550" cy="13550"/>
      </dsp:txXfrm>
    </dsp:sp>
    <dsp:sp modelId="{10AA4863-7730-4EB9-8CB8-348EF4CDEC27}">
      <dsp:nvSpPr>
        <dsp:cNvPr id="0" name=""/>
        <dsp:cNvSpPr/>
      </dsp:nvSpPr>
      <dsp:spPr>
        <a:xfrm>
          <a:off x="745773" y="2791549"/>
          <a:ext cx="2358823" cy="141262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 prst="convex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marR="0" lvl="0" indent="0" algn="ctr" defTabSz="914400" rtl="0" eaLnBrk="1" fontAlgn="base" latinLnBrk="0" hangingPunct="1">
            <a:lnSpc>
              <a:spcPct val="100000"/>
            </a:lnSpc>
            <a:spcBef>
              <a:spcPct val="0"/>
            </a:spcBef>
            <a:spcAft>
              <a:spcPct val="0"/>
            </a:spcAft>
            <a:buClrTx/>
            <a:buSzTx/>
            <a:buFontTx/>
            <a:buNone/>
            <a:tabLst/>
          </a:pPr>
          <a:r>
            <a:rPr kumimoji="0" lang="ru-RU" altLang="ru-RU" sz="1600" b="0" i="0" u="none" strike="noStrike" kern="1200" cap="none" normalizeH="0" baseline="0" dirty="0" smtClean="0">
              <a:ln/>
              <a:effectLst/>
              <a:latin typeface="Comic Sans MS" pitchFamily="66" charset="0"/>
            </a:rPr>
            <a:t>необъяснимы</a:t>
          </a:r>
        </a:p>
      </dsp:txBody>
      <dsp:txXfrm>
        <a:off x="1091215" y="2998423"/>
        <a:ext cx="1667939" cy="9988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782CFE-499A-4D08-A9E7-36BC4EA4FC8B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719436-FC47-4A41-9115-84B9BE967761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57BD6F-D0EB-4264-B650-9A666E9DF3BF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F774C7-0CFA-475B-AF9B-5CFC06BA326A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CCB569-936F-42F2-8A71-1CC0AD284A9B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00F4D9A-5905-4683-B5BC-991CA04C536F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445E7C-BA3A-4B36-B53C-449CAEAF427A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CE126E-85A4-40DE-8088-545388EC8BC4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6265A7-EF8F-4DB4-BC75-5AE7D7B3C101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D027E46-CA44-43F9-BFAB-C64D12C8527F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7E97AD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1BEACE-5252-42A7-BAC0-22977EBC717C}" type="slidenum">
              <a:rPr lang="ru-RU" smtClean="0">
                <a:solidFill>
                  <a:srgbClr val="7E97AD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47BE89-FA0F-4A53-A7B2-63201D2310A5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055173-DE3C-4308-A72D-8433FBEAE55B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420A98-0864-4ACE-9A5A-47E6C5117A4E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A5686E-DD2B-4A2D-9E12-38B37C9FF259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73E097-1467-41EB-87FB-6140AC156A99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83A472-06D4-44C8-A145-43CFF38A008E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85D32B-8834-4BB5-B679-78223305E272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E66ED5-3C23-4070-A2FE-65EABB3EA413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8A92CC-6846-4C68-B246-A009A48E7216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7098DF-D0F4-482D-8A70-CECF85F96331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274992-2C1D-46F9-B497-EA830D6515F6}" type="slidenum">
              <a:rPr lang="ru-RU" smtClean="0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/>
          </p:nvPr>
        </p:nvSpPr>
        <p:spPr>
          <a:xfrm>
            <a:off x="685800" y="152400"/>
            <a:ext cx="7696200" cy="5334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1371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35560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67183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3102C6-1EDC-4867-8F6A-81783D0F4360}" type="slidenum">
              <a:rPr lang="ru-RU">
                <a:solidFill>
                  <a:srgbClr val="F0A22E">
                    <a:shade val="75000"/>
                  </a:srgbClr>
                </a:solidFill>
              </a:rPr>
              <a:pPr>
                <a:defRPr/>
              </a:pPr>
              <a:t>‹#›</a:t>
            </a:fld>
            <a:endParaRPr lang="ru-RU">
              <a:solidFill>
                <a:srgbClr val="F0A22E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5218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ru-RU">
              <a:solidFill>
                <a:srgbClr val="7E97AD">
                  <a:shade val="75000"/>
                </a:srgbClr>
              </a:solidFill>
              <a:latin typeface="Comic Sans MS" pitchFamily="66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ru-RU">
              <a:solidFill>
                <a:srgbClr val="7E97AD">
                  <a:shade val="75000"/>
                </a:srgbClr>
              </a:solidFill>
              <a:latin typeface="Comic Sans MS" pitchFamily="66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fld id="{A11C9B50-CB1B-4DB0-A63F-EB9A55460D66}" type="slidenum">
              <a:rPr lang="ru-RU" smtClean="0">
                <a:solidFill>
                  <a:srgbClr val="7E97AD">
                    <a:shade val="75000"/>
                  </a:srgbClr>
                </a:solidFill>
                <a:latin typeface="Comic Sans MS" pitchFamily="66" charset="0"/>
              </a:rPr>
              <a:pPr fontAlgn="base">
                <a:spcBef>
                  <a:spcPct val="20000"/>
                </a:spcBef>
                <a:spcAft>
                  <a:spcPct val="0"/>
                </a:spcAft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  <a:latin typeface="Comic Sans MS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6002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ru-RU">
              <a:solidFill>
                <a:srgbClr val="7E97AD">
                  <a:shade val="75000"/>
                </a:srgbClr>
              </a:solidFill>
              <a:latin typeface="Comic Sans MS" pitchFamily="66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endParaRPr lang="ru-RU">
              <a:solidFill>
                <a:srgbClr val="7E97AD">
                  <a:shade val="75000"/>
                </a:srgbClr>
              </a:solidFill>
              <a:latin typeface="Comic Sans MS" pitchFamily="66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pPr fontAlgn="base">
              <a:spcBef>
                <a:spcPct val="20000"/>
              </a:spcBef>
              <a:spcAft>
                <a:spcPct val="0"/>
              </a:spcAft>
              <a:defRPr/>
            </a:pPr>
            <a:fld id="{A11C9B50-CB1B-4DB0-A63F-EB9A55460D66}" type="slidenum">
              <a:rPr lang="ru-RU" smtClean="0">
                <a:solidFill>
                  <a:srgbClr val="7E97AD">
                    <a:shade val="75000"/>
                  </a:srgbClr>
                </a:solidFill>
                <a:latin typeface="Comic Sans MS" pitchFamily="66" charset="0"/>
              </a:rPr>
              <a:pPr fontAlgn="base">
                <a:spcBef>
                  <a:spcPct val="20000"/>
                </a:spcBef>
                <a:spcAft>
                  <a:spcPct val="0"/>
                </a:spcAft>
                <a:defRPr/>
              </a:pPr>
              <a:t>‹#›</a:t>
            </a:fld>
            <a:endParaRPr lang="ru-RU" dirty="0">
              <a:solidFill>
                <a:srgbClr val="7E97AD">
                  <a:shade val="75000"/>
                </a:srgbClr>
              </a:solidFill>
              <a:latin typeface="Comic Sans MS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  <p:sldLayoutId id="2147483727" r:id="rId12"/>
  </p:sldLayoutIdLst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://img0.liveinternet.ru/images/attach/c/0/45/460/45460285_Giovan_Battista_Vico.jpg" TargetMode="Externa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http://img.oboz.obozrevatel.com/files/NewsPhoto/2009/02/09/284851/145863_image_large.jpg" TargetMode="Externa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://www.i-u.ru/biblio/persons/p804/photo/photo.jpg" TargetMode="Externa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://www.1917.com/Marxism/Marx/Marx.jpeg" TargetMode="Externa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hyperlink" Target="http://www.controluce.it/images/stories/filosofia/CarlHempel-W.jpg" TargetMode="Externa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hyperlink" Target="http://www.hnet.ru/files/3(387).jpg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://www.ethno.germes.ru/photo/people/f4d9116e1821bf1beabe.jpg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://www.letralia.com/158/spengler.jpg" TargetMode="Externa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15616" y="1916832"/>
            <a:ext cx="7344816" cy="1224136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4800" smtClean="0"/>
              <a:t>История России</a:t>
            </a:r>
            <a:endParaRPr lang="ru-RU" sz="4800" b="1" dirty="0" smtClean="0"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19672" y="3933056"/>
            <a:ext cx="6032500" cy="1512168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ru-RU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Лекция</a:t>
            </a:r>
            <a:r>
              <a:rPr lang="ru-RU" sz="3200" b="1" dirty="0" smtClean="0">
                <a:latin typeface="Batang" panose="02030600000101010101" pitchFamily="18" charset="-127"/>
                <a:ea typeface="Batang" panose="02030600000101010101" pitchFamily="18" charset="-127"/>
              </a:rPr>
              <a:t>1</a:t>
            </a:r>
            <a:r>
              <a:rPr lang="ru-RU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br>
              <a:rPr lang="ru-RU" sz="3200" b="1" dirty="0">
                <a:latin typeface="Batang" panose="02030600000101010101" pitchFamily="18" charset="-127"/>
                <a:ea typeface="Batang" panose="02030600000101010101" pitchFamily="18" charset="-127"/>
              </a:rPr>
            </a:br>
            <a:r>
              <a:rPr lang="ru-RU" sz="3200" b="1" dirty="0">
                <a:latin typeface="Batang" panose="02030600000101010101" pitchFamily="18" charset="-127"/>
                <a:ea typeface="Batang" panose="02030600000101010101" pitchFamily="18" charset="-127"/>
              </a:rPr>
              <a:t>История как наука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endParaRPr lang="ru-RU" sz="4400" dirty="0" smtClean="0"/>
          </a:p>
        </p:txBody>
      </p:sp>
    </p:spTree>
    <p:extLst>
      <p:ext uri="{BB962C8B-B14F-4D97-AF65-F5344CB8AC3E}">
        <p14:creationId xmlns:p14="http://schemas.microsoft.com/office/powerpoint/2010/main" val="113391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План: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 eaLnBrk="1" hangingPunct="1">
              <a:buFontTx/>
              <a:buAutoNum type="arabicPeriod"/>
            </a:pPr>
            <a:r>
              <a:rPr lang="ru-RU" altLang="ru-RU" dirty="0" smtClean="0"/>
              <a:t>Историческое объяснение: цели, задачи, варианты.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ru-RU" altLang="ru-RU" dirty="0" smtClean="0"/>
              <a:t>Прогрессивный подход</a:t>
            </a:r>
          </a:p>
          <a:p>
            <a:pPr marL="609600" indent="-609600" eaLnBrk="1" hangingPunct="1">
              <a:buFontTx/>
              <a:buAutoNum type="arabicPeriod"/>
            </a:pPr>
            <a:r>
              <a:rPr lang="ru-RU" altLang="ru-RU" dirty="0" smtClean="0"/>
              <a:t>Цивилизационный подход к объяснению истории человечества.</a:t>
            </a:r>
          </a:p>
          <a:p>
            <a:pPr marL="609600" indent="-609600" eaLnBrk="1" hangingPunct="1"/>
            <a:endParaRPr lang="ru-RU" altLang="ru-RU" dirty="0" smtClean="0"/>
          </a:p>
        </p:txBody>
      </p:sp>
    </p:spTree>
    <p:extLst>
      <p:ext uri="{BB962C8B-B14F-4D97-AF65-F5344CB8AC3E}">
        <p14:creationId xmlns:p14="http://schemas.microsoft.com/office/powerpoint/2010/main" val="332803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224136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b="1" dirty="0" smtClean="0"/>
              <a:t>История</a:t>
            </a:r>
            <a:r>
              <a:rPr lang="ru-RU" sz="3200" dirty="0" smtClean="0"/>
              <a:t> </a:t>
            </a:r>
            <a:r>
              <a:rPr lang="ru-RU" sz="3200" dirty="0" smtClean="0"/>
              <a:t>(от </a:t>
            </a:r>
            <a:r>
              <a:rPr lang="ru-RU" sz="3200" dirty="0" smtClean="0"/>
              <a:t>греческого </a:t>
            </a:r>
            <a:r>
              <a:rPr lang="ru-RU" sz="3200" dirty="0" err="1" smtClean="0"/>
              <a:t>historia</a:t>
            </a:r>
            <a:r>
              <a:rPr lang="ru-RU" sz="3200" dirty="0" smtClean="0"/>
              <a:t>) – </a:t>
            </a:r>
            <a:r>
              <a:rPr lang="ru-RU" sz="3200" dirty="0" smtClean="0"/>
              <a:t>рассказ о прошлых событиях</a:t>
            </a:r>
            <a:r>
              <a:rPr lang="ru-RU" sz="4000" dirty="0" smtClean="0"/>
              <a:t> 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323850" y="1773238"/>
            <a:ext cx="8229600" cy="4237037"/>
          </a:xfrm>
        </p:spPr>
        <p:txBody>
          <a:bodyPr/>
          <a:lstStyle/>
          <a:p>
            <a:pPr algn="just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ru-RU" altLang="ru-RU" sz="2800" dirty="0" smtClean="0"/>
              <a:t>	«Нижеследующие изыскания Геродот </a:t>
            </a:r>
            <a:r>
              <a:rPr lang="ru-RU" altLang="ru-RU" sz="2800" dirty="0" err="1" smtClean="0"/>
              <a:t>Галикарнасец</a:t>
            </a:r>
            <a:r>
              <a:rPr lang="ru-RU" altLang="ru-RU" sz="2800" dirty="0" smtClean="0"/>
              <a:t> представляет для того, чтобы от времени не изгладились из нашей памяти деяния людей, а также, чтобы не были бесславно забыты огромные и удивления достойные сооружения, исполненные, частью эллинами, частью варварами, главным же образом для того, чтобы не была забыта причина, по которой возникла между ними война».</a:t>
            </a:r>
          </a:p>
        </p:txBody>
      </p:sp>
    </p:spTree>
    <p:extLst>
      <p:ext uri="{BB962C8B-B14F-4D97-AF65-F5344CB8AC3E}">
        <p14:creationId xmlns:p14="http://schemas.microsoft.com/office/powerpoint/2010/main" val="317045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История изучает: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554163"/>
            <a:ext cx="8686800" cy="2522537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ru-RU" altLang="ru-RU" sz="2000" smtClean="0"/>
              <a:t>События.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000" smtClean="0"/>
              <a:t>Формы взаимодействия людей в прошлом (экономическая история, политическая история и т.п.).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000" smtClean="0"/>
              <a:t> Социальные структуры и общественные институты (история классов или сословий, гендерная история, история партий и т.п).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000" smtClean="0"/>
              <a:t>Ментальные структуры и их проявления (история верований, идей, представлений, традиций, обычаев).</a:t>
            </a:r>
          </a:p>
          <a:p>
            <a:pPr eaLnBrk="1" hangingPunct="1">
              <a:lnSpc>
                <a:spcPct val="90000"/>
              </a:lnSpc>
            </a:pPr>
            <a:endParaRPr lang="ru-RU" altLang="ru-RU" sz="2400" smtClean="0"/>
          </a:p>
        </p:txBody>
      </p:sp>
      <p:sp>
        <p:nvSpPr>
          <p:cNvPr id="2" name="Скругленный прямоугольник 1"/>
          <p:cNvSpPr/>
          <p:nvPr/>
        </p:nvSpPr>
        <p:spPr>
          <a:xfrm>
            <a:off x="684213" y="4221088"/>
            <a:ext cx="7848600" cy="180022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000000"/>
                </a:solidFill>
              </a:rPr>
              <a:t>МЕНТАЛЬНОСТЬ (от лат. mens—ум, мышление, образ мыслей, душевный склад) — относительно устойчивая совокупность установок и предрасположенностей индивида или социальной группы воспринимать мир определенным образом.</a:t>
            </a:r>
          </a:p>
          <a:p>
            <a:pPr algn="r" fontAlgn="base">
              <a:spcBef>
                <a:spcPct val="20000"/>
              </a:spcBef>
              <a:spcAft>
                <a:spcPct val="0"/>
              </a:spcAft>
              <a:defRPr/>
            </a:pPr>
            <a:r>
              <a:rPr lang="ru-RU" dirty="0">
                <a:solidFill>
                  <a:srgbClr val="000000"/>
                </a:solidFill>
              </a:rPr>
              <a:t>Новая философская энциклопедия, 2003 г.</a:t>
            </a:r>
          </a:p>
        </p:txBody>
      </p:sp>
    </p:spTree>
    <p:extLst>
      <p:ext uri="{BB962C8B-B14F-4D97-AF65-F5344CB8AC3E}">
        <p14:creationId xmlns:p14="http://schemas.microsoft.com/office/powerpoint/2010/main" val="2870405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936104"/>
          </a:xfrm>
        </p:spPr>
        <p:txBody>
          <a:bodyPr/>
          <a:lstStyle/>
          <a:p>
            <a:r>
              <a:rPr lang="ru-RU" dirty="0"/>
              <a:t>Что может история?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Представить факты: что/кто, где, когда.</a:t>
            </a:r>
          </a:p>
          <a:p>
            <a:r>
              <a:rPr lang="ru-RU" dirty="0" smtClean="0"/>
              <a:t>Объяснить эти факты (установить между ними  связь).</a:t>
            </a:r>
          </a:p>
          <a:p>
            <a:r>
              <a:rPr lang="ru-RU" dirty="0" smtClean="0"/>
              <a:t>Указать на то, что связь событий и явлений формирует тренд и процесс.</a:t>
            </a:r>
          </a:p>
          <a:p>
            <a:r>
              <a:rPr lang="ru-RU" dirty="0" smtClean="0"/>
              <a:t>Указать на причины событий/явлений.</a:t>
            </a:r>
          </a:p>
          <a:p>
            <a:r>
              <a:rPr lang="ru-RU" dirty="0" smtClean="0"/>
              <a:t>Обозначить направление </a:t>
            </a:r>
            <a:r>
              <a:rPr lang="ru-RU" dirty="0" smtClean="0"/>
              <a:t>развития </a:t>
            </a:r>
            <a:r>
              <a:rPr lang="ru-RU" dirty="0" smtClean="0"/>
              <a:t>процессов.</a:t>
            </a:r>
          </a:p>
          <a:p>
            <a:r>
              <a:rPr lang="ru-RU" dirty="0" smtClean="0"/>
              <a:t>Выявить закономерности (?) протекавших в прошлом процессов.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26887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/>
          <a:lstStyle/>
          <a:p>
            <a:r>
              <a:rPr lang="ru-RU" dirty="0" smtClean="0"/>
              <a:t>Что ждут от истории?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032449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Все запомнить и сохранить (функция памяти).</a:t>
            </a:r>
          </a:p>
          <a:p>
            <a:r>
              <a:rPr lang="ru-RU" b="1" dirty="0" smtClean="0"/>
              <a:t>Предложить инструменты и методы для установления новых фактов и явления прошлого (функция инструментальная).</a:t>
            </a:r>
          </a:p>
          <a:p>
            <a:r>
              <a:rPr lang="ru-RU" b="1" dirty="0" smtClean="0"/>
              <a:t>Предложить фактический материал и набор концепций для понимания прошлого (функция объяснения).</a:t>
            </a:r>
          </a:p>
          <a:p>
            <a:r>
              <a:rPr lang="ru-RU" b="1" dirty="0" smtClean="0"/>
              <a:t>Предложить инструментарий для понимания событий, явлений и процессов современности (функция практики).</a:t>
            </a:r>
          </a:p>
          <a:p>
            <a:r>
              <a:rPr lang="ru-RU" dirty="0" smtClean="0"/>
              <a:t>Дать примеры хорошего/плохого действия (функция назидания/воспитания).</a:t>
            </a:r>
          </a:p>
          <a:p>
            <a:r>
              <a:rPr lang="ru-RU" dirty="0" smtClean="0"/>
              <a:t>Предложить материал для художественных произведений (функция эстетическая).</a:t>
            </a:r>
          </a:p>
          <a:p>
            <a:r>
              <a:rPr lang="ru-RU" dirty="0" smtClean="0"/>
              <a:t>Дать обоснования правильности действий групп интересов в современности (функция пропаганды).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899592" y="5301208"/>
            <a:ext cx="7200800" cy="86409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Жирным выделены функции, соотносимые с задачами науки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79226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141156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4400" dirty="0" smtClean="0"/>
              <a:t>Основы объяснения прошлого:</a:t>
            </a: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2046157176"/>
              </p:ext>
            </p:extLst>
          </p:nvPr>
        </p:nvGraphicFramePr>
        <p:xfrm>
          <a:off x="431800" y="1585913"/>
          <a:ext cx="8208963" cy="4464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93632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414592" cy="9731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dirty="0" smtClean="0"/>
              <a:t>В истории действует</a:t>
            </a:r>
          </a:p>
        </p:txBody>
      </p:sp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4016496689"/>
              </p:ext>
            </p:extLst>
          </p:nvPr>
        </p:nvGraphicFramePr>
        <p:xfrm>
          <a:off x="431800" y="1340768"/>
          <a:ext cx="8208963" cy="4709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Скругленный прямоугольник 2"/>
          <p:cNvSpPr/>
          <p:nvPr/>
        </p:nvSpPr>
        <p:spPr>
          <a:xfrm>
            <a:off x="1979712" y="1412776"/>
            <a:ext cx="4968552" cy="6480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Вариант 1 (исторически)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00131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8229600" cy="792088"/>
          </a:xfrm>
        </p:spPr>
        <p:txBody>
          <a:bodyPr/>
          <a:lstStyle/>
          <a:p>
            <a:r>
              <a:rPr lang="ru-RU" sz="3600" dirty="0" smtClean="0"/>
              <a:t>В истории действует судьба</a:t>
            </a:r>
            <a:endParaRPr lang="ru-RU" sz="3600" dirty="0"/>
          </a:p>
        </p:txBody>
      </p:sp>
      <p:pic>
        <p:nvPicPr>
          <p:cNvPr id="1026" name="Picture 2" descr="D:\Pictures\Культурология\il_340x270.443739014_5ks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556792"/>
            <a:ext cx="3646561" cy="289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683568" y="4797152"/>
            <a:ext cx="3456384" cy="10081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Ахиллесу предназначено умереть под </a:t>
            </a:r>
            <a:r>
              <a:rPr lang="ru-RU" dirty="0"/>
              <a:t>Т</a:t>
            </a:r>
            <a:r>
              <a:rPr lang="ru-RU" dirty="0" smtClean="0"/>
              <a:t>роей</a:t>
            </a:r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1556793"/>
            <a:ext cx="3626971" cy="29482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5004048" y="4797152"/>
            <a:ext cx="3626971" cy="10081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Судьба Эдипа: убить отца и жениться на матери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3246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864096"/>
          </a:xfrm>
        </p:spPr>
        <p:txBody>
          <a:bodyPr/>
          <a:lstStyle/>
          <a:p>
            <a:r>
              <a:rPr lang="ru-RU" sz="4000" dirty="0" smtClean="0"/>
              <a:t>Пророк выполняет волю Бога</a:t>
            </a:r>
            <a:endParaRPr lang="ru-RU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56792"/>
            <a:ext cx="3430249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Скругленный прямоугольник 2"/>
          <p:cNvSpPr/>
          <p:nvPr/>
        </p:nvSpPr>
        <p:spPr>
          <a:xfrm>
            <a:off x="755576" y="5013176"/>
            <a:ext cx="3430249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Бог </a:t>
            </a:r>
            <a:r>
              <a:rPr lang="ru-RU" dirty="0" smtClean="0"/>
              <a:t>говорит </a:t>
            </a:r>
            <a:r>
              <a:rPr lang="ru-RU" dirty="0" smtClean="0"/>
              <a:t>с Моисеем из горящего куста</a:t>
            </a:r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556792"/>
            <a:ext cx="4017568" cy="3024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4572000" y="5013176"/>
            <a:ext cx="3528392" cy="86409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Архангел Джебраил диктует Мухаммеду тексты Корана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38404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720080"/>
          </a:xfrm>
        </p:spPr>
        <p:txBody>
          <a:bodyPr/>
          <a:lstStyle/>
          <a:p>
            <a:r>
              <a:rPr lang="ru-RU" sz="2800" dirty="0" smtClean="0"/>
              <a:t>Бог и Сатана спорят о том, кто творит историю</a:t>
            </a:r>
            <a:endParaRPr lang="ru-RU" sz="2800" dirty="0"/>
          </a:p>
        </p:txBody>
      </p:sp>
      <p:pic>
        <p:nvPicPr>
          <p:cNvPr id="3076" name="Picture 4" descr="http://kolizej.at.ua/_ph/133/17744365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268760"/>
            <a:ext cx="7169151" cy="3589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ый прямоугольник 3"/>
          <p:cNvSpPr/>
          <p:nvPr/>
        </p:nvSpPr>
        <p:spPr>
          <a:xfrm>
            <a:off x="2123728" y="5301208"/>
            <a:ext cx="5400600" cy="7200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Иов Многострадальный на гноище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2487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60648"/>
            <a:ext cx="8229600" cy="1008112"/>
          </a:xfrm>
        </p:spPr>
        <p:txBody>
          <a:bodyPr/>
          <a:lstStyle/>
          <a:p>
            <a:r>
              <a:rPr lang="ru-RU" sz="3200" dirty="0" smtClean="0"/>
              <a:t>Историю творят Герои</a:t>
            </a:r>
            <a:endParaRPr lang="ru-RU" sz="32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911846"/>
            <a:ext cx="1824453" cy="1949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899592" y="4149080"/>
            <a:ext cx="1824453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mtClean="0"/>
              <a:t>Герой Античности</a:t>
            </a:r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5896" y="1911846"/>
            <a:ext cx="1682703" cy="2677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Скругленный прямоугольник 5"/>
          <p:cNvSpPr/>
          <p:nvPr/>
        </p:nvSpPr>
        <p:spPr>
          <a:xfrm>
            <a:off x="3419872" y="4869160"/>
            <a:ext cx="2160240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Герой Средневековья</a:t>
            </a:r>
            <a:endParaRPr lang="ru-RU" dirty="0"/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0192" y="1911846"/>
            <a:ext cx="1775774" cy="25215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Скругленный прямоугольник 7"/>
          <p:cNvSpPr/>
          <p:nvPr/>
        </p:nvSpPr>
        <p:spPr>
          <a:xfrm>
            <a:off x="6300192" y="4689140"/>
            <a:ext cx="1872208" cy="111612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Герой</a:t>
            </a:r>
          </a:p>
          <a:p>
            <a:pPr algn="ctr"/>
            <a:r>
              <a:rPr lang="ru-RU" dirty="0" smtClean="0"/>
              <a:t>Нового времени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457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404664"/>
            <a:ext cx="8229600" cy="576064"/>
          </a:xfrm>
        </p:spPr>
        <p:txBody>
          <a:bodyPr/>
          <a:lstStyle/>
          <a:p>
            <a:r>
              <a:rPr lang="ru-RU" sz="3200" dirty="0" smtClean="0"/>
              <a:t>Герои и толпа</a:t>
            </a:r>
            <a:endParaRPr lang="ru-RU" sz="3200" dirty="0"/>
          </a:p>
        </p:txBody>
      </p:sp>
      <p:pic>
        <p:nvPicPr>
          <p:cNvPr id="4098" name="Picture 2" descr="http://husain-off.ru/hg7n/album/33_al2/images/097_al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412776"/>
            <a:ext cx="5332140" cy="3691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Скругленный прямоугольник 4"/>
          <p:cNvSpPr/>
          <p:nvPr/>
        </p:nvSpPr>
        <p:spPr>
          <a:xfrm>
            <a:off x="1907704" y="5373216"/>
            <a:ext cx="5260132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Народовольцы убивают императора Александра </a:t>
            </a:r>
            <a:r>
              <a:rPr lang="en-US" dirty="0" smtClean="0"/>
              <a:t>II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68421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332656"/>
            <a:ext cx="8229600" cy="720080"/>
          </a:xfrm>
        </p:spPr>
        <p:txBody>
          <a:bodyPr/>
          <a:lstStyle/>
          <a:p>
            <a:pPr>
              <a:defRPr/>
            </a:pPr>
            <a:r>
              <a:rPr lang="ru-RU" sz="3200" dirty="0" smtClean="0"/>
              <a:t>В истории действуют</a:t>
            </a:r>
            <a:endParaRPr lang="ru-RU" sz="3200" dirty="0"/>
          </a:p>
        </p:txBody>
      </p:sp>
      <p:sp>
        <p:nvSpPr>
          <p:cNvPr id="19459" name="Объект 2"/>
          <p:cNvSpPr>
            <a:spLocks noGrp="1"/>
          </p:cNvSpPr>
          <p:nvPr>
            <p:ph idx="1"/>
          </p:nvPr>
        </p:nvSpPr>
        <p:spPr>
          <a:xfrm>
            <a:off x="323528" y="2348880"/>
            <a:ext cx="8686800" cy="2592288"/>
          </a:xfrm>
        </p:spPr>
        <p:txBody>
          <a:bodyPr/>
          <a:lstStyle/>
          <a:p>
            <a:pPr marL="0" indent="0">
              <a:buNone/>
            </a:pPr>
            <a:r>
              <a:rPr lang="ru-RU" altLang="ru-RU" dirty="0" smtClean="0"/>
              <a:t>Законы, то есть такие формы связей между предметами и явлениями, которые:</a:t>
            </a:r>
          </a:p>
          <a:p>
            <a:r>
              <a:rPr lang="ru-RU" altLang="ru-RU" dirty="0" smtClean="0"/>
              <a:t>не зависят от чье-то воли (они объективны).</a:t>
            </a:r>
          </a:p>
          <a:p>
            <a:r>
              <a:rPr lang="ru-RU" altLang="ru-RU" dirty="0" smtClean="0"/>
              <a:t>одинаковы в одних и тех же условиях.</a:t>
            </a:r>
          </a:p>
          <a:p>
            <a:r>
              <a:rPr lang="ru-RU" altLang="ru-RU" dirty="0" smtClean="0"/>
              <a:t>могут быть выявлены, повторены (смоделированы) и использованы в практике человечества.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3131840" y="1268760"/>
            <a:ext cx="2880320" cy="72008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Вариант 2</a:t>
            </a:r>
            <a:endParaRPr lang="ru-RU" sz="2000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1187624" y="5301208"/>
            <a:ext cx="6768752" cy="864096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1" u="sng" dirty="0" smtClean="0"/>
              <a:t>Проблема:</a:t>
            </a:r>
            <a:r>
              <a:rPr lang="ru-RU" dirty="0" smtClean="0"/>
              <a:t> в отличие от естественных наук, в истории нельзя добиться одинаковых условий протекания процессов.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8128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64807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dirty="0" smtClean="0"/>
              <a:t>Генетическое объяснение</a:t>
            </a:r>
          </a:p>
        </p:txBody>
      </p:sp>
      <p:sp>
        <p:nvSpPr>
          <p:cNvPr id="20483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84213" y="1341438"/>
            <a:ext cx="3241675" cy="4476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200" b="1" smtClean="0"/>
              <a:t>Джамбаттиста Вико</a:t>
            </a:r>
          </a:p>
        </p:txBody>
      </p:sp>
      <p:sp>
        <p:nvSpPr>
          <p:cNvPr id="20484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4197350" y="1828800"/>
            <a:ext cx="4184650" cy="3657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900" dirty="0" smtClean="0"/>
              <a:t>В казуальных законах</a:t>
            </a:r>
          </a:p>
          <a:p>
            <a:pPr eaLnBrk="1" hangingPunct="1">
              <a:buFontTx/>
              <a:buNone/>
            </a:pPr>
            <a:r>
              <a:rPr lang="ru-RU" altLang="ru-RU" sz="2900" dirty="0" smtClean="0"/>
              <a:t>выражается связь</a:t>
            </a:r>
          </a:p>
          <a:p>
            <a:pPr eaLnBrk="1" hangingPunct="1">
              <a:buFontTx/>
              <a:buNone/>
            </a:pPr>
            <a:r>
              <a:rPr lang="ru-RU" altLang="ru-RU" sz="2900" dirty="0" smtClean="0"/>
              <a:t>двух фактов,</a:t>
            </a:r>
          </a:p>
          <a:p>
            <a:pPr eaLnBrk="1" hangingPunct="1">
              <a:buFontTx/>
              <a:buNone/>
            </a:pPr>
            <a:r>
              <a:rPr lang="ru-RU" altLang="ru-RU" sz="2900" dirty="0" smtClean="0"/>
              <a:t>находящихся между</a:t>
            </a:r>
          </a:p>
          <a:p>
            <a:pPr eaLnBrk="1" hangingPunct="1">
              <a:buFontTx/>
              <a:buNone/>
            </a:pPr>
            <a:r>
              <a:rPr lang="ru-RU" altLang="ru-RU" sz="2900" dirty="0" smtClean="0"/>
              <a:t>собой </a:t>
            </a:r>
            <a:r>
              <a:rPr lang="ru-RU" altLang="ru-RU" sz="2900" dirty="0" smtClean="0"/>
              <a:t>в </a:t>
            </a:r>
            <a:r>
              <a:rPr lang="ru-RU" altLang="ru-RU" sz="2900" dirty="0" smtClean="0"/>
              <a:t>отношении</a:t>
            </a:r>
          </a:p>
          <a:p>
            <a:pPr eaLnBrk="1" hangingPunct="1">
              <a:buFontTx/>
              <a:buNone/>
            </a:pPr>
            <a:r>
              <a:rPr lang="ru-RU" altLang="ru-RU" sz="2900" dirty="0" smtClean="0"/>
              <a:t>причины и следствия</a:t>
            </a:r>
            <a:r>
              <a:rPr lang="ru-RU" altLang="ru-RU" dirty="0" smtClean="0"/>
              <a:t> </a:t>
            </a:r>
          </a:p>
        </p:txBody>
      </p:sp>
      <p:pic>
        <p:nvPicPr>
          <p:cNvPr id="20485" name="Picture 7" descr="Картинка 2 из 1005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060575"/>
            <a:ext cx="30861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104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04664"/>
            <a:ext cx="8229600" cy="576064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 smtClean="0"/>
              <a:t>История зависима от </a:t>
            </a:r>
            <a:r>
              <a:rPr lang="ru-RU" sz="3200" dirty="0" smtClean="0"/>
              <a:t>природы</a:t>
            </a:r>
            <a:endParaRPr lang="ru-RU" sz="3200" dirty="0" smtClean="0"/>
          </a:p>
        </p:txBody>
      </p:sp>
      <p:sp>
        <p:nvSpPr>
          <p:cNvPr id="21507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11188" y="1341438"/>
            <a:ext cx="3776662" cy="374650"/>
          </a:xfrm>
        </p:spPr>
        <p:txBody>
          <a:bodyPr>
            <a:normAutofit fontScale="92500" lnSpcReduction="20000"/>
          </a:bodyPr>
          <a:lstStyle/>
          <a:p>
            <a:pPr algn="ctr" eaLnBrk="1" hangingPunct="1">
              <a:buFontTx/>
              <a:buNone/>
            </a:pPr>
            <a:r>
              <a:rPr lang="ru-RU" altLang="ru-RU" sz="2400" smtClean="0"/>
              <a:t>Монтескье</a:t>
            </a:r>
          </a:p>
          <a:p>
            <a:pPr algn="ctr" eaLnBrk="1" hangingPunct="1">
              <a:buFontTx/>
              <a:buNone/>
            </a:pPr>
            <a:endParaRPr lang="ru-RU" altLang="ru-RU" sz="2400" smtClean="0"/>
          </a:p>
        </p:txBody>
      </p:sp>
      <p:sp>
        <p:nvSpPr>
          <p:cNvPr id="21508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4605338" y="1828800"/>
            <a:ext cx="3776662" cy="3657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2400" dirty="0" smtClean="0"/>
              <a:t>Природные условия:</a:t>
            </a:r>
          </a:p>
          <a:p>
            <a:pPr eaLnBrk="1" hangingPunct="1"/>
            <a:r>
              <a:rPr lang="ru-RU" altLang="ru-RU" sz="2400" dirty="0" smtClean="0"/>
              <a:t>территория,</a:t>
            </a:r>
          </a:p>
          <a:p>
            <a:pPr eaLnBrk="1" hangingPunct="1"/>
            <a:r>
              <a:rPr lang="ru-RU" altLang="ru-RU" sz="2400" dirty="0" smtClean="0"/>
              <a:t>климат,</a:t>
            </a:r>
            <a:endParaRPr lang="ru-RU" altLang="ru-RU" sz="2400" dirty="0" smtClean="0"/>
          </a:p>
          <a:p>
            <a:pPr eaLnBrk="1" hangingPunct="1"/>
            <a:r>
              <a:rPr lang="ru-RU" altLang="ru-RU" sz="2400" dirty="0" smtClean="0"/>
              <a:t>почва,</a:t>
            </a:r>
          </a:p>
          <a:p>
            <a:pPr eaLnBrk="1" hangingPunct="1">
              <a:buFontTx/>
              <a:buNone/>
            </a:pPr>
            <a:r>
              <a:rPr lang="ru-RU" altLang="ru-RU" sz="2400" dirty="0" smtClean="0"/>
              <a:t>определяют характер</a:t>
            </a:r>
          </a:p>
          <a:p>
            <a:pPr eaLnBrk="1" hangingPunct="1">
              <a:buFontTx/>
              <a:buNone/>
            </a:pPr>
            <a:r>
              <a:rPr lang="ru-RU" altLang="ru-RU" sz="2400" dirty="0" smtClean="0"/>
              <a:t>народа и его историю </a:t>
            </a:r>
          </a:p>
        </p:txBody>
      </p:sp>
      <p:pic>
        <p:nvPicPr>
          <p:cNvPr id="21509" name="Picture 9" descr="Картинка 8 из 1224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6500" y="1916113"/>
            <a:ext cx="28860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690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4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870700" cy="900113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3200" dirty="0" smtClean="0"/>
              <a:t>Социальные законы</a:t>
            </a:r>
          </a:p>
        </p:txBody>
      </p:sp>
      <p:sp>
        <p:nvSpPr>
          <p:cNvPr id="22531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1042988" y="1341438"/>
            <a:ext cx="2305050" cy="519112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ru-RU" altLang="ru-RU" sz="3200" smtClean="0"/>
              <a:t>   В. Вундт</a:t>
            </a:r>
          </a:p>
        </p:txBody>
      </p:sp>
      <p:sp>
        <p:nvSpPr>
          <p:cNvPr id="22532" name="Rectangle 6"/>
          <p:cNvSpPr>
            <a:spLocks noGrp="1" noChangeArrowheads="1"/>
          </p:cNvSpPr>
          <p:nvPr>
            <p:ph sz="quarter" idx="13"/>
          </p:nvPr>
        </p:nvSpPr>
        <p:spPr>
          <a:xfrm>
            <a:off x="3924300" y="1341438"/>
            <a:ext cx="4762500" cy="446405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ru-RU" altLang="ru-RU" sz="2200" smtClean="0"/>
              <a:t>«Согласно закону социальных равнодействующих, - говорит Вундт, - каждое данное состояние в общем всегда сводится к одновременно имеющимся слагаемым, которые соединяются в нем для единого совместного действия».</a:t>
            </a:r>
          </a:p>
          <a:p>
            <a:pPr eaLnBrk="1" hangingPunct="1">
              <a:lnSpc>
                <a:spcPct val="80000"/>
              </a:lnSpc>
            </a:pPr>
            <a:r>
              <a:rPr lang="ru-RU" altLang="ru-RU" sz="2200" smtClean="0"/>
              <a:t>«Закону социальных контрастов подчиняются все те процессы социальной жизни, при которых определенные явления повышаются благодаря своей противоположности с другими предшествующими или одновременными явлениями». </a:t>
            </a:r>
          </a:p>
        </p:txBody>
      </p:sp>
      <p:pic>
        <p:nvPicPr>
          <p:cNvPr id="22533" name="Picture 8" descr="Картинка 8 из 91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2060575"/>
            <a:ext cx="2160588" cy="324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7684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1339552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ru-RU" sz="2800" b="1" dirty="0" smtClean="0"/>
              <a:t>Законы истории – частный	 случай всеобщих законов</a:t>
            </a:r>
          </a:p>
        </p:txBody>
      </p:sp>
      <p:sp>
        <p:nvSpPr>
          <p:cNvPr id="23557" name="Rectangle 5"/>
          <p:cNvSpPr>
            <a:spLocks noGrp="1" noChangeArrowheads="1"/>
          </p:cNvSpPr>
          <p:nvPr>
            <p:ph sz="half" idx="2"/>
          </p:nvPr>
        </p:nvSpPr>
        <p:spPr>
          <a:xfrm>
            <a:off x="1187450" y="1700213"/>
            <a:ext cx="2232025" cy="376237"/>
          </a:xfrm>
        </p:spPr>
        <p:txBody>
          <a:bodyPr rtlCol="0">
            <a:normAutofit fontScale="92500" lnSpcReduction="20000"/>
          </a:bodyPr>
          <a:lstStyle/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b="1" dirty="0" smtClean="0"/>
              <a:t>Карл Маркс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endParaRPr lang="ru-RU" b="1" dirty="0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sz="quarter" idx="13"/>
          </p:nvPr>
        </p:nvSpPr>
        <p:spPr>
          <a:xfrm>
            <a:off x="3995936" y="1828800"/>
            <a:ext cx="4608512" cy="3657600"/>
          </a:xfrm>
        </p:spPr>
        <p:txBody>
          <a:bodyPr rtlCol="0">
            <a:noAutofit/>
          </a:bodyPr>
          <a:lstStyle/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800" dirty="0" smtClean="0"/>
              <a:t>Законы классовой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800" dirty="0" smtClean="0"/>
              <a:t>борьбы являются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800" dirty="0" smtClean="0"/>
              <a:t>воплощением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800" dirty="0" smtClean="0"/>
              <a:t>общего закона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800" dirty="0" smtClean="0"/>
              <a:t>«единства и борьбы</a:t>
            </a:r>
          </a:p>
          <a:p>
            <a:pPr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sz="2800" dirty="0" smtClean="0"/>
              <a:t>противоположностей».</a:t>
            </a:r>
          </a:p>
        </p:txBody>
      </p:sp>
      <p:pic>
        <p:nvPicPr>
          <p:cNvPr id="2" name="Picture 8" descr="Картинка 1 из 37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2133600"/>
            <a:ext cx="3048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3659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870700" cy="111601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ru-RU" sz="2800" dirty="0" smtClean="0"/>
              <a:t>В истории прямо действуют всеобщие законы</a:t>
            </a:r>
          </a:p>
        </p:txBody>
      </p:sp>
      <p:sp>
        <p:nvSpPr>
          <p:cNvPr id="24579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836613" y="1557338"/>
            <a:ext cx="3240087" cy="431800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sz="2000" smtClean="0"/>
              <a:t>Карл Густав Гемпель</a:t>
            </a:r>
          </a:p>
        </p:txBody>
      </p:sp>
      <p:sp>
        <p:nvSpPr>
          <p:cNvPr id="24580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4067175" y="1557338"/>
            <a:ext cx="4619625" cy="4568825"/>
          </a:xfrm>
        </p:spPr>
        <p:txBody>
          <a:bodyPr/>
          <a:lstStyle/>
          <a:p>
            <a:pPr algn="just" eaLnBrk="1" hangingPunct="1">
              <a:buFontTx/>
              <a:buNone/>
            </a:pPr>
            <a:r>
              <a:rPr lang="ru-RU" altLang="ru-RU" sz="1800" dirty="0" smtClean="0"/>
              <a:t>	</a:t>
            </a:r>
            <a:r>
              <a:rPr lang="ru-RU" altLang="ru-RU" sz="1900" dirty="0" smtClean="0"/>
              <a:t>Даже если историк стремится ограничить свое исследование до "чистого описания" прошлого, не пытаясь дать объяснений (…), он постоянно будет использовать </a:t>
            </a:r>
            <a:r>
              <a:rPr lang="ru-RU" altLang="ru-RU" sz="1900" b="1" dirty="0" smtClean="0"/>
              <a:t>общие законы</a:t>
            </a:r>
            <a:r>
              <a:rPr lang="ru-RU" altLang="ru-RU" sz="1900" dirty="0" smtClean="0"/>
              <a:t>, поскольку объектом его исследований будет прошлое, никогда недоступное прямому изучению. Он должен вырабатывать свое знание косвенными методами: посредством использования универсальных гипотез, связывающих его настоящие данные с событиями прошлого.</a:t>
            </a:r>
          </a:p>
        </p:txBody>
      </p:sp>
      <p:pic>
        <p:nvPicPr>
          <p:cNvPr id="24581" name="Picture 7" descr="Картинка 5 из 38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625" y="2133600"/>
            <a:ext cx="2786063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142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Схема 1"/>
          <p:cNvGraphicFramePr/>
          <p:nvPr>
            <p:extLst>
              <p:ext uri="{D42A27DB-BD31-4B8C-83A1-F6EECF244321}">
                <p14:modId xmlns:p14="http://schemas.microsoft.com/office/powerpoint/2010/main" val="3651123246"/>
              </p:ext>
            </p:extLst>
          </p:nvPr>
        </p:nvGraphicFramePr>
        <p:xfrm>
          <a:off x="539552" y="1889125"/>
          <a:ext cx="7848798" cy="42041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10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67544" y="548680"/>
            <a:ext cx="7885881" cy="864195"/>
          </a:xfrm>
        </p:spPr>
        <p:txBody>
          <a:bodyPr>
            <a:normAutofit fontScale="90000"/>
          </a:bodyPr>
          <a:lstStyle/>
          <a:p>
            <a:pPr eaLnBrk="1" fontAlgn="auto" hangingPunct="1">
              <a:lnSpc>
                <a:spcPct val="100000"/>
              </a:lnSpc>
              <a:spcAft>
                <a:spcPts val="0"/>
              </a:spcAft>
              <a:defRPr/>
            </a:pPr>
            <a:r>
              <a:rPr lang="ru-RU" sz="2800" b="1" dirty="0" smtClean="0"/>
              <a:t>Установить, </a:t>
            </a:r>
            <a:r>
              <a:rPr lang="ru-RU" sz="2800" b="1" dirty="0" smtClean="0"/>
              <a:t>чем определяется характер исторических событий, невозможно, так как:</a:t>
            </a:r>
          </a:p>
        </p:txBody>
      </p:sp>
    </p:spTree>
    <p:extLst>
      <p:ext uri="{BB962C8B-B14F-4D97-AF65-F5344CB8AC3E}">
        <p14:creationId xmlns:p14="http://schemas.microsoft.com/office/powerpoint/2010/main" val="90395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6870700" cy="7874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 smtClean="0"/>
              <a:t>Прогрессивный подход к истории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975"/>
            <a:ext cx="8229600" cy="4608513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В истории существует прогресс, то есть всемирное движение к улучшению:</a:t>
            </a:r>
            <a:endParaRPr lang="ru-RU" altLang="ru-RU" sz="2400" smtClean="0"/>
          </a:p>
          <a:p>
            <a:pPr eaLnBrk="1" hangingPunct="1">
              <a:lnSpc>
                <a:spcPct val="90000"/>
              </a:lnSpc>
            </a:pPr>
            <a:r>
              <a:rPr lang="ru-RU" altLang="ru-RU" sz="2400" smtClean="0"/>
              <a:t>И.Г. Гердер: в использовании сил, которые даны человечеству для совершенствования разума и нравов и позитивного влияния индивидов друг на друга.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smtClean="0"/>
              <a:t>Г.В.Ф. Гегель:  в самопознании человечества, а через него – Бога.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smtClean="0"/>
              <a:t>К. Маркс: средств производства и общественных отношений.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smtClean="0"/>
              <a:t>Р. Дж. Коллингвуд: личности.</a:t>
            </a:r>
          </a:p>
          <a:p>
            <a:pPr eaLnBrk="1" hangingPunct="1">
              <a:lnSpc>
                <a:spcPct val="90000"/>
              </a:lnSpc>
            </a:pPr>
            <a:r>
              <a:rPr lang="ru-RU" altLang="ru-RU" sz="2400" smtClean="0"/>
              <a:t>Ф. Бродель: социальных структур.</a:t>
            </a:r>
          </a:p>
        </p:txBody>
      </p:sp>
    </p:spTree>
    <p:extLst>
      <p:ext uri="{BB962C8B-B14F-4D97-AF65-F5344CB8AC3E}">
        <p14:creationId xmlns:p14="http://schemas.microsoft.com/office/powerpoint/2010/main" val="882552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847013" cy="1260475"/>
          </a:xfrm>
        </p:spPr>
        <p:txBody>
          <a:bodyPr/>
          <a:lstStyle/>
          <a:p>
            <a:pPr fontAlgn="auto">
              <a:lnSpc>
                <a:spcPts val="3000"/>
              </a:lnSpc>
              <a:spcAft>
                <a:spcPts val="0"/>
              </a:spcAft>
              <a:defRPr/>
            </a:pPr>
            <a:r>
              <a:rPr lang="ru-RU" sz="3600" dirty="0" smtClean="0"/>
              <a:t>Позитивизм – первый вариант прогрессивного подхода к истории человечества</a:t>
            </a:r>
          </a:p>
        </p:txBody>
      </p:sp>
      <p:pic>
        <p:nvPicPr>
          <p:cNvPr id="31748" name="Picture 5" descr="neandertha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3573016"/>
            <a:ext cx="1870075" cy="271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49" name="Picture 7" descr="skifgol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0318" y="3140968"/>
            <a:ext cx="2736850" cy="2249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750" name="Picture 9" descr="39194329_1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2532" y="2204864"/>
            <a:ext cx="2398712" cy="2881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Скругленный прямоугольник 1"/>
          <p:cNvSpPr/>
          <p:nvPr/>
        </p:nvSpPr>
        <p:spPr>
          <a:xfrm>
            <a:off x="899592" y="2780928"/>
            <a:ext cx="1800200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дикость</a:t>
            </a:r>
            <a:endParaRPr lang="ru-RU" dirty="0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3139083" y="2312876"/>
            <a:ext cx="2304256" cy="3600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варварство</a:t>
            </a:r>
            <a:endParaRPr lang="ru-RU" dirty="0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6212532" y="1556792"/>
            <a:ext cx="2247900" cy="43204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цивилизация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147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7920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 smtClean="0"/>
              <a:t>Цивилизационный подход к истории (1)</a:t>
            </a:r>
          </a:p>
        </p:txBody>
      </p:sp>
      <p:sp>
        <p:nvSpPr>
          <p:cNvPr id="28676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44525" y="1412875"/>
            <a:ext cx="3776663" cy="376238"/>
          </a:xfrm>
        </p:spPr>
        <p:txBody>
          <a:bodyPr rtlCol="0">
            <a:normAutofit fontScale="92500" lnSpcReduction="20000"/>
          </a:bodyPr>
          <a:lstStyle/>
          <a:p>
            <a:pPr algn="ctr" eaLnBrk="1" fontAlgn="auto" hangingPunct="1">
              <a:spcAft>
                <a:spcPts val="0"/>
              </a:spcAft>
              <a:buFontTx/>
              <a:buNone/>
              <a:defRPr/>
            </a:pPr>
            <a:r>
              <a:rPr lang="ru-RU" b="1" dirty="0" smtClean="0"/>
              <a:t>Фридрих Шеллинг</a:t>
            </a:r>
          </a:p>
        </p:txBody>
      </p:sp>
      <p:sp>
        <p:nvSpPr>
          <p:cNvPr id="27652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4356100" y="1828800"/>
            <a:ext cx="4319588" cy="3255963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Tx/>
              <a:buNone/>
            </a:pPr>
            <a:r>
              <a:rPr lang="ru-RU" altLang="ru-RU" sz="2400" smtClean="0"/>
              <a:t>„История должна быть понята, как система качественно различных времён, каждое из которых связано со специфическим типом религиозного сознания и божественного откровения” </a:t>
            </a:r>
          </a:p>
        </p:txBody>
      </p:sp>
      <p:pic>
        <p:nvPicPr>
          <p:cNvPr id="27653" name="Picture 7" descr="Картинка 2 из 221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625" y="1844675"/>
            <a:ext cx="31242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2667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4"/>
          <p:cNvSpPr>
            <a:spLocks noGrp="1" noChangeArrowheads="1"/>
          </p:cNvSpPr>
          <p:nvPr>
            <p:ph type="title"/>
          </p:nvPr>
        </p:nvSpPr>
        <p:spPr>
          <a:xfrm>
            <a:off x="457200" y="260648"/>
            <a:ext cx="8229600" cy="864096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 smtClean="0"/>
              <a:t>Цивилизационный подход к истории (2)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663575" y="1341438"/>
            <a:ext cx="3188345" cy="447675"/>
          </a:xfrm>
        </p:spPr>
        <p:txBody>
          <a:bodyPr/>
          <a:lstStyle/>
          <a:p>
            <a:pPr algn="ctr" eaLnBrk="1" hangingPunct="1">
              <a:lnSpc>
                <a:spcPct val="80000"/>
              </a:lnSpc>
              <a:buFontTx/>
              <a:buNone/>
            </a:pPr>
            <a:r>
              <a:rPr lang="ru-RU" altLang="ru-RU" b="1" dirty="0" smtClean="0"/>
              <a:t>Н. Я. Данилевский</a:t>
            </a:r>
          </a:p>
        </p:txBody>
      </p:sp>
      <p:sp>
        <p:nvSpPr>
          <p:cNvPr id="30725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3779912" y="1484784"/>
            <a:ext cx="4895776" cy="4752528"/>
          </a:xfrm>
        </p:spPr>
        <p:txBody>
          <a:bodyPr rtlCol="0">
            <a:noAutofit/>
          </a:bodyPr>
          <a:lstStyle/>
          <a:p>
            <a:pPr marL="381000" indent="-381000" algn="ctr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b="1" dirty="0" smtClean="0"/>
              <a:t>«Россия и Европа» :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история человечества – это </a:t>
            </a:r>
            <a:r>
              <a:rPr lang="ru-RU" sz="2000" dirty="0" smtClean="0"/>
              <a:t>история «культурно-исторических </a:t>
            </a:r>
            <a:r>
              <a:rPr lang="ru-RU" sz="2000" dirty="0" smtClean="0"/>
              <a:t>типов» </a:t>
            </a:r>
            <a:endParaRPr lang="ru-RU" sz="2000" dirty="0" smtClean="0"/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На </a:t>
            </a:r>
            <a:r>
              <a:rPr lang="ru-RU" sz="2000" dirty="0" smtClean="0"/>
              <a:t>долю народа выпадает 3 возможные роли: </a:t>
            </a:r>
          </a:p>
          <a:p>
            <a:pPr marL="0" indent="0" eaLnBrk="1" fontAlgn="auto" hangingPunct="1">
              <a:lnSpc>
                <a:spcPct val="8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ru-RU" sz="2000" dirty="0" smtClean="0"/>
              <a:t>1) Положительная деятельность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культурно-исторического типа.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2) Разрушительная деятельность,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придающая </a:t>
            </a:r>
            <a:r>
              <a:rPr lang="ru-RU" sz="2000" dirty="0" smtClean="0"/>
              <a:t>смерти </a:t>
            </a:r>
            <a:r>
              <a:rPr lang="ru-RU" sz="2000" dirty="0" smtClean="0"/>
              <a:t>одряхлевшие</a:t>
            </a:r>
            <a:endParaRPr lang="ru-RU" sz="2000" dirty="0" smtClean="0"/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цивилизации.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3) Служение чужим целям в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качестве «этнографического</a:t>
            </a:r>
          </a:p>
          <a:p>
            <a:pPr marL="381000" indent="-381000" eaLnBrk="1" fontAlgn="auto" hangingPunct="1">
              <a:lnSpc>
                <a:spcPct val="80000"/>
              </a:lnSpc>
              <a:spcAft>
                <a:spcPts val="0"/>
              </a:spcAft>
              <a:buFontTx/>
              <a:buNone/>
              <a:defRPr/>
            </a:pPr>
            <a:r>
              <a:rPr lang="ru-RU" sz="2000" dirty="0" smtClean="0"/>
              <a:t>материала».</a:t>
            </a:r>
          </a:p>
        </p:txBody>
      </p:sp>
      <p:pic>
        <p:nvPicPr>
          <p:cNvPr id="28677" name="Picture 7" descr="Картинка 1 из 96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213" y="1916113"/>
            <a:ext cx="2788782" cy="31690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5865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8640"/>
            <a:ext cx="8229600" cy="936104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 smtClean="0"/>
              <a:t>Цивилизационный подход к истории (3)</a:t>
            </a:r>
          </a:p>
        </p:txBody>
      </p:sp>
      <p:sp>
        <p:nvSpPr>
          <p:cNvPr id="29699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684213" y="1341438"/>
            <a:ext cx="3776662" cy="519112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400" b="1" smtClean="0"/>
              <a:t>О. Шпенглер</a:t>
            </a:r>
          </a:p>
        </p:txBody>
      </p:sp>
      <p:sp>
        <p:nvSpPr>
          <p:cNvPr id="29700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4605338" y="1828800"/>
            <a:ext cx="3776662" cy="3657600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«Закат Европы»: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b="1" smtClean="0"/>
              <a:t>История </a:t>
            </a:r>
            <a:r>
              <a:rPr lang="ru-RU" altLang="ru-RU" sz="2000" smtClean="0"/>
              <a:t>– процесс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случайного зарождения,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расцвета и умирания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культур.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b="1" smtClean="0"/>
              <a:t>Цивилизация</a:t>
            </a:r>
            <a:r>
              <a:rPr lang="ru-RU" altLang="ru-RU" sz="2000" smtClean="0"/>
              <a:t> –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закономерный процесс,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естественный результат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развития культуры,</a:t>
            </a:r>
          </a:p>
          <a:p>
            <a:pPr algn="just" eaLnBrk="1" hangingPunct="1">
              <a:lnSpc>
                <a:spcPct val="90000"/>
              </a:lnSpc>
              <a:buFontTx/>
              <a:buNone/>
            </a:pPr>
            <a:r>
              <a:rPr lang="ru-RU" altLang="ru-RU" sz="2000" smtClean="0"/>
              <a:t>показатель ее старения.</a:t>
            </a:r>
          </a:p>
        </p:txBody>
      </p:sp>
      <p:pic>
        <p:nvPicPr>
          <p:cNvPr id="29701" name="Picture 7" descr="Картинка 15 из 151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1989138"/>
            <a:ext cx="2193925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2387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32656"/>
            <a:ext cx="8229600" cy="936104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ru-RU" sz="2800" b="1" dirty="0" smtClean="0"/>
              <a:t>Цивилизационный подход к истории (4)</a:t>
            </a:r>
          </a:p>
        </p:txBody>
      </p:sp>
      <p:sp>
        <p:nvSpPr>
          <p:cNvPr id="30723" name="Rectangle 4"/>
          <p:cNvSpPr>
            <a:spLocks noGrp="1" noChangeArrowheads="1"/>
          </p:cNvSpPr>
          <p:nvPr>
            <p:ph sz="half" idx="2"/>
          </p:nvPr>
        </p:nvSpPr>
        <p:spPr>
          <a:xfrm>
            <a:off x="755650" y="1341438"/>
            <a:ext cx="2592388" cy="647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000" b="1" smtClean="0"/>
              <a:t>Арнольд Дж. Тойнби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ru-RU" altLang="ru-RU" sz="2000" b="1" smtClean="0"/>
          </a:p>
        </p:txBody>
      </p:sp>
      <p:sp>
        <p:nvSpPr>
          <p:cNvPr id="30724" name="Rectangle 5"/>
          <p:cNvSpPr>
            <a:spLocks noGrp="1" noChangeArrowheads="1"/>
          </p:cNvSpPr>
          <p:nvPr>
            <p:ph sz="quarter" idx="13"/>
          </p:nvPr>
        </p:nvSpPr>
        <p:spPr>
          <a:xfrm>
            <a:off x="3995738" y="1828800"/>
            <a:ext cx="4386262" cy="3657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b="1" smtClean="0"/>
              <a:t>"A Study of History"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Цивилизация - исторически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Обусловленный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«ответ» одной части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человечества на «вызов»,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ставящий человечество под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угрозу кризиса и/или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ru-RU" altLang="ru-RU" sz="2200" smtClean="0"/>
              <a:t>уничтожения.</a:t>
            </a:r>
          </a:p>
        </p:txBody>
      </p:sp>
      <p:pic>
        <p:nvPicPr>
          <p:cNvPr id="30725" name="Picture 19" descr="03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2205038"/>
            <a:ext cx="2771775" cy="3667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8708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Исполнительная">
  <a:themeElements>
    <a:clrScheme name="Исполнительная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Исполнительная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70</TotalTime>
  <Words>867</Words>
  <Application>Microsoft Office PowerPoint</Application>
  <PresentationFormat>Экран (4:3)</PresentationFormat>
  <Paragraphs>164</Paragraphs>
  <Slides>26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26</vt:i4>
      </vt:variant>
    </vt:vector>
  </HeadingPairs>
  <TitlesOfParts>
    <vt:vector size="28" baseType="lpstr">
      <vt:lpstr>Исполнительная</vt:lpstr>
      <vt:lpstr>1_Исполнительная</vt:lpstr>
      <vt:lpstr>История России</vt:lpstr>
      <vt:lpstr>План:</vt:lpstr>
      <vt:lpstr>История (от греческого historia) – рассказ о прошлых событиях </vt:lpstr>
      <vt:lpstr>История изучает:</vt:lpstr>
      <vt:lpstr>Что может история?</vt:lpstr>
      <vt:lpstr>Что ждут от истории?</vt:lpstr>
      <vt:lpstr>Основы объяснения прошлого:</vt:lpstr>
      <vt:lpstr>В истории действует</vt:lpstr>
      <vt:lpstr>В истории действует судьба</vt:lpstr>
      <vt:lpstr>Пророк выполняет волю Бога</vt:lpstr>
      <vt:lpstr>Бог и Сатана спорят о том, кто творит историю</vt:lpstr>
      <vt:lpstr>Историю творят Герои</vt:lpstr>
      <vt:lpstr>Герои и толпа</vt:lpstr>
      <vt:lpstr>В истории действуют</vt:lpstr>
      <vt:lpstr>Генетическое объяснение</vt:lpstr>
      <vt:lpstr>История зависима от природы</vt:lpstr>
      <vt:lpstr>Социальные законы</vt:lpstr>
      <vt:lpstr>Законы истории – частный  случай всеобщих законов</vt:lpstr>
      <vt:lpstr>В истории прямо действуют всеобщие законы</vt:lpstr>
      <vt:lpstr>Установить, чем определяется характер исторических событий, невозможно, так как:</vt:lpstr>
      <vt:lpstr>Прогрессивный подход к истории</vt:lpstr>
      <vt:lpstr>Позитивизм – первый вариант прогрессивного подхода к истории человечества</vt:lpstr>
      <vt:lpstr>Цивилизационный подход к истории (1)</vt:lpstr>
      <vt:lpstr>Цивилизационный подход к истории (2)</vt:lpstr>
      <vt:lpstr>Цивилизационный подход к истории (3)</vt:lpstr>
      <vt:lpstr>Цивилизационный подход к истории (4)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1. История как наука</dc:title>
  <dc:creator>User</dc:creator>
  <cp:lastModifiedBy>User</cp:lastModifiedBy>
  <cp:revision>12</cp:revision>
  <dcterms:created xsi:type="dcterms:W3CDTF">2017-06-23T16:26:54Z</dcterms:created>
  <dcterms:modified xsi:type="dcterms:W3CDTF">2017-10-21T07:20:55Z</dcterms:modified>
</cp:coreProperties>
</file>