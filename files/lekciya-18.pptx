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74" r:id="rId4"/>
    <p:sldId id="275" r:id="rId5"/>
    <p:sldId id="276" r:id="rId6"/>
    <p:sldId id="286" r:id="rId7"/>
    <p:sldId id="277" r:id="rId8"/>
    <p:sldId id="278" r:id="rId9"/>
    <p:sldId id="279" r:id="rId10"/>
    <p:sldId id="280" r:id="rId11"/>
    <p:sldId id="281" r:id="rId12"/>
    <p:sldId id="282" r:id="rId13"/>
    <p:sldId id="283" r:id="rId14"/>
    <p:sldId id="284" r:id="rId15"/>
    <p:sldId id="285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image" Target="../media/image15.jpe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image" Target="../media/image15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A7D7A36-2C8E-4A06-A204-091CA46181EA}" type="doc">
      <dgm:prSet loTypeId="urn:microsoft.com/office/officeart/2011/layout/ConvergingText" loCatId="officeonlin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F27A3D4B-2BAD-46A8-A439-FE2A3E19FC89}">
      <dgm:prSet phldrT="[Текст]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dirty="0"/>
            <a:t>Хождение</a:t>
          </a:r>
        </a:p>
        <a:p>
          <a:r>
            <a:rPr lang="ru-RU" dirty="0"/>
            <a:t>1874-1875 гг. </a:t>
          </a:r>
        </a:p>
      </dgm:t>
    </dgm:pt>
    <dgm:pt modelId="{FDA56984-982D-446C-9C25-BAD833A68259}" type="parTrans" cxnId="{B8B7AD0D-26F3-4964-8E38-2719B688D73E}">
      <dgm:prSet/>
      <dgm:spPr/>
      <dgm:t>
        <a:bodyPr/>
        <a:lstStyle/>
        <a:p>
          <a:endParaRPr lang="ru-RU"/>
        </a:p>
      </dgm:t>
    </dgm:pt>
    <dgm:pt modelId="{7E725A89-5D22-4122-B0DB-0DC47C4C66B9}" type="sibTrans" cxnId="{B8B7AD0D-26F3-4964-8E38-2719B688D73E}">
      <dgm:prSet/>
      <dgm:spPr/>
      <dgm:t>
        <a:bodyPr/>
        <a:lstStyle/>
        <a:p>
          <a:endParaRPr lang="ru-RU"/>
        </a:p>
      </dgm:t>
    </dgm:pt>
    <dgm:pt modelId="{C8A9803D-BEB4-4226-99A3-206EA026357F}">
      <dgm:prSet phldrT="[Текст]"/>
      <dgm:spPr/>
      <dgm:t>
        <a:bodyPr/>
        <a:lstStyle/>
        <a:p>
          <a:r>
            <a:rPr lang="ru-RU" dirty="0"/>
            <a:t>«Чайковцы»</a:t>
          </a:r>
        </a:p>
      </dgm:t>
    </dgm:pt>
    <dgm:pt modelId="{EF6C91DA-5A09-4BCC-8192-C8B0AD1E8CB0}" type="parTrans" cxnId="{5AE2863A-174D-4525-9D63-F770164C6AC2}">
      <dgm:prSet/>
      <dgm:spPr/>
      <dgm:t>
        <a:bodyPr/>
        <a:lstStyle/>
        <a:p>
          <a:endParaRPr lang="ru-RU"/>
        </a:p>
      </dgm:t>
    </dgm:pt>
    <dgm:pt modelId="{82932133-EDCA-4FCA-A3D9-EDADA785F9CD}" type="sibTrans" cxnId="{5AE2863A-174D-4525-9D63-F770164C6AC2}">
      <dgm:prSet/>
      <dgm:spPr/>
      <dgm:t>
        <a:bodyPr/>
        <a:lstStyle/>
        <a:p>
          <a:endParaRPr lang="ru-RU"/>
        </a:p>
      </dgm:t>
    </dgm:pt>
    <dgm:pt modelId="{425D6FCE-0386-49AF-81C5-02FF9A1051A6}">
      <dgm:prSet phldrT="[Текст]"/>
      <dgm:spPr/>
      <dgm:t>
        <a:bodyPr/>
        <a:lstStyle/>
        <a:p>
          <a:r>
            <a:rPr lang="ru-RU" dirty="0"/>
            <a:t>«Долгушинцы»</a:t>
          </a:r>
        </a:p>
      </dgm:t>
    </dgm:pt>
    <dgm:pt modelId="{2FA5DF8E-4F49-434F-9EA1-86B515214060}" type="parTrans" cxnId="{3EBF24E3-CF91-4F73-B54E-1FE52793E817}">
      <dgm:prSet/>
      <dgm:spPr/>
      <dgm:t>
        <a:bodyPr/>
        <a:lstStyle/>
        <a:p>
          <a:endParaRPr lang="ru-RU"/>
        </a:p>
      </dgm:t>
    </dgm:pt>
    <dgm:pt modelId="{E6AF47A8-25AD-4FE9-A580-A3BAAB9E00BA}" type="sibTrans" cxnId="{3EBF24E3-CF91-4F73-B54E-1FE52793E817}">
      <dgm:prSet/>
      <dgm:spPr/>
      <dgm:t>
        <a:bodyPr/>
        <a:lstStyle/>
        <a:p>
          <a:endParaRPr lang="ru-RU"/>
        </a:p>
      </dgm:t>
    </dgm:pt>
    <dgm:pt modelId="{640A901E-BBC5-4B03-887D-8EFD3E30054F}">
      <dgm:prSet phldrT="[Текст]"/>
      <dgm:spPr/>
      <dgm:t>
        <a:bodyPr/>
        <a:lstStyle/>
        <a:p>
          <a:r>
            <a:rPr lang="ru-RU" dirty="0"/>
            <a:t>Киевская «коммуна анархистов»</a:t>
          </a:r>
        </a:p>
      </dgm:t>
    </dgm:pt>
    <dgm:pt modelId="{FC55E92B-7B02-4A39-8FAA-0224DD9F4546}" type="parTrans" cxnId="{55B7CDBD-6110-4457-8F0F-FC6FAB90A8EE}">
      <dgm:prSet/>
      <dgm:spPr/>
      <dgm:t>
        <a:bodyPr/>
        <a:lstStyle/>
        <a:p>
          <a:endParaRPr lang="ru-RU"/>
        </a:p>
      </dgm:t>
    </dgm:pt>
    <dgm:pt modelId="{16FDA001-7AE3-4115-8D0E-B12E38F74DD5}" type="sibTrans" cxnId="{55B7CDBD-6110-4457-8F0F-FC6FAB90A8EE}">
      <dgm:prSet/>
      <dgm:spPr/>
      <dgm:t>
        <a:bodyPr/>
        <a:lstStyle/>
        <a:p>
          <a:endParaRPr lang="ru-RU"/>
        </a:p>
      </dgm:t>
    </dgm:pt>
    <dgm:pt modelId="{83E4D3CD-686B-4921-B744-8E97F10075E2}" type="pres">
      <dgm:prSet presAssocID="{FA7D7A36-2C8E-4A06-A204-091CA46181EA}" presName="Name0" presStyleCnt="0">
        <dgm:presLayoutVars>
          <dgm:chMax/>
          <dgm:chPref val="1"/>
          <dgm:dir/>
          <dgm:animOne val="branch"/>
          <dgm:animLvl val="lvl"/>
          <dgm:resizeHandles/>
        </dgm:presLayoutVars>
      </dgm:prSet>
      <dgm:spPr/>
    </dgm:pt>
    <dgm:pt modelId="{669CCBB1-E595-4D06-A775-49A85A69A0F9}" type="pres">
      <dgm:prSet presAssocID="{F27A3D4B-2BAD-46A8-A439-FE2A3E19FC89}" presName="composite" presStyleCnt="0"/>
      <dgm:spPr/>
    </dgm:pt>
    <dgm:pt modelId="{B0BD8C9A-0B99-4662-95EA-96563940E968}" type="pres">
      <dgm:prSet presAssocID="{F27A3D4B-2BAD-46A8-A439-FE2A3E19FC89}" presName="ParentAccent1" presStyleLbl="alignNode1" presStyleIdx="0" presStyleCnt="34"/>
      <dgm:spPr/>
    </dgm:pt>
    <dgm:pt modelId="{97CE4A24-0E3B-4F20-BC30-8010CC86DA94}" type="pres">
      <dgm:prSet presAssocID="{F27A3D4B-2BAD-46A8-A439-FE2A3E19FC89}" presName="ParentAccent2" presStyleLbl="alignNode1" presStyleIdx="1" presStyleCnt="34"/>
      <dgm:spPr/>
    </dgm:pt>
    <dgm:pt modelId="{69CC8A33-2F58-44A0-B4ED-D74C1AAC2A99}" type="pres">
      <dgm:prSet presAssocID="{F27A3D4B-2BAD-46A8-A439-FE2A3E19FC89}" presName="ParentAccent3" presStyleLbl="alignNode1" presStyleIdx="2" presStyleCnt="34"/>
      <dgm:spPr/>
    </dgm:pt>
    <dgm:pt modelId="{EBCDA54B-6124-41C0-B0AA-73DC5BF58647}" type="pres">
      <dgm:prSet presAssocID="{F27A3D4B-2BAD-46A8-A439-FE2A3E19FC89}" presName="ParentAccent4" presStyleLbl="alignNode1" presStyleIdx="3" presStyleCnt="34"/>
      <dgm:spPr/>
    </dgm:pt>
    <dgm:pt modelId="{FF9D757C-A426-46F0-B7C7-4917457E6A6F}" type="pres">
      <dgm:prSet presAssocID="{F27A3D4B-2BAD-46A8-A439-FE2A3E19FC89}" presName="ParentAccent5" presStyleLbl="alignNode1" presStyleIdx="4" presStyleCnt="34"/>
      <dgm:spPr/>
    </dgm:pt>
    <dgm:pt modelId="{B1015EB0-21C4-41D6-A6DE-2785626841AE}" type="pres">
      <dgm:prSet presAssocID="{F27A3D4B-2BAD-46A8-A439-FE2A3E19FC89}" presName="ParentAccent6" presStyleLbl="alignNode1" presStyleIdx="5" presStyleCnt="34" custScaleX="200785" custScaleY="179640" custLinFactNeighborX="-27650" custLinFactNeighborY="61"/>
      <dgm:spPr/>
    </dgm:pt>
    <dgm:pt modelId="{329ACF3A-BEF2-4C38-94F6-C6894EFBEBB0}" type="pres">
      <dgm:prSet presAssocID="{F27A3D4B-2BAD-46A8-A439-FE2A3E19FC89}" presName="ParentAccent7" presStyleLbl="alignNode1" presStyleIdx="6" presStyleCnt="34"/>
      <dgm:spPr/>
    </dgm:pt>
    <dgm:pt modelId="{6ECE26DB-4FE7-4709-8E2A-522B9DF5D4EE}" type="pres">
      <dgm:prSet presAssocID="{F27A3D4B-2BAD-46A8-A439-FE2A3E19FC89}" presName="ParentAccent8" presStyleLbl="alignNode1" presStyleIdx="7" presStyleCnt="34"/>
      <dgm:spPr/>
    </dgm:pt>
    <dgm:pt modelId="{2C224054-74A1-4E00-B087-E48B084DB425}" type="pres">
      <dgm:prSet presAssocID="{F27A3D4B-2BAD-46A8-A439-FE2A3E19FC89}" presName="ParentAccent9" presStyleLbl="alignNode1" presStyleIdx="8" presStyleCnt="34"/>
      <dgm:spPr/>
    </dgm:pt>
    <dgm:pt modelId="{DE34634A-72F2-4540-BDF0-7DE800EF7F2C}" type="pres">
      <dgm:prSet presAssocID="{F27A3D4B-2BAD-46A8-A439-FE2A3E19FC89}" presName="ParentAccent10" presStyleLbl="alignNode1" presStyleIdx="9" presStyleCnt="34"/>
      <dgm:spPr/>
    </dgm:pt>
    <dgm:pt modelId="{9EAF9C02-7522-4E65-9176-DC9315D60346}" type="pres">
      <dgm:prSet presAssocID="{F27A3D4B-2BAD-46A8-A439-FE2A3E19FC89}" presName="Parent" presStyleLbl="alignNode1" presStyleIdx="10" presStyleCnt="34" custScaleX="80088" custScaleY="106500">
        <dgm:presLayoutVars>
          <dgm:chMax val="5"/>
          <dgm:chPref val="3"/>
          <dgm:bulletEnabled val="1"/>
        </dgm:presLayoutVars>
      </dgm:prSet>
      <dgm:spPr/>
    </dgm:pt>
    <dgm:pt modelId="{873A93E8-5D21-461B-A7BF-5255EE5AECFA}" type="pres">
      <dgm:prSet presAssocID="{C8A9803D-BEB4-4226-99A3-206EA026357F}" presName="Child1Accent1" presStyleLbl="alignNode1" presStyleIdx="11" presStyleCnt="34"/>
      <dgm:spPr/>
    </dgm:pt>
    <dgm:pt modelId="{3A093894-1966-45E9-96F9-F197E506E83D}" type="pres">
      <dgm:prSet presAssocID="{C8A9803D-BEB4-4226-99A3-206EA026357F}" presName="Child1Accent2" presStyleLbl="alignNode1" presStyleIdx="12" presStyleCnt="34"/>
      <dgm:spPr/>
    </dgm:pt>
    <dgm:pt modelId="{4A594F29-A346-4085-A407-EEDD590ED91F}" type="pres">
      <dgm:prSet presAssocID="{C8A9803D-BEB4-4226-99A3-206EA026357F}" presName="Child1Accent3" presStyleLbl="alignNode1" presStyleIdx="13" presStyleCnt="34"/>
      <dgm:spPr/>
    </dgm:pt>
    <dgm:pt modelId="{44C31684-2140-4490-B9A8-CA383DEEAB16}" type="pres">
      <dgm:prSet presAssocID="{C8A9803D-BEB4-4226-99A3-206EA026357F}" presName="Child1Accent4" presStyleLbl="alignNode1" presStyleIdx="14" presStyleCnt="34"/>
      <dgm:spPr/>
    </dgm:pt>
    <dgm:pt modelId="{45525FBE-EE6C-4E4A-BA8F-AB10C60D4611}" type="pres">
      <dgm:prSet presAssocID="{C8A9803D-BEB4-4226-99A3-206EA026357F}" presName="Child1Accent5" presStyleLbl="alignNode1" presStyleIdx="15" presStyleCnt="34"/>
      <dgm:spPr/>
    </dgm:pt>
    <dgm:pt modelId="{08803EE8-2E84-4A4F-9ADC-E20E436BB651}" type="pres">
      <dgm:prSet presAssocID="{C8A9803D-BEB4-4226-99A3-206EA026357F}" presName="Child1Accent6" presStyleLbl="alignNode1" presStyleIdx="16" presStyleCnt="34"/>
      <dgm:spPr/>
    </dgm:pt>
    <dgm:pt modelId="{97DE7B10-C438-4BBB-859A-A48F2E49B558}" type="pres">
      <dgm:prSet presAssocID="{C8A9803D-BEB4-4226-99A3-206EA026357F}" presName="Child1Accent7" presStyleLbl="alignNode1" presStyleIdx="17" presStyleCnt="34"/>
      <dgm:spPr/>
    </dgm:pt>
    <dgm:pt modelId="{68F679C6-9C3B-410F-8A56-BA831D4077AF}" type="pres">
      <dgm:prSet presAssocID="{C8A9803D-BEB4-4226-99A3-206EA026357F}" presName="Child1Accent8" presStyleLbl="alignNode1" presStyleIdx="18" presStyleCnt="34"/>
      <dgm:spPr/>
    </dgm:pt>
    <dgm:pt modelId="{DE84D876-C137-426E-AA14-0AF7E34887E0}" type="pres">
      <dgm:prSet presAssocID="{C8A9803D-BEB4-4226-99A3-206EA026357F}" presName="Child1Accent9" presStyleLbl="alignNode1" presStyleIdx="19" presStyleCnt="34"/>
      <dgm:spPr/>
    </dgm:pt>
    <dgm:pt modelId="{11EA1359-0A49-447B-8AC9-9225C5622CB1}" type="pres">
      <dgm:prSet presAssocID="{C8A9803D-BEB4-4226-99A3-206EA026357F}" presName="Child1" presStyleLbl="revTx" presStyleIdx="0" presStyleCnt="3">
        <dgm:presLayoutVars>
          <dgm:chMax/>
          <dgm:chPref val="0"/>
          <dgm:bulletEnabled val="1"/>
        </dgm:presLayoutVars>
      </dgm:prSet>
      <dgm:spPr/>
    </dgm:pt>
    <dgm:pt modelId="{E24B1F1B-DB67-49BB-89E7-2D72494C8188}" type="pres">
      <dgm:prSet presAssocID="{425D6FCE-0386-49AF-81C5-02FF9A1051A6}" presName="Child2Accent1" presStyleLbl="alignNode1" presStyleIdx="20" presStyleCnt="34"/>
      <dgm:spPr/>
    </dgm:pt>
    <dgm:pt modelId="{CFF7A812-0936-4C8B-89F8-64DF877D86B2}" type="pres">
      <dgm:prSet presAssocID="{425D6FCE-0386-49AF-81C5-02FF9A1051A6}" presName="Child2Accent2" presStyleLbl="alignNode1" presStyleIdx="21" presStyleCnt="34"/>
      <dgm:spPr/>
    </dgm:pt>
    <dgm:pt modelId="{741176B0-822F-4F23-852A-7CA966A928F6}" type="pres">
      <dgm:prSet presAssocID="{425D6FCE-0386-49AF-81C5-02FF9A1051A6}" presName="Child2Accent3" presStyleLbl="alignNode1" presStyleIdx="22" presStyleCnt="34"/>
      <dgm:spPr/>
    </dgm:pt>
    <dgm:pt modelId="{7A9D0D85-F875-4EAE-9145-35AD048419ED}" type="pres">
      <dgm:prSet presAssocID="{425D6FCE-0386-49AF-81C5-02FF9A1051A6}" presName="Child2Accent4" presStyleLbl="alignNode1" presStyleIdx="23" presStyleCnt="34"/>
      <dgm:spPr/>
    </dgm:pt>
    <dgm:pt modelId="{B571E77E-153B-48F0-9BAB-D19AC1E966EA}" type="pres">
      <dgm:prSet presAssocID="{425D6FCE-0386-49AF-81C5-02FF9A1051A6}" presName="Child2Accent5" presStyleLbl="alignNode1" presStyleIdx="24" presStyleCnt="34"/>
      <dgm:spPr/>
    </dgm:pt>
    <dgm:pt modelId="{18C84F23-A316-41A7-B826-31313843AA48}" type="pres">
      <dgm:prSet presAssocID="{425D6FCE-0386-49AF-81C5-02FF9A1051A6}" presName="Child2Accent6" presStyleLbl="alignNode1" presStyleIdx="25" presStyleCnt="34"/>
      <dgm:spPr/>
    </dgm:pt>
    <dgm:pt modelId="{AA58CE9E-E08D-41DA-865A-857C01657CDC}" type="pres">
      <dgm:prSet presAssocID="{425D6FCE-0386-49AF-81C5-02FF9A1051A6}" presName="Child2Accent7" presStyleLbl="alignNode1" presStyleIdx="26" presStyleCnt="34"/>
      <dgm:spPr/>
    </dgm:pt>
    <dgm:pt modelId="{3D0EF227-D53D-493A-9DBB-61FB548BC4F7}" type="pres">
      <dgm:prSet presAssocID="{425D6FCE-0386-49AF-81C5-02FF9A1051A6}" presName="Child2" presStyleLbl="revTx" presStyleIdx="1" presStyleCnt="3">
        <dgm:presLayoutVars>
          <dgm:chMax/>
          <dgm:chPref val="0"/>
          <dgm:bulletEnabled val="1"/>
        </dgm:presLayoutVars>
      </dgm:prSet>
      <dgm:spPr/>
    </dgm:pt>
    <dgm:pt modelId="{1B860A81-07CD-4420-84EA-5BFACB4B1E96}" type="pres">
      <dgm:prSet presAssocID="{640A901E-BBC5-4B03-887D-8EFD3E30054F}" presName="Child3Accent1" presStyleLbl="alignNode1" presStyleIdx="27" presStyleCnt="34"/>
      <dgm:spPr/>
    </dgm:pt>
    <dgm:pt modelId="{9E741660-D975-4947-9968-6B374F43BE1D}" type="pres">
      <dgm:prSet presAssocID="{640A901E-BBC5-4B03-887D-8EFD3E30054F}" presName="Child3Accent2" presStyleLbl="alignNode1" presStyleIdx="28" presStyleCnt="34"/>
      <dgm:spPr/>
    </dgm:pt>
    <dgm:pt modelId="{4802EB8D-9C0C-4724-BE59-82BB083BA335}" type="pres">
      <dgm:prSet presAssocID="{640A901E-BBC5-4B03-887D-8EFD3E30054F}" presName="Child3Accent3" presStyleLbl="alignNode1" presStyleIdx="29" presStyleCnt="34"/>
      <dgm:spPr/>
    </dgm:pt>
    <dgm:pt modelId="{26B63314-FD5B-4308-9797-52D8861CFA9E}" type="pres">
      <dgm:prSet presAssocID="{640A901E-BBC5-4B03-887D-8EFD3E30054F}" presName="Child3Accent4" presStyleLbl="alignNode1" presStyleIdx="30" presStyleCnt="34"/>
      <dgm:spPr/>
    </dgm:pt>
    <dgm:pt modelId="{69665E1B-0D8B-4BBC-8E6E-9BA882D59A66}" type="pres">
      <dgm:prSet presAssocID="{640A901E-BBC5-4B03-887D-8EFD3E30054F}" presName="Child3Accent5" presStyleLbl="alignNode1" presStyleIdx="31" presStyleCnt="34"/>
      <dgm:spPr/>
    </dgm:pt>
    <dgm:pt modelId="{1828BB8F-8CD4-468A-8F4F-0A7EA1A02819}" type="pres">
      <dgm:prSet presAssocID="{640A901E-BBC5-4B03-887D-8EFD3E30054F}" presName="Child3Accent6" presStyleLbl="alignNode1" presStyleIdx="32" presStyleCnt="34"/>
      <dgm:spPr/>
    </dgm:pt>
    <dgm:pt modelId="{9D11210E-2838-4A3A-B572-D78E97D3ECC3}" type="pres">
      <dgm:prSet presAssocID="{640A901E-BBC5-4B03-887D-8EFD3E30054F}" presName="Child3Accent7" presStyleLbl="alignNode1" presStyleIdx="33" presStyleCnt="34"/>
      <dgm:spPr/>
    </dgm:pt>
    <dgm:pt modelId="{3ABA87BD-E82E-4B8B-96E8-A74067CFC24A}" type="pres">
      <dgm:prSet presAssocID="{640A901E-BBC5-4B03-887D-8EFD3E30054F}" presName="Child3" presStyleLbl="revTx" presStyleIdx="2" presStyleCnt="3">
        <dgm:presLayoutVars>
          <dgm:chMax/>
          <dgm:chPref val="0"/>
          <dgm:bulletEnabled val="1"/>
        </dgm:presLayoutVars>
      </dgm:prSet>
      <dgm:spPr/>
    </dgm:pt>
  </dgm:ptLst>
  <dgm:cxnLst>
    <dgm:cxn modelId="{3B827B00-5ED8-4E5C-9FF5-CA0488FBF0D0}" type="presOf" srcId="{FA7D7A36-2C8E-4A06-A204-091CA46181EA}" destId="{83E4D3CD-686B-4921-B744-8E97F10075E2}" srcOrd="0" destOrd="0" presId="urn:microsoft.com/office/officeart/2011/layout/ConvergingText"/>
    <dgm:cxn modelId="{8926100A-71DC-4C37-BC58-96570C0BF468}" type="presOf" srcId="{425D6FCE-0386-49AF-81C5-02FF9A1051A6}" destId="{3D0EF227-D53D-493A-9DBB-61FB548BC4F7}" srcOrd="0" destOrd="0" presId="urn:microsoft.com/office/officeart/2011/layout/ConvergingText"/>
    <dgm:cxn modelId="{B8B7AD0D-26F3-4964-8E38-2719B688D73E}" srcId="{FA7D7A36-2C8E-4A06-A204-091CA46181EA}" destId="{F27A3D4B-2BAD-46A8-A439-FE2A3E19FC89}" srcOrd="0" destOrd="0" parTransId="{FDA56984-982D-446C-9C25-BAD833A68259}" sibTransId="{7E725A89-5D22-4122-B0DB-0DC47C4C66B9}"/>
    <dgm:cxn modelId="{5AE2863A-174D-4525-9D63-F770164C6AC2}" srcId="{F27A3D4B-2BAD-46A8-A439-FE2A3E19FC89}" destId="{C8A9803D-BEB4-4226-99A3-206EA026357F}" srcOrd="0" destOrd="0" parTransId="{EF6C91DA-5A09-4BCC-8192-C8B0AD1E8CB0}" sibTransId="{82932133-EDCA-4FCA-A3D9-EDADA785F9CD}"/>
    <dgm:cxn modelId="{7BD2F13F-D687-4355-9721-B580A4050BFB}" type="presOf" srcId="{C8A9803D-BEB4-4226-99A3-206EA026357F}" destId="{11EA1359-0A49-447B-8AC9-9225C5622CB1}" srcOrd="0" destOrd="0" presId="urn:microsoft.com/office/officeart/2011/layout/ConvergingText"/>
    <dgm:cxn modelId="{29FF5D76-55D8-443A-B6B9-E16AA281FA97}" type="presOf" srcId="{640A901E-BBC5-4B03-887D-8EFD3E30054F}" destId="{3ABA87BD-E82E-4B8B-96E8-A74067CFC24A}" srcOrd="0" destOrd="0" presId="urn:microsoft.com/office/officeart/2011/layout/ConvergingText"/>
    <dgm:cxn modelId="{F3D68FA2-539A-4057-8605-246CCB52A49C}" type="presOf" srcId="{F27A3D4B-2BAD-46A8-A439-FE2A3E19FC89}" destId="{9EAF9C02-7522-4E65-9176-DC9315D60346}" srcOrd="0" destOrd="0" presId="urn:microsoft.com/office/officeart/2011/layout/ConvergingText"/>
    <dgm:cxn modelId="{55B7CDBD-6110-4457-8F0F-FC6FAB90A8EE}" srcId="{F27A3D4B-2BAD-46A8-A439-FE2A3E19FC89}" destId="{640A901E-BBC5-4B03-887D-8EFD3E30054F}" srcOrd="2" destOrd="0" parTransId="{FC55E92B-7B02-4A39-8FAA-0224DD9F4546}" sibTransId="{16FDA001-7AE3-4115-8D0E-B12E38F74DD5}"/>
    <dgm:cxn modelId="{3EBF24E3-CF91-4F73-B54E-1FE52793E817}" srcId="{F27A3D4B-2BAD-46A8-A439-FE2A3E19FC89}" destId="{425D6FCE-0386-49AF-81C5-02FF9A1051A6}" srcOrd="1" destOrd="0" parTransId="{2FA5DF8E-4F49-434F-9EA1-86B515214060}" sibTransId="{E6AF47A8-25AD-4FE9-A580-A3BAAB9E00BA}"/>
    <dgm:cxn modelId="{F3DFABDF-64E8-4DC0-A19F-7FC11C6D2AFE}" type="presParOf" srcId="{83E4D3CD-686B-4921-B744-8E97F10075E2}" destId="{669CCBB1-E595-4D06-A775-49A85A69A0F9}" srcOrd="0" destOrd="0" presId="urn:microsoft.com/office/officeart/2011/layout/ConvergingText"/>
    <dgm:cxn modelId="{82CB8FD6-E44C-47D4-9764-41DC81C317E2}" type="presParOf" srcId="{669CCBB1-E595-4D06-A775-49A85A69A0F9}" destId="{B0BD8C9A-0B99-4662-95EA-96563940E968}" srcOrd="0" destOrd="0" presId="urn:microsoft.com/office/officeart/2011/layout/ConvergingText"/>
    <dgm:cxn modelId="{82C2323C-CEDD-4906-ADE0-5D4858BA1BB2}" type="presParOf" srcId="{669CCBB1-E595-4D06-A775-49A85A69A0F9}" destId="{97CE4A24-0E3B-4F20-BC30-8010CC86DA94}" srcOrd="1" destOrd="0" presId="urn:microsoft.com/office/officeart/2011/layout/ConvergingText"/>
    <dgm:cxn modelId="{261499D5-747E-44F8-9EA7-CF8F407BD37A}" type="presParOf" srcId="{669CCBB1-E595-4D06-A775-49A85A69A0F9}" destId="{69CC8A33-2F58-44A0-B4ED-D74C1AAC2A99}" srcOrd="2" destOrd="0" presId="urn:microsoft.com/office/officeart/2011/layout/ConvergingText"/>
    <dgm:cxn modelId="{89C69611-4E01-4C93-B885-29072C3038F6}" type="presParOf" srcId="{669CCBB1-E595-4D06-A775-49A85A69A0F9}" destId="{EBCDA54B-6124-41C0-B0AA-73DC5BF58647}" srcOrd="3" destOrd="0" presId="urn:microsoft.com/office/officeart/2011/layout/ConvergingText"/>
    <dgm:cxn modelId="{B0C4EF94-BF46-488D-9F5E-2EE274ACDF4A}" type="presParOf" srcId="{669CCBB1-E595-4D06-A775-49A85A69A0F9}" destId="{FF9D757C-A426-46F0-B7C7-4917457E6A6F}" srcOrd="4" destOrd="0" presId="urn:microsoft.com/office/officeart/2011/layout/ConvergingText"/>
    <dgm:cxn modelId="{C188FB0D-E768-4BEF-A2D1-49C67B40E085}" type="presParOf" srcId="{669CCBB1-E595-4D06-A775-49A85A69A0F9}" destId="{B1015EB0-21C4-41D6-A6DE-2785626841AE}" srcOrd="5" destOrd="0" presId="urn:microsoft.com/office/officeart/2011/layout/ConvergingText"/>
    <dgm:cxn modelId="{744B3836-D831-499B-A7CB-01760BC95619}" type="presParOf" srcId="{669CCBB1-E595-4D06-A775-49A85A69A0F9}" destId="{329ACF3A-BEF2-4C38-94F6-C6894EFBEBB0}" srcOrd="6" destOrd="0" presId="urn:microsoft.com/office/officeart/2011/layout/ConvergingText"/>
    <dgm:cxn modelId="{EB66ACCA-E414-42D8-BB0F-8C704D683F9A}" type="presParOf" srcId="{669CCBB1-E595-4D06-A775-49A85A69A0F9}" destId="{6ECE26DB-4FE7-4709-8E2A-522B9DF5D4EE}" srcOrd="7" destOrd="0" presId="urn:microsoft.com/office/officeart/2011/layout/ConvergingText"/>
    <dgm:cxn modelId="{A00F3D94-E485-4869-9F71-DF33F43DCFDA}" type="presParOf" srcId="{669CCBB1-E595-4D06-A775-49A85A69A0F9}" destId="{2C224054-74A1-4E00-B087-E48B084DB425}" srcOrd="8" destOrd="0" presId="urn:microsoft.com/office/officeart/2011/layout/ConvergingText"/>
    <dgm:cxn modelId="{216FC298-C175-4DFE-8F99-7B19BD8B4613}" type="presParOf" srcId="{669CCBB1-E595-4D06-A775-49A85A69A0F9}" destId="{DE34634A-72F2-4540-BDF0-7DE800EF7F2C}" srcOrd="9" destOrd="0" presId="urn:microsoft.com/office/officeart/2011/layout/ConvergingText"/>
    <dgm:cxn modelId="{38692950-DE54-4642-B7EE-2EEA948BB90A}" type="presParOf" srcId="{669CCBB1-E595-4D06-A775-49A85A69A0F9}" destId="{9EAF9C02-7522-4E65-9176-DC9315D60346}" srcOrd="10" destOrd="0" presId="urn:microsoft.com/office/officeart/2011/layout/ConvergingText"/>
    <dgm:cxn modelId="{2E41FA9A-7826-4871-8B5A-FE2E44AA17C7}" type="presParOf" srcId="{669CCBB1-E595-4D06-A775-49A85A69A0F9}" destId="{873A93E8-5D21-461B-A7BF-5255EE5AECFA}" srcOrd="11" destOrd="0" presId="urn:microsoft.com/office/officeart/2011/layout/ConvergingText"/>
    <dgm:cxn modelId="{9D26F453-9758-44C8-8C08-F1AE4E94EBA7}" type="presParOf" srcId="{669CCBB1-E595-4D06-A775-49A85A69A0F9}" destId="{3A093894-1966-45E9-96F9-F197E506E83D}" srcOrd="12" destOrd="0" presId="urn:microsoft.com/office/officeart/2011/layout/ConvergingText"/>
    <dgm:cxn modelId="{C7588097-0562-407D-9F4C-0C6256FCB636}" type="presParOf" srcId="{669CCBB1-E595-4D06-A775-49A85A69A0F9}" destId="{4A594F29-A346-4085-A407-EEDD590ED91F}" srcOrd="13" destOrd="0" presId="urn:microsoft.com/office/officeart/2011/layout/ConvergingText"/>
    <dgm:cxn modelId="{30E61402-3837-4E19-94AF-CDB2F671146E}" type="presParOf" srcId="{669CCBB1-E595-4D06-A775-49A85A69A0F9}" destId="{44C31684-2140-4490-B9A8-CA383DEEAB16}" srcOrd="14" destOrd="0" presId="urn:microsoft.com/office/officeart/2011/layout/ConvergingText"/>
    <dgm:cxn modelId="{901C931A-DC09-4822-BCE1-B204344B99EA}" type="presParOf" srcId="{669CCBB1-E595-4D06-A775-49A85A69A0F9}" destId="{45525FBE-EE6C-4E4A-BA8F-AB10C60D4611}" srcOrd="15" destOrd="0" presId="urn:microsoft.com/office/officeart/2011/layout/ConvergingText"/>
    <dgm:cxn modelId="{1580DAE3-0801-4590-BECD-55C2D19BB161}" type="presParOf" srcId="{669CCBB1-E595-4D06-A775-49A85A69A0F9}" destId="{08803EE8-2E84-4A4F-9ADC-E20E436BB651}" srcOrd="16" destOrd="0" presId="urn:microsoft.com/office/officeart/2011/layout/ConvergingText"/>
    <dgm:cxn modelId="{81FE4232-9384-46E6-BD03-59600EA415F4}" type="presParOf" srcId="{669CCBB1-E595-4D06-A775-49A85A69A0F9}" destId="{97DE7B10-C438-4BBB-859A-A48F2E49B558}" srcOrd="17" destOrd="0" presId="urn:microsoft.com/office/officeart/2011/layout/ConvergingText"/>
    <dgm:cxn modelId="{ADFB3EF2-CCBA-499E-B436-AB12E5764D94}" type="presParOf" srcId="{669CCBB1-E595-4D06-A775-49A85A69A0F9}" destId="{68F679C6-9C3B-410F-8A56-BA831D4077AF}" srcOrd="18" destOrd="0" presId="urn:microsoft.com/office/officeart/2011/layout/ConvergingText"/>
    <dgm:cxn modelId="{450675CF-5202-4F27-BD95-C835C9E3ADC2}" type="presParOf" srcId="{669CCBB1-E595-4D06-A775-49A85A69A0F9}" destId="{DE84D876-C137-426E-AA14-0AF7E34887E0}" srcOrd="19" destOrd="0" presId="urn:microsoft.com/office/officeart/2011/layout/ConvergingText"/>
    <dgm:cxn modelId="{72AD3F43-702A-45FE-85BF-D9575621DA05}" type="presParOf" srcId="{669CCBB1-E595-4D06-A775-49A85A69A0F9}" destId="{11EA1359-0A49-447B-8AC9-9225C5622CB1}" srcOrd="20" destOrd="0" presId="urn:microsoft.com/office/officeart/2011/layout/ConvergingText"/>
    <dgm:cxn modelId="{E52157F4-E3D5-4B50-A640-8A4FFB87F536}" type="presParOf" srcId="{669CCBB1-E595-4D06-A775-49A85A69A0F9}" destId="{E24B1F1B-DB67-49BB-89E7-2D72494C8188}" srcOrd="21" destOrd="0" presId="urn:microsoft.com/office/officeart/2011/layout/ConvergingText"/>
    <dgm:cxn modelId="{F93EC0DD-D448-4824-810B-C3FDCAD76092}" type="presParOf" srcId="{669CCBB1-E595-4D06-A775-49A85A69A0F9}" destId="{CFF7A812-0936-4C8B-89F8-64DF877D86B2}" srcOrd="22" destOrd="0" presId="urn:microsoft.com/office/officeart/2011/layout/ConvergingText"/>
    <dgm:cxn modelId="{22C779A4-F3D9-4CEC-AB03-EA3D6B5DE25D}" type="presParOf" srcId="{669CCBB1-E595-4D06-A775-49A85A69A0F9}" destId="{741176B0-822F-4F23-852A-7CA966A928F6}" srcOrd="23" destOrd="0" presId="urn:microsoft.com/office/officeart/2011/layout/ConvergingText"/>
    <dgm:cxn modelId="{F5DC7BDD-5BC3-490C-A0FA-C48C92AE9F54}" type="presParOf" srcId="{669CCBB1-E595-4D06-A775-49A85A69A0F9}" destId="{7A9D0D85-F875-4EAE-9145-35AD048419ED}" srcOrd="24" destOrd="0" presId="urn:microsoft.com/office/officeart/2011/layout/ConvergingText"/>
    <dgm:cxn modelId="{F37D0D93-4CF9-47DA-8174-28483AC8DABE}" type="presParOf" srcId="{669CCBB1-E595-4D06-A775-49A85A69A0F9}" destId="{B571E77E-153B-48F0-9BAB-D19AC1E966EA}" srcOrd="25" destOrd="0" presId="urn:microsoft.com/office/officeart/2011/layout/ConvergingText"/>
    <dgm:cxn modelId="{65A143E1-9F60-4F15-9F93-7AAE09B32A19}" type="presParOf" srcId="{669CCBB1-E595-4D06-A775-49A85A69A0F9}" destId="{18C84F23-A316-41A7-B826-31313843AA48}" srcOrd="26" destOrd="0" presId="urn:microsoft.com/office/officeart/2011/layout/ConvergingText"/>
    <dgm:cxn modelId="{4F9319AE-9F9C-40CC-A494-E9B8FD1D215E}" type="presParOf" srcId="{669CCBB1-E595-4D06-A775-49A85A69A0F9}" destId="{AA58CE9E-E08D-41DA-865A-857C01657CDC}" srcOrd="27" destOrd="0" presId="urn:microsoft.com/office/officeart/2011/layout/ConvergingText"/>
    <dgm:cxn modelId="{DAC97C51-971A-4A55-8D54-099D57455388}" type="presParOf" srcId="{669CCBB1-E595-4D06-A775-49A85A69A0F9}" destId="{3D0EF227-D53D-493A-9DBB-61FB548BC4F7}" srcOrd="28" destOrd="0" presId="urn:microsoft.com/office/officeart/2011/layout/ConvergingText"/>
    <dgm:cxn modelId="{0BD2784A-1F21-4A3F-899D-27C7A2A4C2CE}" type="presParOf" srcId="{669CCBB1-E595-4D06-A775-49A85A69A0F9}" destId="{1B860A81-07CD-4420-84EA-5BFACB4B1E96}" srcOrd="29" destOrd="0" presId="urn:microsoft.com/office/officeart/2011/layout/ConvergingText"/>
    <dgm:cxn modelId="{BEE042B8-1905-4174-87B2-9FB5ABB82F8F}" type="presParOf" srcId="{669CCBB1-E595-4D06-A775-49A85A69A0F9}" destId="{9E741660-D975-4947-9968-6B374F43BE1D}" srcOrd="30" destOrd="0" presId="urn:microsoft.com/office/officeart/2011/layout/ConvergingText"/>
    <dgm:cxn modelId="{E23D1184-0D09-4CFE-ADFC-DE6E667340B8}" type="presParOf" srcId="{669CCBB1-E595-4D06-A775-49A85A69A0F9}" destId="{4802EB8D-9C0C-4724-BE59-82BB083BA335}" srcOrd="31" destOrd="0" presId="urn:microsoft.com/office/officeart/2011/layout/ConvergingText"/>
    <dgm:cxn modelId="{64ED6BEA-1BF5-4C5B-B557-15BB71F5D305}" type="presParOf" srcId="{669CCBB1-E595-4D06-A775-49A85A69A0F9}" destId="{26B63314-FD5B-4308-9797-52D8861CFA9E}" srcOrd="32" destOrd="0" presId="urn:microsoft.com/office/officeart/2011/layout/ConvergingText"/>
    <dgm:cxn modelId="{62E9E5CA-1FA2-4DE4-9FFB-02C5959D5F71}" type="presParOf" srcId="{669CCBB1-E595-4D06-A775-49A85A69A0F9}" destId="{69665E1B-0D8B-4BBC-8E6E-9BA882D59A66}" srcOrd="33" destOrd="0" presId="urn:microsoft.com/office/officeart/2011/layout/ConvergingText"/>
    <dgm:cxn modelId="{FCD14A24-7873-466E-812E-E25B418A1E26}" type="presParOf" srcId="{669CCBB1-E595-4D06-A775-49A85A69A0F9}" destId="{1828BB8F-8CD4-468A-8F4F-0A7EA1A02819}" srcOrd="34" destOrd="0" presId="urn:microsoft.com/office/officeart/2011/layout/ConvergingText"/>
    <dgm:cxn modelId="{99BDDD63-96F1-4FB6-8018-936CC9A83092}" type="presParOf" srcId="{669CCBB1-E595-4D06-A775-49A85A69A0F9}" destId="{9D11210E-2838-4A3A-B572-D78E97D3ECC3}" srcOrd="35" destOrd="0" presId="urn:microsoft.com/office/officeart/2011/layout/ConvergingText"/>
    <dgm:cxn modelId="{8F17C2CA-F931-46F8-9E64-BCB82FFFD580}" type="presParOf" srcId="{669CCBB1-E595-4D06-A775-49A85A69A0F9}" destId="{3ABA87BD-E82E-4B8B-96E8-A74067CFC24A}" srcOrd="36" destOrd="0" presId="urn:microsoft.com/office/officeart/2011/layout/ConvergingTex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2EDF2AC-B547-471F-82FC-4A64DDF0FA6D}" type="doc">
      <dgm:prSet loTypeId="urn:microsoft.com/office/officeart/2005/8/layout/pList2" loCatId="picture" qsTypeId="urn:microsoft.com/office/officeart/2005/8/quickstyle/simple3" qsCatId="simple" csTypeId="urn:microsoft.com/office/officeart/2005/8/colors/accent1_2" csCatId="accent1" phldr="1"/>
      <dgm:spPr/>
    </dgm:pt>
    <dgm:pt modelId="{9B8A2FEF-9365-4D97-A5F4-6623DA147673}">
      <dgm:prSet phldrT="[Текст]" custT="1"/>
      <dgm:spPr/>
      <dgm:t>
        <a:bodyPr/>
        <a:lstStyle/>
        <a:p>
          <a:r>
            <a:rPr lang="ru-RU" sz="1600" b="1" dirty="0"/>
            <a:t>М.А. Бакунин.</a:t>
          </a:r>
        </a:p>
        <a:p>
          <a:r>
            <a:rPr lang="ru-RU" sz="1600" b="1" dirty="0"/>
            <a:t>Что делать?</a:t>
          </a:r>
        </a:p>
        <a:p>
          <a:r>
            <a:rPr lang="ru-RU" sz="1600" dirty="0"/>
            <a:t>Идти в народ и поднимать его на бунт.</a:t>
          </a:r>
        </a:p>
        <a:p>
          <a:r>
            <a:rPr lang="ru-RU" sz="1600" b="1" dirty="0"/>
            <a:t>Чего добиваться?</a:t>
          </a:r>
        </a:p>
        <a:p>
          <a:r>
            <a:rPr lang="ru-RU" sz="1600" dirty="0"/>
            <a:t>Разрушения государства и введения общественного самоуправления (анархии)</a:t>
          </a:r>
        </a:p>
      </dgm:t>
    </dgm:pt>
    <dgm:pt modelId="{D2AFDCD6-CE47-4CA8-9A26-4EB48FBFA4F1}" type="parTrans" cxnId="{1F0E0900-A66B-42AB-BB90-D82BD18C6D83}">
      <dgm:prSet/>
      <dgm:spPr/>
      <dgm:t>
        <a:bodyPr/>
        <a:lstStyle/>
        <a:p>
          <a:endParaRPr lang="ru-RU"/>
        </a:p>
      </dgm:t>
    </dgm:pt>
    <dgm:pt modelId="{8D1AA410-62CE-4D13-A4BD-9ABC6CD2FDF2}" type="sibTrans" cxnId="{1F0E0900-A66B-42AB-BB90-D82BD18C6D83}">
      <dgm:prSet/>
      <dgm:spPr/>
      <dgm:t>
        <a:bodyPr/>
        <a:lstStyle/>
        <a:p>
          <a:endParaRPr lang="ru-RU"/>
        </a:p>
      </dgm:t>
    </dgm:pt>
    <dgm:pt modelId="{D7F9F048-C668-4570-B832-530950611583}">
      <dgm:prSet phldrT="[Текст]" custT="1"/>
      <dgm:spPr/>
      <dgm:t>
        <a:bodyPr/>
        <a:lstStyle/>
        <a:p>
          <a:r>
            <a:rPr lang="ru-RU" sz="1600" b="1" dirty="0"/>
            <a:t>П.Л. Лавров:</a:t>
          </a:r>
        </a:p>
        <a:p>
          <a:r>
            <a:rPr lang="ru-RU" sz="1600" b="1" dirty="0"/>
            <a:t>Что делать?</a:t>
          </a:r>
        </a:p>
        <a:p>
          <a:r>
            <a:rPr lang="ru-RU" sz="1600" dirty="0"/>
            <a:t>Вести пропаганду социализма среди бедных слове населения.</a:t>
          </a:r>
        </a:p>
        <a:p>
          <a:r>
            <a:rPr lang="ru-RU" sz="1600" b="1" dirty="0"/>
            <a:t>Чего добиваться?</a:t>
          </a:r>
        </a:p>
        <a:p>
          <a:r>
            <a:rPr lang="ru-RU" sz="1600" dirty="0"/>
            <a:t>Создания организаций, готовых </a:t>
          </a:r>
          <a:r>
            <a:rPr lang="ru-RU" sz="1600"/>
            <a:t>возглавить социальную </a:t>
          </a:r>
          <a:r>
            <a:rPr lang="ru-RU" sz="1600" dirty="0"/>
            <a:t>революцию</a:t>
          </a:r>
        </a:p>
      </dgm:t>
    </dgm:pt>
    <dgm:pt modelId="{C59E3886-716A-4233-A375-1E63960326C3}" type="parTrans" cxnId="{B1735DA4-0E5F-4B14-86A8-4069BA36EDBC}">
      <dgm:prSet/>
      <dgm:spPr/>
      <dgm:t>
        <a:bodyPr/>
        <a:lstStyle/>
        <a:p>
          <a:endParaRPr lang="ru-RU"/>
        </a:p>
      </dgm:t>
    </dgm:pt>
    <dgm:pt modelId="{57F48D3F-6A33-441D-B807-752BE9097919}" type="sibTrans" cxnId="{B1735DA4-0E5F-4B14-86A8-4069BA36EDBC}">
      <dgm:prSet/>
      <dgm:spPr/>
      <dgm:t>
        <a:bodyPr/>
        <a:lstStyle/>
        <a:p>
          <a:endParaRPr lang="ru-RU"/>
        </a:p>
      </dgm:t>
    </dgm:pt>
    <dgm:pt modelId="{490ABBE4-3AD4-47BA-AC57-43651FFE8794}">
      <dgm:prSet phldrT="[Текст]" custT="1"/>
      <dgm:spPr/>
      <dgm:t>
        <a:bodyPr/>
        <a:lstStyle/>
        <a:p>
          <a:r>
            <a:rPr lang="ru-RU" sz="1400" b="1" dirty="0"/>
            <a:t>П. Н. Ткачев:</a:t>
          </a:r>
        </a:p>
        <a:p>
          <a:r>
            <a:rPr lang="ru-RU" sz="1400" b="1" dirty="0"/>
            <a:t>Что делать?</a:t>
          </a:r>
        </a:p>
        <a:p>
          <a:r>
            <a:rPr lang="ru-RU" sz="1400" dirty="0"/>
            <a:t>Создать крупную и законспирированную боевую организацию революционеров.</a:t>
          </a:r>
        </a:p>
        <a:p>
          <a:r>
            <a:rPr lang="ru-RU" sz="1400" b="1" dirty="0"/>
            <a:t>Чего добиваться?</a:t>
          </a:r>
        </a:p>
        <a:p>
          <a:r>
            <a:rPr lang="ru-RU" sz="1400" dirty="0"/>
            <a:t>Захвата власти, установления революционной диктатуры, способной внедрить социализм в общество «сверху».</a:t>
          </a:r>
        </a:p>
      </dgm:t>
    </dgm:pt>
    <dgm:pt modelId="{65927869-7C55-4DA6-A6C4-DE29D050C12B}" type="parTrans" cxnId="{1E1DC28C-5E7E-4267-97FA-BE3F80833C7A}">
      <dgm:prSet/>
      <dgm:spPr/>
      <dgm:t>
        <a:bodyPr/>
        <a:lstStyle/>
        <a:p>
          <a:endParaRPr lang="ru-RU"/>
        </a:p>
      </dgm:t>
    </dgm:pt>
    <dgm:pt modelId="{7B1ACCB4-8D69-4A99-9D73-098C84BDF397}" type="sibTrans" cxnId="{1E1DC28C-5E7E-4267-97FA-BE3F80833C7A}">
      <dgm:prSet/>
      <dgm:spPr/>
      <dgm:t>
        <a:bodyPr/>
        <a:lstStyle/>
        <a:p>
          <a:endParaRPr lang="ru-RU"/>
        </a:p>
      </dgm:t>
    </dgm:pt>
    <dgm:pt modelId="{61D013AD-6692-4872-8CE2-AB2C44E1203E}" type="pres">
      <dgm:prSet presAssocID="{E2EDF2AC-B547-471F-82FC-4A64DDF0FA6D}" presName="Name0" presStyleCnt="0">
        <dgm:presLayoutVars>
          <dgm:dir/>
          <dgm:resizeHandles val="exact"/>
        </dgm:presLayoutVars>
      </dgm:prSet>
      <dgm:spPr/>
    </dgm:pt>
    <dgm:pt modelId="{EBBB1E77-1848-4967-A626-9BFE367358B4}" type="pres">
      <dgm:prSet presAssocID="{E2EDF2AC-B547-471F-82FC-4A64DDF0FA6D}" presName="bkgdShp" presStyleLbl="alignAccFollowNode1" presStyleIdx="0" presStyleCnt="1"/>
      <dgm:spPr/>
    </dgm:pt>
    <dgm:pt modelId="{389538CA-50F1-47DD-8FA4-7054C4125CE8}" type="pres">
      <dgm:prSet presAssocID="{E2EDF2AC-B547-471F-82FC-4A64DDF0FA6D}" presName="linComp" presStyleCnt="0"/>
      <dgm:spPr/>
    </dgm:pt>
    <dgm:pt modelId="{DBBF29AC-6BFD-4EF5-B48E-D1AF9B346A60}" type="pres">
      <dgm:prSet presAssocID="{9B8A2FEF-9365-4D97-A5F4-6623DA147673}" presName="compNode" presStyleCnt="0"/>
      <dgm:spPr/>
    </dgm:pt>
    <dgm:pt modelId="{595ADA59-C97F-4B37-BB5B-362262248396}" type="pres">
      <dgm:prSet presAssocID="{9B8A2FEF-9365-4D97-A5F4-6623DA147673}" presName="node" presStyleLbl="node1" presStyleIdx="0" presStyleCnt="3" custLinFactNeighborX="614" custLinFactNeighborY="-767">
        <dgm:presLayoutVars>
          <dgm:bulletEnabled val="1"/>
        </dgm:presLayoutVars>
      </dgm:prSet>
      <dgm:spPr/>
    </dgm:pt>
    <dgm:pt modelId="{929E3E10-D5D5-4766-95B5-FAFB36F57D85}" type="pres">
      <dgm:prSet presAssocID="{9B8A2FEF-9365-4D97-A5F4-6623DA147673}" presName="invisiNode" presStyleLbl="node1" presStyleIdx="0" presStyleCnt="3"/>
      <dgm:spPr/>
    </dgm:pt>
    <dgm:pt modelId="{3A884AF7-879E-4874-BDBC-71FAB3B6076A}" type="pres">
      <dgm:prSet presAssocID="{9B8A2FEF-9365-4D97-A5F4-6623DA147673}" presName="imagNode" presStyleLbl="fgImgPlace1" presStyleIdx="0" presStyleCnt="3" custScaleX="63316" custScaleY="117884"/>
      <dgm:spPr>
        <a:blipFill rotWithShape="1">
          <a:blip xmlns:r="http://schemas.openxmlformats.org/officeDocument/2006/relationships" r:embed="rId1"/>
          <a:stretch>
            <a:fillRect/>
          </a:stretch>
        </a:blipFill>
      </dgm:spPr>
    </dgm:pt>
    <dgm:pt modelId="{96630A63-C90F-453D-9FAE-8650DF1B50C1}" type="pres">
      <dgm:prSet presAssocID="{8D1AA410-62CE-4D13-A4BD-9ABC6CD2FDF2}" presName="sibTrans" presStyleLbl="sibTrans2D1" presStyleIdx="0" presStyleCnt="0"/>
      <dgm:spPr/>
    </dgm:pt>
    <dgm:pt modelId="{E5AF8993-2F3A-4DA3-999B-51C23D0D9F3D}" type="pres">
      <dgm:prSet presAssocID="{D7F9F048-C668-4570-B832-530950611583}" presName="compNode" presStyleCnt="0"/>
      <dgm:spPr/>
    </dgm:pt>
    <dgm:pt modelId="{156550A0-B248-419D-A7D0-0EFBAD1DFA69}" type="pres">
      <dgm:prSet presAssocID="{D7F9F048-C668-4570-B832-530950611583}" presName="node" presStyleLbl="node1" presStyleIdx="1" presStyleCnt="3">
        <dgm:presLayoutVars>
          <dgm:bulletEnabled val="1"/>
        </dgm:presLayoutVars>
      </dgm:prSet>
      <dgm:spPr/>
    </dgm:pt>
    <dgm:pt modelId="{DB93DB5C-1982-48DF-8756-3D97AA2B57C3}" type="pres">
      <dgm:prSet presAssocID="{D7F9F048-C668-4570-B832-530950611583}" presName="invisiNode" presStyleLbl="node1" presStyleIdx="1" presStyleCnt="3"/>
      <dgm:spPr/>
    </dgm:pt>
    <dgm:pt modelId="{857159A0-C9D2-4F67-8243-F0D40E269D6B}" type="pres">
      <dgm:prSet presAssocID="{D7F9F048-C668-4570-B832-530950611583}" presName="imagNode" presStyleLbl="fgImgPlace1" presStyleIdx="1" presStyleCnt="3" custScaleX="59432" custScaleY="114458"/>
      <dgm:spPr>
        <a:blipFill rotWithShape="1">
          <a:blip xmlns:r="http://schemas.openxmlformats.org/officeDocument/2006/relationships" r:embed="rId2"/>
          <a:stretch>
            <a:fillRect/>
          </a:stretch>
        </a:blipFill>
      </dgm:spPr>
    </dgm:pt>
    <dgm:pt modelId="{54C844EA-35A4-481C-80FD-64338CBD7912}" type="pres">
      <dgm:prSet presAssocID="{57F48D3F-6A33-441D-B807-752BE9097919}" presName="sibTrans" presStyleLbl="sibTrans2D1" presStyleIdx="0" presStyleCnt="0"/>
      <dgm:spPr/>
    </dgm:pt>
    <dgm:pt modelId="{8EE13F33-B351-40F2-BF09-C5AC3862CD5C}" type="pres">
      <dgm:prSet presAssocID="{490ABBE4-3AD4-47BA-AC57-43651FFE8794}" presName="compNode" presStyleCnt="0"/>
      <dgm:spPr/>
    </dgm:pt>
    <dgm:pt modelId="{FE185C8F-A869-4A08-9E3A-CF136F18017C}" type="pres">
      <dgm:prSet presAssocID="{490ABBE4-3AD4-47BA-AC57-43651FFE8794}" presName="node" presStyleLbl="node1" presStyleIdx="2" presStyleCnt="3">
        <dgm:presLayoutVars>
          <dgm:bulletEnabled val="1"/>
        </dgm:presLayoutVars>
      </dgm:prSet>
      <dgm:spPr/>
    </dgm:pt>
    <dgm:pt modelId="{84C7F1B6-9F93-435E-AB25-E994C5C2F676}" type="pres">
      <dgm:prSet presAssocID="{490ABBE4-3AD4-47BA-AC57-43651FFE8794}" presName="invisiNode" presStyleLbl="node1" presStyleIdx="2" presStyleCnt="3"/>
      <dgm:spPr/>
    </dgm:pt>
    <dgm:pt modelId="{F3A4F563-638A-46B2-AB69-B64F76CF607A}" type="pres">
      <dgm:prSet presAssocID="{490ABBE4-3AD4-47BA-AC57-43651FFE8794}" presName="imagNode" presStyleLbl="fgImgPlace1" presStyleIdx="2" presStyleCnt="3" custScaleX="60951" custScaleY="121760"/>
      <dgm:spPr>
        <a:blipFill rotWithShape="1">
          <a:blip xmlns:r="http://schemas.openxmlformats.org/officeDocument/2006/relationships" r:embed="rId3"/>
          <a:stretch>
            <a:fillRect/>
          </a:stretch>
        </a:blipFill>
      </dgm:spPr>
    </dgm:pt>
  </dgm:ptLst>
  <dgm:cxnLst>
    <dgm:cxn modelId="{1F0E0900-A66B-42AB-BB90-D82BD18C6D83}" srcId="{E2EDF2AC-B547-471F-82FC-4A64DDF0FA6D}" destId="{9B8A2FEF-9365-4D97-A5F4-6623DA147673}" srcOrd="0" destOrd="0" parTransId="{D2AFDCD6-CE47-4CA8-9A26-4EB48FBFA4F1}" sibTransId="{8D1AA410-62CE-4D13-A4BD-9ABC6CD2FDF2}"/>
    <dgm:cxn modelId="{272F7601-BBA6-45E5-92EA-838DCE4CFF48}" type="presOf" srcId="{57F48D3F-6A33-441D-B807-752BE9097919}" destId="{54C844EA-35A4-481C-80FD-64338CBD7912}" srcOrd="0" destOrd="0" presId="urn:microsoft.com/office/officeart/2005/8/layout/pList2"/>
    <dgm:cxn modelId="{6FAC9A0D-079D-4B24-A01D-5E21ACE053C8}" type="presOf" srcId="{9B8A2FEF-9365-4D97-A5F4-6623DA147673}" destId="{595ADA59-C97F-4B37-BB5B-362262248396}" srcOrd="0" destOrd="0" presId="urn:microsoft.com/office/officeart/2005/8/layout/pList2"/>
    <dgm:cxn modelId="{F5794F1A-0227-430C-B02A-4E267FDA5941}" type="presOf" srcId="{D7F9F048-C668-4570-B832-530950611583}" destId="{156550A0-B248-419D-A7D0-0EFBAD1DFA69}" srcOrd="0" destOrd="0" presId="urn:microsoft.com/office/officeart/2005/8/layout/pList2"/>
    <dgm:cxn modelId="{1E1DC28C-5E7E-4267-97FA-BE3F80833C7A}" srcId="{E2EDF2AC-B547-471F-82FC-4A64DDF0FA6D}" destId="{490ABBE4-3AD4-47BA-AC57-43651FFE8794}" srcOrd="2" destOrd="0" parTransId="{65927869-7C55-4DA6-A6C4-DE29D050C12B}" sibTransId="{7B1ACCB4-8D69-4A99-9D73-098C84BDF397}"/>
    <dgm:cxn modelId="{B1735DA4-0E5F-4B14-86A8-4069BA36EDBC}" srcId="{E2EDF2AC-B547-471F-82FC-4A64DDF0FA6D}" destId="{D7F9F048-C668-4570-B832-530950611583}" srcOrd="1" destOrd="0" parTransId="{C59E3886-716A-4233-A375-1E63960326C3}" sibTransId="{57F48D3F-6A33-441D-B807-752BE9097919}"/>
    <dgm:cxn modelId="{AD80B2A7-CAC5-4432-8360-E811EA8B8C86}" type="presOf" srcId="{490ABBE4-3AD4-47BA-AC57-43651FFE8794}" destId="{FE185C8F-A869-4A08-9E3A-CF136F18017C}" srcOrd="0" destOrd="0" presId="urn:microsoft.com/office/officeart/2005/8/layout/pList2"/>
    <dgm:cxn modelId="{65C9E9FB-9004-4E59-9D13-B33BEBEDCF5E}" type="presOf" srcId="{8D1AA410-62CE-4D13-A4BD-9ABC6CD2FDF2}" destId="{96630A63-C90F-453D-9FAE-8650DF1B50C1}" srcOrd="0" destOrd="0" presId="urn:microsoft.com/office/officeart/2005/8/layout/pList2"/>
    <dgm:cxn modelId="{FA0796FF-C6D8-4354-9110-4F53C18D4C99}" type="presOf" srcId="{E2EDF2AC-B547-471F-82FC-4A64DDF0FA6D}" destId="{61D013AD-6692-4872-8CE2-AB2C44E1203E}" srcOrd="0" destOrd="0" presId="urn:microsoft.com/office/officeart/2005/8/layout/pList2"/>
    <dgm:cxn modelId="{927B9560-D058-4073-89EF-FF64100A237A}" type="presParOf" srcId="{61D013AD-6692-4872-8CE2-AB2C44E1203E}" destId="{EBBB1E77-1848-4967-A626-9BFE367358B4}" srcOrd="0" destOrd="0" presId="urn:microsoft.com/office/officeart/2005/8/layout/pList2"/>
    <dgm:cxn modelId="{B52AFD8B-546E-4C19-87A6-6876E11FDFF5}" type="presParOf" srcId="{61D013AD-6692-4872-8CE2-AB2C44E1203E}" destId="{389538CA-50F1-47DD-8FA4-7054C4125CE8}" srcOrd="1" destOrd="0" presId="urn:microsoft.com/office/officeart/2005/8/layout/pList2"/>
    <dgm:cxn modelId="{4456D8AC-4563-4A07-AF03-DDBB2D2D7374}" type="presParOf" srcId="{389538CA-50F1-47DD-8FA4-7054C4125CE8}" destId="{DBBF29AC-6BFD-4EF5-B48E-D1AF9B346A60}" srcOrd="0" destOrd="0" presId="urn:microsoft.com/office/officeart/2005/8/layout/pList2"/>
    <dgm:cxn modelId="{BB17DEC9-ECC7-4950-BC4C-7D0F21BA3E68}" type="presParOf" srcId="{DBBF29AC-6BFD-4EF5-B48E-D1AF9B346A60}" destId="{595ADA59-C97F-4B37-BB5B-362262248396}" srcOrd="0" destOrd="0" presId="urn:microsoft.com/office/officeart/2005/8/layout/pList2"/>
    <dgm:cxn modelId="{BC6E124A-368A-4DFB-8B25-86551B37CAE5}" type="presParOf" srcId="{DBBF29AC-6BFD-4EF5-B48E-D1AF9B346A60}" destId="{929E3E10-D5D5-4766-95B5-FAFB36F57D85}" srcOrd="1" destOrd="0" presId="urn:microsoft.com/office/officeart/2005/8/layout/pList2"/>
    <dgm:cxn modelId="{560F2459-36DF-4260-9EEF-F1AD933CA871}" type="presParOf" srcId="{DBBF29AC-6BFD-4EF5-B48E-D1AF9B346A60}" destId="{3A884AF7-879E-4874-BDBC-71FAB3B6076A}" srcOrd="2" destOrd="0" presId="urn:microsoft.com/office/officeart/2005/8/layout/pList2"/>
    <dgm:cxn modelId="{EA42DE09-37B2-4552-B96C-F46BF0FB3DF5}" type="presParOf" srcId="{389538CA-50F1-47DD-8FA4-7054C4125CE8}" destId="{96630A63-C90F-453D-9FAE-8650DF1B50C1}" srcOrd="1" destOrd="0" presId="urn:microsoft.com/office/officeart/2005/8/layout/pList2"/>
    <dgm:cxn modelId="{D481BFCE-93DF-44B4-BDE4-EFEBFF86C190}" type="presParOf" srcId="{389538CA-50F1-47DD-8FA4-7054C4125CE8}" destId="{E5AF8993-2F3A-4DA3-999B-51C23D0D9F3D}" srcOrd="2" destOrd="0" presId="urn:microsoft.com/office/officeart/2005/8/layout/pList2"/>
    <dgm:cxn modelId="{4FA55603-0823-4ADD-8DC0-383ABE603C8B}" type="presParOf" srcId="{E5AF8993-2F3A-4DA3-999B-51C23D0D9F3D}" destId="{156550A0-B248-419D-A7D0-0EFBAD1DFA69}" srcOrd="0" destOrd="0" presId="urn:microsoft.com/office/officeart/2005/8/layout/pList2"/>
    <dgm:cxn modelId="{CD16BDCF-E297-4434-8CCE-252241E40651}" type="presParOf" srcId="{E5AF8993-2F3A-4DA3-999B-51C23D0D9F3D}" destId="{DB93DB5C-1982-48DF-8756-3D97AA2B57C3}" srcOrd="1" destOrd="0" presId="urn:microsoft.com/office/officeart/2005/8/layout/pList2"/>
    <dgm:cxn modelId="{7C052C46-EAFD-4A8F-9D88-6395529BF186}" type="presParOf" srcId="{E5AF8993-2F3A-4DA3-999B-51C23D0D9F3D}" destId="{857159A0-C9D2-4F67-8243-F0D40E269D6B}" srcOrd="2" destOrd="0" presId="urn:microsoft.com/office/officeart/2005/8/layout/pList2"/>
    <dgm:cxn modelId="{13AAAF68-3525-4EB9-938F-58B0576CEE58}" type="presParOf" srcId="{389538CA-50F1-47DD-8FA4-7054C4125CE8}" destId="{54C844EA-35A4-481C-80FD-64338CBD7912}" srcOrd="3" destOrd="0" presId="urn:microsoft.com/office/officeart/2005/8/layout/pList2"/>
    <dgm:cxn modelId="{B96F511D-127E-4AFA-9842-E22C7A111374}" type="presParOf" srcId="{389538CA-50F1-47DD-8FA4-7054C4125CE8}" destId="{8EE13F33-B351-40F2-BF09-C5AC3862CD5C}" srcOrd="4" destOrd="0" presId="urn:microsoft.com/office/officeart/2005/8/layout/pList2"/>
    <dgm:cxn modelId="{0B64FCFE-36E9-4EB9-A359-4CBBD93D8DCD}" type="presParOf" srcId="{8EE13F33-B351-40F2-BF09-C5AC3862CD5C}" destId="{FE185C8F-A869-4A08-9E3A-CF136F18017C}" srcOrd="0" destOrd="0" presId="urn:microsoft.com/office/officeart/2005/8/layout/pList2"/>
    <dgm:cxn modelId="{65AE22F5-F075-405F-81DD-4D7C227FC7EE}" type="presParOf" srcId="{8EE13F33-B351-40F2-BF09-C5AC3862CD5C}" destId="{84C7F1B6-9F93-435E-AB25-E994C5C2F676}" srcOrd="1" destOrd="0" presId="urn:microsoft.com/office/officeart/2005/8/layout/pList2"/>
    <dgm:cxn modelId="{D2FA8238-A138-43BB-B565-614F6C38304D}" type="presParOf" srcId="{8EE13F33-B351-40F2-BF09-C5AC3862CD5C}" destId="{F3A4F563-638A-46B2-AB69-B64F76CF607A}" srcOrd="2" destOrd="0" presId="urn:microsoft.com/office/officeart/2005/8/layout/p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BD8C9A-0B99-4662-95EA-96563940E968}">
      <dsp:nvSpPr>
        <dsp:cNvPr id="0" name=""/>
        <dsp:cNvSpPr/>
      </dsp:nvSpPr>
      <dsp:spPr>
        <a:xfrm>
          <a:off x="5964759" y="2411368"/>
          <a:ext cx="176246" cy="17624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85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CE4A24-0E3B-4F20-BC30-8010CC86DA94}">
      <dsp:nvSpPr>
        <dsp:cNvPr id="0" name=""/>
        <dsp:cNvSpPr/>
      </dsp:nvSpPr>
      <dsp:spPr>
        <a:xfrm>
          <a:off x="5641742" y="2411368"/>
          <a:ext cx="176246" cy="17624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85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CC8A33-2F58-44A0-B4ED-D74C1AAC2A99}">
      <dsp:nvSpPr>
        <dsp:cNvPr id="0" name=""/>
        <dsp:cNvSpPr/>
      </dsp:nvSpPr>
      <dsp:spPr>
        <a:xfrm>
          <a:off x="5318725" y="2411368"/>
          <a:ext cx="176246" cy="17624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85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CDA54B-6124-41C0-B0AA-73DC5BF58647}">
      <dsp:nvSpPr>
        <dsp:cNvPr id="0" name=""/>
        <dsp:cNvSpPr/>
      </dsp:nvSpPr>
      <dsp:spPr>
        <a:xfrm>
          <a:off x="4996322" y="2411368"/>
          <a:ext cx="176246" cy="17624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85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9D757C-A426-46F0-B7C7-4917457E6A6F}">
      <dsp:nvSpPr>
        <dsp:cNvPr id="0" name=""/>
        <dsp:cNvSpPr/>
      </dsp:nvSpPr>
      <dsp:spPr>
        <a:xfrm>
          <a:off x="4673305" y="2411368"/>
          <a:ext cx="176246" cy="17624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85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015EB0-21C4-41D6-A6DE-2785626841AE}">
      <dsp:nvSpPr>
        <dsp:cNvPr id="0" name=""/>
        <dsp:cNvSpPr/>
      </dsp:nvSpPr>
      <dsp:spPr>
        <a:xfrm>
          <a:off x="3898946" y="2182985"/>
          <a:ext cx="707754" cy="63373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85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9ACF3A-BEF2-4C38-94F6-C6894EFBEBB0}">
      <dsp:nvSpPr>
        <dsp:cNvPr id="0" name=""/>
        <dsp:cNvSpPr/>
      </dsp:nvSpPr>
      <dsp:spPr>
        <a:xfrm>
          <a:off x="5677360" y="2047285"/>
          <a:ext cx="176246" cy="17624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85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CE26DB-4FE7-4709-8E2A-522B9DF5D4EE}">
      <dsp:nvSpPr>
        <dsp:cNvPr id="0" name=""/>
        <dsp:cNvSpPr/>
      </dsp:nvSpPr>
      <dsp:spPr>
        <a:xfrm>
          <a:off x="5677360" y="2778060"/>
          <a:ext cx="176246" cy="17624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85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224054-74A1-4E00-B087-E48B084DB425}">
      <dsp:nvSpPr>
        <dsp:cNvPr id="0" name=""/>
        <dsp:cNvSpPr/>
      </dsp:nvSpPr>
      <dsp:spPr>
        <a:xfrm>
          <a:off x="5834569" y="2205557"/>
          <a:ext cx="176246" cy="17624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85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34634A-72F2-4540-BDF0-7DE800EF7F2C}">
      <dsp:nvSpPr>
        <dsp:cNvPr id="0" name=""/>
        <dsp:cNvSpPr/>
      </dsp:nvSpPr>
      <dsp:spPr>
        <a:xfrm>
          <a:off x="5845009" y="2620658"/>
          <a:ext cx="176246" cy="17624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85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AF9C02-7522-4E65-9176-DC9315D60346}">
      <dsp:nvSpPr>
        <dsp:cNvPr id="0" name=""/>
        <dsp:cNvSpPr/>
      </dsp:nvSpPr>
      <dsp:spPr>
        <a:xfrm>
          <a:off x="2420981" y="1549250"/>
          <a:ext cx="1429231" cy="1900771"/>
        </a:xfrm>
        <a:prstGeom prst="ellipse">
          <a:avLst/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kern="1200" dirty="0"/>
            <a:t>Хождение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kern="1200" dirty="0"/>
            <a:t>1874-1875 гг. </a:t>
          </a:r>
        </a:p>
      </dsp:txBody>
      <dsp:txXfrm>
        <a:off x="2630287" y="1827611"/>
        <a:ext cx="1010619" cy="1344049"/>
      </dsp:txXfrm>
    </dsp:sp>
    <dsp:sp modelId="{873A93E8-5D21-461B-A7BF-5255EE5AECFA}">
      <dsp:nvSpPr>
        <dsp:cNvPr id="0" name=""/>
        <dsp:cNvSpPr/>
      </dsp:nvSpPr>
      <dsp:spPr>
        <a:xfrm>
          <a:off x="2110049" y="1454780"/>
          <a:ext cx="352493" cy="3527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85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093894-1966-45E9-96F9-F197E506E83D}">
      <dsp:nvSpPr>
        <dsp:cNvPr id="0" name=""/>
        <dsp:cNvSpPr/>
      </dsp:nvSpPr>
      <dsp:spPr>
        <a:xfrm>
          <a:off x="1884060" y="1268680"/>
          <a:ext cx="176246" cy="17624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85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594F29-A346-4085-A407-EEDD590ED91F}">
      <dsp:nvSpPr>
        <dsp:cNvPr id="0" name=""/>
        <dsp:cNvSpPr/>
      </dsp:nvSpPr>
      <dsp:spPr>
        <a:xfrm>
          <a:off x="1507616" y="1268680"/>
          <a:ext cx="176246" cy="17624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85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C31684-2140-4490-B9A8-CA383DEEAB16}">
      <dsp:nvSpPr>
        <dsp:cNvPr id="0" name=""/>
        <dsp:cNvSpPr/>
      </dsp:nvSpPr>
      <dsp:spPr>
        <a:xfrm>
          <a:off x="1131173" y="1268680"/>
          <a:ext cx="176246" cy="17624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85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525FBE-EE6C-4E4A-BA8F-AB10C60D4611}">
      <dsp:nvSpPr>
        <dsp:cNvPr id="0" name=""/>
        <dsp:cNvSpPr/>
      </dsp:nvSpPr>
      <dsp:spPr>
        <a:xfrm>
          <a:off x="754729" y="1268680"/>
          <a:ext cx="176246" cy="17624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85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803EE8-2E84-4A4F-9ADC-E20E436BB651}">
      <dsp:nvSpPr>
        <dsp:cNvPr id="0" name=""/>
        <dsp:cNvSpPr/>
      </dsp:nvSpPr>
      <dsp:spPr>
        <a:xfrm>
          <a:off x="377671" y="1268680"/>
          <a:ext cx="176246" cy="17624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85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DE7B10-C438-4BBB-859A-A48F2E49B558}">
      <dsp:nvSpPr>
        <dsp:cNvPr id="0" name=""/>
        <dsp:cNvSpPr/>
      </dsp:nvSpPr>
      <dsp:spPr>
        <a:xfrm>
          <a:off x="1228" y="1268680"/>
          <a:ext cx="176246" cy="17624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85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EA1359-0A49-447B-8AC9-9225C5622CB1}">
      <dsp:nvSpPr>
        <dsp:cNvPr id="0" name=""/>
        <dsp:cNvSpPr/>
      </dsp:nvSpPr>
      <dsp:spPr>
        <a:xfrm>
          <a:off x="0" y="813866"/>
          <a:ext cx="2065834" cy="4533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«Чайковцы»</a:t>
          </a:r>
        </a:p>
      </dsp:txBody>
      <dsp:txXfrm>
        <a:off x="0" y="813866"/>
        <a:ext cx="2065834" cy="453364"/>
      </dsp:txXfrm>
    </dsp:sp>
    <dsp:sp modelId="{E24B1F1B-DB67-49BB-89E7-2D72494C8188}">
      <dsp:nvSpPr>
        <dsp:cNvPr id="0" name=""/>
        <dsp:cNvSpPr/>
      </dsp:nvSpPr>
      <dsp:spPr>
        <a:xfrm>
          <a:off x="1744045" y="2323246"/>
          <a:ext cx="352493" cy="3527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85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F7A812-0936-4C8B-89F8-64DF877D86B2}">
      <dsp:nvSpPr>
        <dsp:cNvPr id="0" name=""/>
        <dsp:cNvSpPr/>
      </dsp:nvSpPr>
      <dsp:spPr>
        <a:xfrm>
          <a:off x="1395236" y="2411368"/>
          <a:ext cx="176246" cy="17624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85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1176B0-822F-4F23-852A-7CA966A928F6}">
      <dsp:nvSpPr>
        <dsp:cNvPr id="0" name=""/>
        <dsp:cNvSpPr/>
      </dsp:nvSpPr>
      <dsp:spPr>
        <a:xfrm>
          <a:off x="1047041" y="2411368"/>
          <a:ext cx="176246" cy="17624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85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9D0D85-F875-4EAE-9145-35AD048419ED}">
      <dsp:nvSpPr>
        <dsp:cNvPr id="0" name=""/>
        <dsp:cNvSpPr/>
      </dsp:nvSpPr>
      <dsp:spPr>
        <a:xfrm>
          <a:off x="698232" y="2411368"/>
          <a:ext cx="176246" cy="17624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85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71E77E-153B-48F0-9BAB-D19AC1E966EA}">
      <dsp:nvSpPr>
        <dsp:cNvPr id="0" name=""/>
        <dsp:cNvSpPr/>
      </dsp:nvSpPr>
      <dsp:spPr>
        <a:xfrm>
          <a:off x="350037" y="2411368"/>
          <a:ext cx="176246" cy="17624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85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C84F23-A316-41A7-B826-31313843AA48}">
      <dsp:nvSpPr>
        <dsp:cNvPr id="0" name=""/>
        <dsp:cNvSpPr/>
      </dsp:nvSpPr>
      <dsp:spPr>
        <a:xfrm>
          <a:off x="1228" y="2411368"/>
          <a:ext cx="176246" cy="17624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85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0EF227-D53D-493A-9DBB-61FB548BC4F7}">
      <dsp:nvSpPr>
        <dsp:cNvPr id="0" name=""/>
        <dsp:cNvSpPr/>
      </dsp:nvSpPr>
      <dsp:spPr>
        <a:xfrm>
          <a:off x="0" y="1960322"/>
          <a:ext cx="1562271" cy="4533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«Долгушинцы»</a:t>
          </a:r>
        </a:p>
      </dsp:txBody>
      <dsp:txXfrm>
        <a:off x="0" y="1960322"/>
        <a:ext cx="1562271" cy="453364"/>
      </dsp:txXfrm>
    </dsp:sp>
    <dsp:sp modelId="{1B860A81-07CD-4420-84EA-5BFACB4B1E96}">
      <dsp:nvSpPr>
        <dsp:cNvPr id="0" name=""/>
        <dsp:cNvSpPr/>
      </dsp:nvSpPr>
      <dsp:spPr>
        <a:xfrm>
          <a:off x="2110049" y="3177218"/>
          <a:ext cx="352493" cy="3527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85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741660-D975-4947-9968-6B374F43BE1D}">
      <dsp:nvSpPr>
        <dsp:cNvPr id="0" name=""/>
        <dsp:cNvSpPr/>
      </dsp:nvSpPr>
      <dsp:spPr>
        <a:xfrm>
          <a:off x="1884060" y="3536374"/>
          <a:ext cx="176246" cy="17624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85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02EB8D-9C0C-4724-BE59-82BB083BA335}">
      <dsp:nvSpPr>
        <dsp:cNvPr id="0" name=""/>
        <dsp:cNvSpPr/>
      </dsp:nvSpPr>
      <dsp:spPr>
        <a:xfrm>
          <a:off x="1507616" y="3536374"/>
          <a:ext cx="176246" cy="17624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85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B63314-FD5B-4308-9797-52D8861CFA9E}">
      <dsp:nvSpPr>
        <dsp:cNvPr id="0" name=""/>
        <dsp:cNvSpPr/>
      </dsp:nvSpPr>
      <dsp:spPr>
        <a:xfrm>
          <a:off x="1131173" y="3536374"/>
          <a:ext cx="176246" cy="17624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85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665E1B-0D8B-4BBC-8E6E-9BA882D59A66}">
      <dsp:nvSpPr>
        <dsp:cNvPr id="0" name=""/>
        <dsp:cNvSpPr/>
      </dsp:nvSpPr>
      <dsp:spPr>
        <a:xfrm>
          <a:off x="754729" y="3536374"/>
          <a:ext cx="176246" cy="17624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85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28BB8F-8CD4-468A-8F4F-0A7EA1A02819}">
      <dsp:nvSpPr>
        <dsp:cNvPr id="0" name=""/>
        <dsp:cNvSpPr/>
      </dsp:nvSpPr>
      <dsp:spPr>
        <a:xfrm>
          <a:off x="377671" y="3536374"/>
          <a:ext cx="176246" cy="17624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85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11210E-2838-4A3A-B572-D78E97D3ECC3}">
      <dsp:nvSpPr>
        <dsp:cNvPr id="0" name=""/>
        <dsp:cNvSpPr/>
      </dsp:nvSpPr>
      <dsp:spPr>
        <a:xfrm>
          <a:off x="1228" y="3536374"/>
          <a:ext cx="176246" cy="17624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85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BA87BD-E82E-4B8B-96E8-A74067CFC24A}">
      <dsp:nvSpPr>
        <dsp:cNvPr id="0" name=""/>
        <dsp:cNvSpPr/>
      </dsp:nvSpPr>
      <dsp:spPr>
        <a:xfrm>
          <a:off x="0" y="3081270"/>
          <a:ext cx="2065834" cy="4533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Киевская «коммуна анархистов»</a:t>
          </a:r>
        </a:p>
      </dsp:txBody>
      <dsp:txXfrm>
        <a:off x="0" y="3081270"/>
        <a:ext cx="2065834" cy="45336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BB1E77-1848-4967-A626-9BFE367358B4}">
      <dsp:nvSpPr>
        <dsp:cNvPr id="0" name=""/>
        <dsp:cNvSpPr/>
      </dsp:nvSpPr>
      <dsp:spPr>
        <a:xfrm>
          <a:off x="0" y="0"/>
          <a:ext cx="8231904" cy="2439864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884AF7-879E-4874-BDBC-71FAB3B6076A}">
      <dsp:nvSpPr>
        <dsp:cNvPr id="0" name=""/>
        <dsp:cNvSpPr/>
      </dsp:nvSpPr>
      <dsp:spPr>
        <a:xfrm>
          <a:off x="690489" y="165321"/>
          <a:ext cx="1531057" cy="2109220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1"/>
          <a:stretch>
            <a:fillRect/>
          </a:stretch>
        </a:blipFill>
        <a:ln w="95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595ADA59-C97F-4B37-BB5B-362262248396}">
      <dsp:nvSpPr>
        <dsp:cNvPr id="0" name=""/>
        <dsp:cNvSpPr/>
      </dsp:nvSpPr>
      <dsp:spPr>
        <a:xfrm rot="10800000">
          <a:off x="261804" y="2416991"/>
          <a:ext cx="2418121" cy="2982056"/>
        </a:xfrm>
        <a:prstGeom prst="round2SameRect">
          <a:avLst>
            <a:gd name="adj1" fmla="val 10500"/>
            <a:gd name="adj2" fmla="val 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3792" tIns="113792" rIns="113792" bIns="113792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1" kern="1200" dirty="0"/>
            <a:t>М.А. Бакунин.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1" kern="1200" dirty="0"/>
            <a:t>Что делать?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Идти в народ и поднимать его на бунт.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1" kern="1200" dirty="0"/>
            <a:t>Чего добиваться?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Разрушения государства и введения общественного самоуправления (анархии)</a:t>
          </a:r>
        </a:p>
      </dsp:txBody>
      <dsp:txXfrm rot="10800000">
        <a:off x="336170" y="2416991"/>
        <a:ext cx="2269389" cy="2907690"/>
      </dsp:txXfrm>
    </dsp:sp>
    <dsp:sp modelId="{857159A0-C9D2-4F67-8243-F0D40E269D6B}">
      <dsp:nvSpPr>
        <dsp:cNvPr id="0" name=""/>
        <dsp:cNvSpPr/>
      </dsp:nvSpPr>
      <dsp:spPr>
        <a:xfrm>
          <a:off x="3397382" y="195971"/>
          <a:ext cx="1437138" cy="2047920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2"/>
          <a:stretch>
            <a:fillRect/>
          </a:stretch>
        </a:blipFill>
        <a:ln w="95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156550A0-B248-419D-A7D0-0EFBAD1DFA69}">
      <dsp:nvSpPr>
        <dsp:cNvPr id="0" name=""/>
        <dsp:cNvSpPr/>
      </dsp:nvSpPr>
      <dsp:spPr>
        <a:xfrm rot="10800000">
          <a:off x="2906891" y="2439863"/>
          <a:ext cx="2418121" cy="2982056"/>
        </a:xfrm>
        <a:prstGeom prst="round2SameRect">
          <a:avLst>
            <a:gd name="adj1" fmla="val 10500"/>
            <a:gd name="adj2" fmla="val 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3792" tIns="113792" rIns="113792" bIns="113792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1" kern="1200" dirty="0"/>
            <a:t>П.Л. Лавров: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1" kern="1200" dirty="0"/>
            <a:t>Что делать?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Вести пропаганду социализма среди бедных слове населения.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1" kern="1200" dirty="0"/>
            <a:t>Чего добиваться?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Создания организаций, готовых </a:t>
          </a:r>
          <a:r>
            <a:rPr lang="ru-RU" sz="1600" kern="1200"/>
            <a:t>возглавить социальную </a:t>
          </a:r>
          <a:r>
            <a:rPr lang="ru-RU" sz="1600" kern="1200" dirty="0"/>
            <a:t>революцию</a:t>
          </a:r>
        </a:p>
      </dsp:txBody>
      <dsp:txXfrm rot="10800000">
        <a:off x="2981257" y="2439863"/>
        <a:ext cx="2269389" cy="2907690"/>
      </dsp:txXfrm>
    </dsp:sp>
    <dsp:sp modelId="{F3A4F563-638A-46B2-AB69-B64F76CF607A}">
      <dsp:nvSpPr>
        <dsp:cNvPr id="0" name=""/>
        <dsp:cNvSpPr/>
      </dsp:nvSpPr>
      <dsp:spPr>
        <a:xfrm>
          <a:off x="6038951" y="130646"/>
          <a:ext cx="1473869" cy="2178570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3"/>
          <a:stretch>
            <a:fillRect/>
          </a:stretch>
        </a:blipFill>
        <a:ln w="95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FE185C8F-A869-4A08-9E3A-CF136F18017C}">
      <dsp:nvSpPr>
        <dsp:cNvPr id="0" name=""/>
        <dsp:cNvSpPr/>
      </dsp:nvSpPr>
      <dsp:spPr>
        <a:xfrm rot="10800000">
          <a:off x="5566825" y="2439863"/>
          <a:ext cx="2418121" cy="2982056"/>
        </a:xfrm>
        <a:prstGeom prst="round2SameRect">
          <a:avLst>
            <a:gd name="adj1" fmla="val 10500"/>
            <a:gd name="adj2" fmla="val 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b="1" kern="1200" dirty="0"/>
            <a:t>П. Н. Ткачев: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b="1" kern="1200" dirty="0"/>
            <a:t>Что делать?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Создать крупную и законспирированную боевую организацию революционеров.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b="1" kern="1200" dirty="0"/>
            <a:t>Чего добиваться?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Захвата власти, установления революционной диктатуры, способной внедрить социализм в общество «сверху».</a:t>
          </a:r>
        </a:p>
      </dsp:txBody>
      <dsp:txXfrm rot="10800000">
        <a:off x="5641191" y="2439863"/>
        <a:ext cx="2269389" cy="29076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ConvergingText">
  <dgm:title val="Сходящийся текст"/>
  <dgm:desc val="Служит для отображения этапов или частей, которые сливаются в одно целое. Ограничен одной фигурой уровня 1, которая содержит текст и не более пяти фигур уровня 2."/>
  <dgm:catLst>
    <dgm:cat type="process" pri="6500"/>
    <dgm:cat type="officeonline" pri="5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</dgm:cxnLst>
      <dgm:bg/>
      <dgm:whole/>
    </dgm:dataModel>
  </dgm:clrData>
  <dgm:layoutNode name="Name0">
    <dgm:varLst>
      <dgm:chMax/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vertAlign" val="mid"/>
          <dgm:param type="nodeVertAlign" val="mid"/>
          <dgm:param type="horzAlign" val="ctr"/>
        </dgm:alg>
      </dgm:if>
      <dgm:else name="Name3">
        <dgm:alg type="lin">
          <dgm:param type="linDir" val="fromR"/>
          <dgm:param type="vertAlign" val="mid"/>
          <dgm:param type="nodeVertAlign" val="mid"/>
          <dgm:param type="horzAlign" val="ctr"/>
        </dgm:alg>
      </dgm:else>
    </dgm:choose>
    <dgm:shape xmlns:r="http://schemas.openxmlformats.org/officeDocument/2006/relationships" r:blip="">
      <dgm:adjLst/>
    </dgm:shape>
    <dgm:constrLst>
      <dgm:constr type="primFontSz" for="des" forName="Parent" op="equ" val="65"/>
      <dgm:constr type="primFontSz" for="des" forName="Child1" op="equ" val="65"/>
      <dgm:constr type="primFontSz" for="des" forName="Child2" refType="primFontSz" refFor="des" refForName="Child1" op="equ"/>
      <dgm:constr type="primFontSz" for="des" forName="Child3" refType="primFontSz" refFor="des" refForName="Child1" op="equ"/>
      <dgm:constr type="primFontSz" for="des" forName="Child4" refType="primFontSz" refFor="des" refForName="Child1" op="equ"/>
      <dgm:constr type="primFontSz" for="des" forName="Child5" refType="primFontSz" refFor="des" refForName="Child1" op="equ"/>
      <dgm:constr type="primFontSz" for="des" forName="Child1" refType="primFontSz" refFor="des" refForName="Parent" op="lte"/>
      <dgm:constr type="primFontSz" for="des" forName="Child2" refType="primFontSz" refFor="des" refForName="Parent" op="lte"/>
      <dgm:constr type="primFontSz" for="des" forName="Child3" refType="primFontSz" refFor="des" refForName="Parent" op="lte"/>
      <dgm:constr type="primFontSz" for="des" forName="Child4" refType="primFontSz" refFor="des" refForName="Parent" op="lte"/>
      <dgm:constr type="primFontSz" for="des" forName="Child5" refType="primFontSz" refFor="des" refForName="Parent" op="lte"/>
      <dgm:constr type="w" for="ch" forName="composite" refType="w"/>
      <dgm:constr type="h" for="ch" forName="composite" refType="h"/>
      <dgm:constr type="sp" refType="w" refFor="ch" refForName="composite" op="equ" fact="0.05"/>
      <dgm:constr type="w" for="ch" forName="sibTrans" refType="w" refFor="ch" refForName="composite" op="equ" fact="0.05"/>
      <dgm:constr type="h" for="ch" forName="sibTrans" refType="w" refFor="ch" refForName="sibTrans" op="equ"/>
    </dgm:constrLst>
    <dgm:forEach name="nodesForEach" axis="ch" ptType="node">
      <dgm:layoutNode name="composite">
        <dgm:choose name="Name4">
          <dgm:if name="Name5" func="var" arg="dir" op="equ" val="norm">
            <dgm:choose name="Name6">
              <dgm:if name="Name7" axis="ch" ptType="node" func="cnt" op="equ" val="0">
                <dgm:alg type="composite">
                  <dgm:param type="ar" val="2.1059"/>
                </dgm:alg>
                <dgm:constrLst>
                  <dgm:constr type="l" for="ch" forName="Parent" refType="w" fact="0"/>
                  <dgm:constr type="t" for="ch" forName="Parent" refType="h" fact="0"/>
                  <dgm:constr type="w" for="ch" forName="Parent" refType="w" fact="0.4749"/>
                  <dgm:constr type="h" for="ch" forName="Parent" refType="h"/>
                  <dgm:constr type="l" for="ch" forName="ParentAccent1" refType="w" fact="0.9531"/>
                  <dgm:constr type="t" for="ch" forName="ParentAccent1" refType="h" fact="0.4506"/>
                  <dgm:constr type="w" for="ch" forName="ParentAccent1" refType="w" fact="0.0469"/>
                  <dgm:constr type="h" for="ch" forName="ParentAccent1" refType="h" fact="0.0988"/>
                  <dgm:constr type="l" for="ch" forName="ParentAccent2" refType="w" fact="0.8734"/>
                  <dgm:constr type="t" for="ch" forName="ParentAccent2" refType="h" fact="0.4506"/>
                  <dgm:constr type="w" for="ch" forName="ParentAccent2" refType="w" fact="0.0469"/>
                  <dgm:constr type="h" for="ch" forName="ParentAccent2" refType="h" fact="0.0988"/>
                  <dgm:constr type="l" for="ch" forName="ParentAccent3" refType="w" fact="0.7937"/>
                  <dgm:constr type="t" for="ch" forName="ParentAccent3" refType="h" fact="0.4506"/>
                  <dgm:constr type="w" for="ch" forName="ParentAccent3" refType="w" fact="0.0469"/>
                  <dgm:constr type="h" for="ch" forName="ParentAccent3" refType="h" fact="0.0988"/>
                  <dgm:constr type="l" for="ch" forName="ParentAccent4" refType="w" fact="0.714"/>
                  <dgm:constr type="t" for="ch" forName="ParentAccent4" refType="h" fact="0.4506"/>
                  <dgm:constr type="w" for="ch" forName="ParentAccent4" refType="w" fact="0.0469"/>
                  <dgm:constr type="h" for="ch" forName="ParentAccent4" refType="h" fact="0.0988"/>
                  <dgm:constr type="l" for="ch" forName="ParentAccent5" refType="w" fact="0.6343"/>
                  <dgm:constr type="t" for="ch" forName="ParentAccent5" refType="h" fact="0.4506"/>
                  <dgm:constr type="w" for="ch" forName="ParentAccent5" refType="w" fact="0.0469"/>
                  <dgm:constr type="h" for="ch" forName="ParentAccent5" refType="h" fact="0.0988"/>
                  <dgm:constr type="l" for="ch" forName="ParentAccent6" refType="w" fact="0.5076"/>
                  <dgm:constr type="t" for="ch" forName="ParentAccent6" refType="h" fact="0.4012"/>
                  <dgm:constr type="w" for="ch" forName="ParentAccent6" refType="w" fact="0.0939"/>
                  <dgm:constr type="h" for="ch" forName="ParentAccent6" refType="h" fact="0.1976"/>
                  <dgm:constr type="l" for="ch" forName="ParentAccent7" refType="w" fact="0.8766"/>
                  <dgm:constr type="t" for="ch" forName="ParentAccent7" refType="h" fact="0.2465"/>
                  <dgm:constr type="w" for="ch" forName="ParentAccent7" refType="w" fact="0.0469"/>
                  <dgm:constr type="h" for="ch" forName="ParentAccent7" refType="h" fact="0.0988"/>
                  <dgm:constr type="l" for="ch" forName="ParentAccent8" refType="w" fact="0.8766"/>
                  <dgm:constr type="t" for="ch" forName="ParentAccent8" refType="h" fact="0.6562"/>
                  <dgm:constr type="w" for="ch" forName="ParentAccent8" refType="w" fact="0.0469"/>
                  <dgm:constr type="h" for="ch" forName="ParentAccent8" refType="h" fact="0.0988"/>
                  <dgm:constr type="l" for="ch" forName="ParentAccent9" refType="w" fact="0.9185"/>
                  <dgm:constr type="t" for="ch" forName="ParentAccent9" refType="h" fact="0.3353"/>
                  <dgm:constr type="w" for="ch" forName="ParentAccent9" refType="w" fact="0.0469"/>
                  <dgm:constr type="h" for="ch" forName="ParentAccent9" refType="h" fact="0.0988"/>
                  <dgm:constr type="l" for="ch" forName="ParentAccent10" refType="w" fact="0.9213"/>
                  <dgm:constr type="t" for="ch" forName="ParentAccent10" refType="h" fact="0.5679"/>
                  <dgm:constr type="w" for="ch" forName="ParentAccent10" refType="w" fact="0.0469"/>
                  <dgm:constr type="h" for="ch" forName="ParentAccent10" refType="h" fact="0.0988"/>
                </dgm:constrLst>
              </dgm:if>
              <dgm:if name="Name8" axis="ch" ptType="node" func="cnt" op="equ" val="1">
                <dgm:alg type="composite">
                  <dgm:param type="ar" val="3.4411"/>
                </dgm:alg>
                <dgm:constrLst>
                  <dgm:constr type="l" for="ch" forName="Child1Accent1" refType="w" fact="0.284"/>
                  <dgm:constr type="t" for="ch" forName="Child1Accent1" refType="h" fact="0.4012"/>
                  <dgm:constr type="w" for="ch" forName="Child1Accent1" refType="w" fact="0.0574"/>
                  <dgm:constr type="h" for="ch" forName="Child1Accent1" refType="h" fact="0.1976"/>
                  <dgm:constr type="l" for="ch" forName="Child1Accent2" refType="w" fact="0.2272"/>
                  <dgm:constr type="t" for="ch" forName="Child1Accent2" refType="h" fact="0.4506"/>
                  <dgm:constr type="w" for="ch" forName="Child1Accent2" refType="w" fact="0.0287"/>
                  <dgm:constr type="h" for="ch" forName="Child1Accent2" refType="h" fact="0.0988"/>
                  <dgm:constr type="l" for="ch" forName="Child1Accent3" refType="w" fact="0.1705"/>
                  <dgm:constr type="t" for="ch" forName="Child1Accent3" refType="h" fact="0.4506"/>
                  <dgm:constr type="w" for="ch" forName="Child1Accent3" refType="w" fact="0.0287"/>
                  <dgm:constr type="h" for="ch" forName="Child1Accent3" refType="h" fact="0.0988"/>
                  <dgm:constr type="l" for="ch" forName="Child1Accent4" refType="w" fact="0.1137"/>
                  <dgm:constr type="t" for="ch" forName="Child1Accent4" refType="h" fact="0.4506"/>
                  <dgm:constr type="w" for="ch" forName="Child1Accent4" refType="w" fact="0.0287"/>
                  <dgm:constr type="h" for="ch" forName="Child1Accent4" refType="h" fact="0.0988"/>
                  <dgm:constr type="l" for="ch" forName="Child1Accent5" refType="w" fact="0.057"/>
                  <dgm:constr type="t" for="ch" forName="Child1Accent5" refType="h" fact="0.4506"/>
                  <dgm:constr type="w" for="ch" forName="Child1Accent5" refType="w" fact="0.0287"/>
                  <dgm:constr type="h" for="ch" forName="Child1Accent5" refType="h" fact="0.0988"/>
                  <dgm:constr type="l" for="ch" forName="Child1Accent6" refType="w" fact="0.0002"/>
                  <dgm:constr type="t" for="ch" forName="Child1Accent6" refType="h" fact="0.4506"/>
                  <dgm:constr type="w" for="ch" forName="Child1Accent6" refType="w" fact="0.0287"/>
                  <dgm:constr type="h" for="ch" forName="Child1Accent6" refType="h" fact="0.0988"/>
                  <dgm:constr type="l" for="ch" forName="Child1Accent7" refType="w" fact="0"/>
                  <dgm:constr type="t" for="ch" forName="Child1Accent7" refType="h" fact="0"/>
                  <dgm:constr type="w" for="ch" forName="Child1Accent7" refType="w" fact="0"/>
                  <dgm:constr type="h" for="ch" forName="Child1Accent7" refType="h" fact="0"/>
                  <dgm:constr type="l" for="ch" forName="Child1Accent8" refType="w" fact="0"/>
                  <dgm:constr type="t" for="ch" forName="Child1Accent8" refType="h" fact="0"/>
                  <dgm:constr type="w" for="ch" forName="Child1Accent8" refType="w" fact="0"/>
                  <dgm:constr type="h" for="ch" forName="Child1Accent8" refType="h" fact="0"/>
                  <dgm:constr type="l" for="ch" forName="Child1Accent9" refType="w" fact="0"/>
                  <dgm:constr type="t" for="ch" forName="Child1Accent9" refType="h" fact="0"/>
                  <dgm:constr type="w" for="ch" forName="Child1Accent9" refType="w" fact="0"/>
                  <dgm:constr type="h" for="ch" forName="Child1Accent9" refType="h" fact="0"/>
                  <dgm:constr type="l" for="ch" forName="ParentAccent1" refType="w" fact="0.9713"/>
                  <dgm:constr type="t" for="ch" forName="ParentAccent1" refType="h" fact="0.4506"/>
                  <dgm:constr type="w" for="ch" forName="ParentAccent1" refType="w" fact="0.0287"/>
                  <dgm:constr type="h" for="ch" forName="ParentAccent1" refType="h" fact="0.0988"/>
                  <dgm:constr type="l" for="ch" forName="ParentAccent2" refType="w" fact="0.9187"/>
                  <dgm:constr type="t" for="ch" forName="ParentAccent2" refType="h" fact="0.4506"/>
                  <dgm:constr type="w" for="ch" forName="ParentAccent2" refType="w" fact="0.0287"/>
                  <dgm:constr type="h" for="ch" forName="ParentAccent2" refType="h" fact="0.0988"/>
                  <dgm:constr type="l" for="ch" forName="ParentAccent3" refType="w" fact="0.8661"/>
                  <dgm:constr type="t" for="ch" forName="ParentAccent3" refType="h" fact="0.4506"/>
                  <dgm:constr type="w" for="ch" forName="ParentAccent3" refType="w" fact="0.0287"/>
                  <dgm:constr type="h" for="ch" forName="ParentAccent3" refType="h" fact="0.0988"/>
                  <dgm:constr type="l" for="ch" forName="ParentAccent4" refType="w" fact="0.8136"/>
                  <dgm:constr type="t" for="ch" forName="ParentAccent4" refType="h" fact="0.4506"/>
                  <dgm:constr type="w" for="ch" forName="ParentAccent4" refType="w" fact="0.0287"/>
                  <dgm:constr type="h" for="ch" forName="ParentAccent4" refType="h" fact="0.0988"/>
                  <dgm:constr type="l" for="ch" forName="ParentAccent5" refType="w" fact="0.761"/>
                  <dgm:constr type="t" for="ch" forName="ParentAccent5" refType="h" fact="0.4506"/>
                  <dgm:constr type="w" for="ch" forName="ParentAccent5" refType="w" fact="0.0287"/>
                  <dgm:constr type="h" for="ch" forName="ParentAccent5" refType="h" fact="0.0988"/>
                  <dgm:constr type="l" for="ch" forName="ParentAccent6" refType="w" fact="0.6797"/>
                  <dgm:constr type="t" for="ch" forName="ParentAccent6" refType="h" fact="0.4012"/>
                  <dgm:constr type="w" for="ch" forName="ParentAccent6" refType="w" fact="0.0574"/>
                  <dgm:constr type="h" for="ch" forName="ParentAccent6" refType="h" fact="0.1976"/>
                  <dgm:constr type="l" for="ch" forName="ParentAccent7" refType="w" fact="0.9245"/>
                  <dgm:constr type="t" for="ch" forName="ParentAccent7" refType="h" fact="0.2465"/>
                  <dgm:constr type="w" for="ch" forName="ParentAccent7" refType="w" fact="0.0287"/>
                  <dgm:constr type="h" for="ch" forName="ParentAccent7" refType="h" fact="0.0988"/>
                  <dgm:constr type="l" for="ch" forName="ParentAccent8" refType="w" fact="0.9245"/>
                  <dgm:constr type="t" for="ch" forName="ParentAccent8" refType="h" fact="0.6562"/>
                  <dgm:constr type="w" for="ch" forName="ParentAccent8" refType="w" fact="0.0287"/>
                  <dgm:constr type="h" for="ch" forName="ParentAccent8" refType="h" fact="0.0988"/>
                  <dgm:constr type="l" for="ch" forName="ParentAccent9" refType="w" fact="0.9501"/>
                  <dgm:constr type="t" for="ch" forName="ParentAccent9" refType="h" fact="0.3353"/>
                  <dgm:constr type="w" for="ch" forName="ParentAccent9" refType="w" fact="0.0287"/>
                  <dgm:constr type="h" for="ch" forName="ParentAccent9" refType="h" fact="0.0988"/>
                  <dgm:constr type="l" for="ch" forName="ParentAccent10" refType="w" fact="0.9518"/>
                  <dgm:constr type="t" for="ch" forName="ParentAccent10" refType="h" fact="0.5679"/>
                  <dgm:constr type="w" for="ch" forName="ParentAccent10" refType="w" fact="0.0287"/>
                  <dgm:constr type="h" for="ch" forName="ParentAccent10" refType="h" fact="0.0988"/>
                  <dgm:constr type="l" for="ch" forName="Child1" refType="w" fact="0"/>
                  <dgm:constr type="t" for="ch" forName="Child1" refType="h" fact="0.1978"/>
                  <dgm:constr type="w" for="ch" forName="Child1" refType="w" fact="0.2544"/>
                  <dgm:constr type="h" for="ch" forName="Child1" refType="h" fact="0.2541"/>
                  <dgm:constr type="l" for="ch" forName="Parent" refType="w" fact="0.3653"/>
                  <dgm:constr type="t" for="ch" forName="Parent" refType="h" fact="0"/>
                  <dgm:constr type="w" for="ch" forName="Parent" refType="w" fact="0.2906"/>
                  <dgm:constr type="h" for="ch" forName="Parent" refType="h"/>
                </dgm:constrLst>
              </dgm:if>
              <dgm:if name="Name9" axis="ch" ptType="node" func="cnt" op="equ" val="2">
                <dgm:alg type="composite">
                  <dgm:param type="ar" val="2.1185"/>
                </dgm:alg>
                <dgm:constrLst>
                  <dgm:constr type="l" for="ch" forName="Child1Accent1" refType="w" fact="0.3436"/>
                  <dgm:constr type="t" for="ch" forName="Child1Accent1" refType="h" fact="0.2211"/>
                  <dgm:constr type="w" for="ch" forName="Child1Accent1" refType="w" fact="0.0574"/>
                  <dgm:constr type="h" for="ch" forName="Child1Accent1" refType="h" fact="0.1217"/>
                  <dgm:constr type="l" for="ch" forName="Child1Accent2" refType="w" fact="0.3068"/>
                  <dgm:constr type="t" for="ch" forName="Child1Accent2" refType="h" fact="0.1569"/>
                  <dgm:constr type="w" for="ch" forName="Child1Accent2" refType="w" fact="0.0287"/>
                  <dgm:constr type="h" for="ch" forName="Child1Accent2" refType="h" fact="0.0608"/>
                  <dgm:constr type="l" for="ch" forName="Child1Accent3" refType="w" fact="0.2455"/>
                  <dgm:constr type="t" for="ch" forName="Child1Accent3" refType="h" fact="0.1569"/>
                  <dgm:constr type="w" for="ch" forName="Child1Accent3" refType="w" fact="0.0287"/>
                  <dgm:constr type="h" for="ch" forName="Child1Accent3" refType="h" fact="0.0608"/>
                  <dgm:constr type="l" for="ch" forName="Child1Accent4" refType="w" fact="0.1842"/>
                  <dgm:constr type="t" for="ch" forName="Child1Accent4" refType="h" fact="0.1569"/>
                  <dgm:constr type="w" for="ch" forName="Child1Accent4" refType="w" fact="0.0287"/>
                  <dgm:constr type="h" for="ch" forName="Child1Accent4" refType="h" fact="0.0608"/>
                  <dgm:constr type="l" for="ch" forName="Child1Accent5" refType="w" fact="0.1229"/>
                  <dgm:constr type="t" for="ch" forName="Child1Accent5" refType="h" fact="0.1569"/>
                  <dgm:constr type="w" for="ch" forName="Child1Accent5" refType="w" fact="0.0287"/>
                  <dgm:constr type="h" for="ch" forName="Child1Accent5" refType="h" fact="0.0608"/>
                  <dgm:constr type="l" for="ch" forName="Child1Accent6" refType="w" fact="0.0615"/>
                  <dgm:constr type="t" for="ch" forName="Child1Accent6" refType="h" fact="0.1569"/>
                  <dgm:constr type="w" for="ch" forName="Child1Accent6" refType="w" fact="0.0287"/>
                  <dgm:constr type="h" for="ch" forName="Child1Accent6" refType="h" fact="0.0608"/>
                  <dgm:constr type="l" for="ch" forName="Child1Accent7" refType="w" fact="0.0002"/>
                  <dgm:constr type="t" for="ch" forName="Child1Accent7" refType="h" fact="0.1569"/>
                  <dgm:constr type="w" for="ch" forName="Child1Accent7" refType="w" fact="0.0287"/>
                  <dgm:constr type="h" for="ch" forName="Child1Accent7" refType="h" fact="0.0608"/>
                  <dgm:constr type="l" for="ch" forName="Child1Accent8" refType="w" fact="0"/>
                  <dgm:constr type="t" for="ch" forName="Child1Accent8" refType="h" fact="0"/>
                  <dgm:constr type="w" for="ch" forName="Child1Accent8" refType="w" fact="0"/>
                  <dgm:constr type="h" for="ch" forName="Child1Accent8" refType="h" fact="0"/>
                  <dgm:constr type="l" for="ch" forName="Child1Accent9" refType="w" fact="0"/>
                  <dgm:constr type="t" for="ch" forName="Child1Accent9" refType="h" fact="0"/>
                  <dgm:constr type="w" for="ch" forName="Child1Accent9" refType="w" fact="0"/>
                  <dgm:constr type="h" for="ch" forName="Child1Accent9" refType="h" fact="0"/>
                  <dgm:constr type="l" for="ch" forName="Child2Accent1" refType="w" fact="0.3436"/>
                  <dgm:constr type="t" for="ch" forName="Child2Accent1" refType="h" fact="0.8153"/>
                  <dgm:constr type="w" for="ch" forName="Child2Accent1" refType="w" fact="0.0574"/>
                  <dgm:constr type="h" for="ch" forName="Child2Accent1" refType="h" fact="0.1217"/>
                  <dgm:constr type="l" for="ch" forName="Child2Accent2" refType="w" fact="0.3068"/>
                  <dgm:constr type="t" for="ch" forName="Child2Accent2" refType="h" fact="0.9392"/>
                  <dgm:constr type="w" for="ch" forName="Child2Accent2" refType="w" fact="0.0287"/>
                  <dgm:constr type="h" for="ch" forName="Child2Accent2" refType="h" fact="0.0608"/>
                  <dgm:constr type="l" for="ch" forName="Child2Accent3" refType="w" fact="0.2455"/>
                  <dgm:constr type="t" for="ch" forName="Child2Accent3" refType="h" fact="0.9392"/>
                  <dgm:constr type="w" for="ch" forName="Child2Accent3" refType="w" fact="0.0287"/>
                  <dgm:constr type="h" for="ch" forName="Child2Accent3" refType="h" fact="0.0608"/>
                  <dgm:constr type="l" for="ch" forName="Child2Accent4" refType="w" fact="0.1842"/>
                  <dgm:constr type="t" for="ch" forName="Child2Accent4" refType="h" fact="0.9392"/>
                  <dgm:constr type="w" for="ch" forName="Child2Accent4" refType="w" fact="0.0287"/>
                  <dgm:constr type="h" for="ch" forName="Child2Accent4" refType="h" fact="0.0608"/>
                  <dgm:constr type="l" for="ch" forName="Child2Accent5" refType="w" fact="0.1229"/>
                  <dgm:constr type="t" for="ch" forName="Child2Accent5" refType="h" fact="0.9392"/>
                  <dgm:constr type="w" for="ch" forName="Child2Accent5" refType="w" fact="0.0287"/>
                  <dgm:constr type="h" for="ch" forName="Child2Accent5" refType="h" fact="0.0608"/>
                  <dgm:constr type="l" for="ch" forName="Child2Accent6" refType="w" fact="0.0615"/>
                  <dgm:constr type="t" for="ch" forName="Child2Accent6" refType="h" fact="0.9392"/>
                  <dgm:constr type="w" for="ch" forName="Child2Accent6" refType="w" fact="0.0287"/>
                  <dgm:constr type="h" for="ch" forName="Child2Accent6" refType="h" fact="0.0608"/>
                  <dgm:constr type="l" for="ch" forName="Child2Accent7" refType="w" fact="0.0002"/>
                  <dgm:constr type="t" for="ch" forName="Child2Accent7" refType="h" fact="0.9392"/>
                  <dgm:constr type="w" for="ch" forName="Child2Accent7" refType="w" fact="0.0287"/>
                  <dgm:constr type="h" for="ch" forName="Child2Accent7" refType="h" fact="0.0608"/>
                  <dgm:constr type="l" for="ch" forName="ParentAccent1" refType="w" fact="0.9713"/>
                  <dgm:constr type="t" for="ch" forName="ParentAccent1" refType="h" fact="0.5511"/>
                  <dgm:constr type="w" for="ch" forName="ParentAccent1" refType="w" fact="0.0287"/>
                  <dgm:constr type="h" for="ch" forName="ParentAccent1" refType="h" fact="0.0608"/>
                  <dgm:constr type="l" for="ch" forName="ParentAccent2" refType="w" fact="0.9187"/>
                  <dgm:constr type="t" for="ch" forName="ParentAccent2" refType="h" fact="0.5511"/>
                  <dgm:constr type="w" for="ch" forName="ParentAccent2" refType="w" fact="0.0287"/>
                  <dgm:constr type="h" for="ch" forName="ParentAccent2" refType="h" fact="0.0608"/>
                  <dgm:constr type="l" for="ch" forName="ParentAccent3" refType="w" fact="0.8661"/>
                  <dgm:constr type="t" for="ch" forName="ParentAccent3" refType="h" fact="0.5511"/>
                  <dgm:constr type="w" for="ch" forName="ParentAccent3" refType="w" fact="0.0287"/>
                  <dgm:constr type="h" for="ch" forName="ParentAccent3" refType="h" fact="0.0608"/>
                  <dgm:constr type="l" for="ch" forName="ParentAccent4" refType="w" fact="0.8136"/>
                  <dgm:constr type="t" for="ch" forName="ParentAccent4" refType="h" fact="0.5511"/>
                  <dgm:constr type="w" for="ch" forName="ParentAccent4" refType="w" fact="0.0287"/>
                  <dgm:constr type="h" for="ch" forName="ParentAccent4" refType="h" fact="0.0608"/>
                  <dgm:constr type="l" for="ch" forName="ParentAccent5" refType="w" fact="0.761"/>
                  <dgm:constr type="t" for="ch" forName="ParentAccent5" refType="h" fact="0.5511"/>
                  <dgm:constr type="w" for="ch" forName="ParentAccent5" refType="w" fact="0.0287"/>
                  <dgm:constr type="h" for="ch" forName="ParentAccent5" refType="h" fact="0.0608"/>
                  <dgm:constr type="l" for="ch" forName="ParentAccent6" refType="w" fact="0.6797"/>
                  <dgm:constr type="t" for="ch" forName="ParentAccent6" refType="h" fact="0.5207"/>
                  <dgm:constr type="w" for="ch" forName="ParentAccent6" refType="w" fact="0.0574"/>
                  <dgm:constr type="h" for="ch" forName="ParentAccent6" refType="h" fact="0.1217"/>
                  <dgm:constr type="l" for="ch" forName="ParentAccent7" refType="w" fact="0.9245"/>
                  <dgm:constr type="t" for="ch" forName="ParentAccent7" refType="h" fact="0.4255"/>
                  <dgm:constr type="w" for="ch" forName="ParentAccent7" refType="w" fact="0.0287"/>
                  <dgm:constr type="h" for="ch" forName="ParentAccent7" refType="h" fact="0.0608"/>
                  <dgm:constr type="l" for="ch" forName="ParentAccent8" refType="w" fact="0.9245"/>
                  <dgm:constr type="t" for="ch" forName="ParentAccent8" refType="h" fact="0.6776"/>
                  <dgm:constr type="w" for="ch" forName="ParentAccent8" refType="w" fact="0.0287"/>
                  <dgm:constr type="h" for="ch" forName="ParentAccent8" refType="h" fact="0.0608"/>
                  <dgm:constr type="l" for="ch" forName="ParentAccent9" refType="w" fact="0.9501"/>
                  <dgm:constr type="t" for="ch" forName="ParentAccent9" refType="h" fact="0.4801"/>
                  <dgm:constr type="w" for="ch" forName="ParentAccent9" refType="w" fact="0.0287"/>
                  <dgm:constr type="h" for="ch" forName="ParentAccent9" refType="h" fact="0.0608"/>
                  <dgm:constr type="l" for="ch" forName="ParentAccent10" refType="w" fact="0.9518"/>
                  <dgm:constr type="t" for="ch" forName="ParentAccent10" refType="h" fact="0.6233"/>
                  <dgm:constr type="w" for="ch" forName="ParentAccent10" refType="w" fact="0.0287"/>
                  <dgm:constr type="h" for="ch" forName="ParentAccent10" refType="h" fact="0.0608"/>
                  <dgm:constr type="l" for="ch" forName="Child2" refType="w" fact="0"/>
                  <dgm:constr type="t" for="ch" forName="Child2" refType="h" fact="0.7822"/>
                  <dgm:constr type="w" for="ch" forName="Child2" refType="w" fact="0.3364"/>
                  <dgm:constr type="h" for="ch" forName="Child2" refType="h" fact="0.1564"/>
                  <dgm:constr type="l" for="ch" forName="Child1" refType="w" fact="0"/>
                  <dgm:constr type="t" for="ch" forName="Child1" refType="h" fact="0"/>
                  <dgm:constr type="w" for="ch" forName="Child1" refType="w" fact="0.3364"/>
                  <dgm:constr type="h" for="ch" forName="Child1" refType="h" fact="0.1564"/>
                  <dgm:constr type="l" for="ch" forName="Parent" refType="w" fact="0.3653"/>
                  <dgm:constr type="t" for="ch" forName="Parent" refType="h" fact="0.2737"/>
                  <dgm:constr type="w" for="ch" forName="Parent" refType="w" fact="0.2906"/>
                  <dgm:constr type="h" for="ch" forName="Parent" refType="h" fact="0.6157"/>
                </dgm:constrLst>
              </dgm:if>
              <dgm:if name="Name10" axis="ch" ptType="node" func="cnt" op="equ" val="3">
                <dgm:alg type="composite">
                  <dgm:param type="ar" val="2.1185"/>
                </dgm:alg>
                <dgm:constrLst>
                  <dgm:constr type="l" for="ch" forName="Child1Accent1" refType="w" fact="0.3436"/>
                  <dgm:constr type="t" for="ch" forName="Child1Accent1" refType="h" fact="0.2211"/>
                  <dgm:constr type="w" for="ch" forName="Child1Accent1" refType="w" fact="0.0574"/>
                  <dgm:constr type="h" for="ch" forName="Child1Accent1" refType="h" fact="0.1217"/>
                  <dgm:constr type="l" for="ch" forName="Child1Accent2" refType="w" fact="0.3068"/>
                  <dgm:constr type="t" for="ch" forName="Child1Accent2" refType="h" fact="0.1569"/>
                  <dgm:constr type="w" for="ch" forName="Child1Accent2" refType="w" fact="0.0287"/>
                  <dgm:constr type="h" for="ch" forName="Child1Accent2" refType="h" fact="0.0608"/>
                  <dgm:constr type="l" for="ch" forName="Child1Accent3" refType="w" fact="0.2455"/>
                  <dgm:constr type="t" for="ch" forName="Child1Accent3" refType="h" fact="0.1569"/>
                  <dgm:constr type="w" for="ch" forName="Child1Accent3" refType="w" fact="0.0287"/>
                  <dgm:constr type="h" for="ch" forName="Child1Accent3" refType="h" fact="0.0608"/>
                  <dgm:constr type="l" for="ch" forName="Child1Accent4" refType="w" fact="0.1842"/>
                  <dgm:constr type="t" for="ch" forName="Child1Accent4" refType="h" fact="0.1569"/>
                  <dgm:constr type="w" for="ch" forName="Child1Accent4" refType="w" fact="0.0287"/>
                  <dgm:constr type="h" for="ch" forName="Child1Accent4" refType="h" fact="0.0608"/>
                  <dgm:constr type="l" for="ch" forName="Child1Accent5" refType="w" fact="0.1229"/>
                  <dgm:constr type="t" for="ch" forName="Child1Accent5" refType="h" fact="0.1569"/>
                  <dgm:constr type="w" for="ch" forName="Child1Accent5" refType="w" fact="0.0287"/>
                  <dgm:constr type="h" for="ch" forName="Child1Accent5" refType="h" fact="0.0608"/>
                  <dgm:constr type="l" for="ch" forName="Child2Accent1" refType="w" fact="0.284"/>
                  <dgm:constr type="t" for="ch" forName="Child2Accent1" refType="h" fact="0.5207"/>
                  <dgm:constr type="w" for="ch" forName="Child2Accent1" refType="w" fact="0.0574"/>
                  <dgm:constr type="h" for="ch" forName="Child2Accent1" refType="h" fact="0.1217"/>
                  <dgm:constr type="l" for="ch" forName="Child2Accent2" refType="w" fact="0.2272"/>
                  <dgm:constr type="t" for="ch" forName="Child2Accent2" refType="h" fact="0.5511"/>
                  <dgm:constr type="w" for="ch" forName="Child2Accent2" refType="w" fact="0.0287"/>
                  <dgm:constr type="h" for="ch" forName="Child2Accent2" refType="h" fact="0.0608"/>
                  <dgm:constr type="l" for="ch" forName="Child2Accent3" refType="w" fact="0.1705"/>
                  <dgm:constr type="t" for="ch" forName="Child2Accent3" refType="h" fact="0.5511"/>
                  <dgm:constr type="w" for="ch" forName="Child2Accent3" refType="w" fact="0.0287"/>
                  <dgm:constr type="h" for="ch" forName="Child2Accent3" refType="h" fact="0.0608"/>
                  <dgm:constr type="l" for="ch" forName="Child2Accent4" refType="w" fact="0.1137"/>
                  <dgm:constr type="t" for="ch" forName="Child2Accent4" refType="h" fact="0.5511"/>
                  <dgm:constr type="w" for="ch" forName="Child2Accent4" refType="w" fact="0.0287"/>
                  <dgm:constr type="h" for="ch" forName="Child2Accent4" refType="h" fact="0.0608"/>
                  <dgm:constr type="l" for="ch" forName="Child1Accent6" refType="w" fact="0.0615"/>
                  <dgm:constr type="t" for="ch" forName="Child1Accent6" refType="h" fact="0.1569"/>
                  <dgm:constr type="w" for="ch" forName="Child1Accent6" refType="w" fact="0.0287"/>
                  <dgm:constr type="h" for="ch" forName="Child1Accent6" refType="h" fact="0.0608"/>
                  <dgm:constr type="l" for="ch" forName="Child2Accent5" refType="w" fact="0.057"/>
                  <dgm:constr type="t" for="ch" forName="Child2Accent5" refType="h" fact="0.5511"/>
                  <dgm:constr type="w" for="ch" forName="Child2Accent5" refType="w" fact="0.0287"/>
                  <dgm:constr type="h" for="ch" forName="Child2Accent5" refType="h" fact="0.0608"/>
                  <dgm:constr type="l" for="ch" forName="Child1Accent7" refType="w" fact="0.0002"/>
                  <dgm:constr type="t" for="ch" forName="Child1Accent7" refType="h" fact="0.1569"/>
                  <dgm:constr type="w" for="ch" forName="Child1Accent7" refType="w" fact="0.0287"/>
                  <dgm:constr type="h" for="ch" forName="Child1Accent7" refType="h" fact="0.0608"/>
                  <dgm:constr type="l" for="ch" forName="Child1Accent8" refType="w" fact="0"/>
                  <dgm:constr type="t" for="ch" forName="Child1Accent8" refType="h" fact="0"/>
                  <dgm:constr type="w" for="ch" forName="Child1Accent8" refType="w" fact="0"/>
                  <dgm:constr type="h" for="ch" forName="Child1Accent8" refType="h" fact="0"/>
                  <dgm:constr type="l" for="ch" forName="Child1Accent9" refType="w" fact="0"/>
                  <dgm:constr type="t" for="ch" forName="Child1Accent9" refType="h" fact="0"/>
                  <dgm:constr type="w" for="ch" forName="Child1Accent9" refType="w" fact="0"/>
                  <dgm:constr type="h" for="ch" forName="Child1Accent9" refType="h" fact="0"/>
                  <dgm:constr type="l" for="ch" forName="Child2Accent6" refType="w" fact="0.0002"/>
                  <dgm:constr type="t" for="ch" forName="Child2Accent6" refType="h" fact="0.5511"/>
                  <dgm:constr type="w" for="ch" forName="Child2Accent6" refType="w" fact="0.0287"/>
                  <dgm:constr type="h" for="ch" forName="Child2Accent6" refType="h" fact="0.0608"/>
                  <dgm:constr type="l" for="ch" forName="Child2Accent7" refType="w" fact="0"/>
                  <dgm:constr type="t" for="ch" forName="Child2Accent7" refType="h" fact="0"/>
                  <dgm:constr type="w" for="ch" forName="Child2Accent7" refType="w" fact="0"/>
                  <dgm:constr type="h" for="ch" forName="Child2Accent7" refType="h" fact="0"/>
                  <dgm:constr type="l" for="ch" forName="Child3Accent1" refType="w" fact="0.3436"/>
                  <dgm:constr type="t" for="ch" forName="Child3Accent1" refType="h" fact="0.8153"/>
                  <dgm:constr type="w" for="ch" forName="Child3Accent1" refType="w" fact="0.0574"/>
                  <dgm:constr type="h" for="ch" forName="Child3Accent1" refType="h" fact="0.1217"/>
                  <dgm:constr type="l" for="ch" forName="Child3Accent2" refType="w" fact="0.3068"/>
                  <dgm:constr type="t" for="ch" forName="Child3Accent2" refType="h" fact="0.9392"/>
                  <dgm:constr type="w" for="ch" forName="Child3Accent2" refType="w" fact="0.0287"/>
                  <dgm:constr type="h" for="ch" forName="Child3Accent2" refType="h" fact="0.0608"/>
                  <dgm:constr type="l" for="ch" forName="Child3Accent3" refType="w" fact="0.2455"/>
                  <dgm:constr type="t" for="ch" forName="Child3Accent3" refType="h" fact="0.9392"/>
                  <dgm:constr type="w" for="ch" forName="Child3Accent3" refType="w" fact="0.0287"/>
                  <dgm:constr type="h" for="ch" forName="Child3Accent3" refType="h" fact="0.0608"/>
                  <dgm:constr type="l" for="ch" forName="Child3Accent4" refType="w" fact="0.1842"/>
                  <dgm:constr type="t" for="ch" forName="Child3Accent4" refType="h" fact="0.9392"/>
                  <dgm:constr type="w" for="ch" forName="Child3Accent4" refType="w" fact="0.0287"/>
                  <dgm:constr type="h" for="ch" forName="Child3Accent4" refType="h" fact="0.0608"/>
                  <dgm:constr type="l" for="ch" forName="Child3Accent5" refType="w" fact="0.1229"/>
                  <dgm:constr type="t" for="ch" forName="Child3Accent5" refType="h" fact="0.9392"/>
                  <dgm:constr type="w" for="ch" forName="Child3Accent5" refType="w" fact="0.0287"/>
                  <dgm:constr type="h" for="ch" forName="Child3Accent5" refType="h" fact="0.0608"/>
                  <dgm:constr type="l" for="ch" forName="Child3Accent6" refType="w" fact="0.0615"/>
                  <dgm:constr type="t" for="ch" forName="Child3Accent6" refType="h" fact="0.9392"/>
                  <dgm:constr type="w" for="ch" forName="Child3Accent6" refType="w" fact="0.0287"/>
                  <dgm:constr type="h" for="ch" forName="Child3Accent6" refType="h" fact="0.0608"/>
                  <dgm:constr type="l" for="ch" forName="Child3Accent7" refType="w" fact="0.0002"/>
                  <dgm:constr type="t" for="ch" forName="Child3Accent7" refType="h" fact="0.9392"/>
                  <dgm:constr type="w" for="ch" forName="Child3Accent7" refType="w" fact="0.0287"/>
                  <dgm:constr type="h" for="ch" forName="Child3Accent7" refType="h" fact="0.0608"/>
                  <dgm:constr type="l" for="ch" forName="ParentAccent1" refType="w" fact="0.9713"/>
                  <dgm:constr type="t" for="ch" forName="ParentAccent1" refType="h" fact="0.5511"/>
                  <dgm:constr type="w" for="ch" forName="ParentAccent1" refType="w" fact="0.0287"/>
                  <dgm:constr type="h" for="ch" forName="ParentAccent1" refType="h" fact="0.0608"/>
                  <dgm:constr type="l" for="ch" forName="ParentAccent2" refType="w" fact="0.9187"/>
                  <dgm:constr type="t" for="ch" forName="ParentAccent2" refType="h" fact="0.5511"/>
                  <dgm:constr type="w" for="ch" forName="ParentAccent2" refType="w" fact="0.0287"/>
                  <dgm:constr type="h" for="ch" forName="ParentAccent2" refType="h" fact="0.0608"/>
                  <dgm:constr type="l" for="ch" forName="ParentAccent3" refType="w" fact="0.8661"/>
                  <dgm:constr type="t" for="ch" forName="ParentAccent3" refType="h" fact="0.5511"/>
                  <dgm:constr type="w" for="ch" forName="ParentAccent3" refType="w" fact="0.0287"/>
                  <dgm:constr type="h" for="ch" forName="ParentAccent3" refType="h" fact="0.0608"/>
                  <dgm:constr type="l" for="ch" forName="ParentAccent4" refType="w" fact="0.8136"/>
                  <dgm:constr type="t" for="ch" forName="ParentAccent4" refType="h" fact="0.5511"/>
                  <dgm:constr type="w" for="ch" forName="ParentAccent4" refType="w" fact="0.0287"/>
                  <dgm:constr type="h" for="ch" forName="ParentAccent4" refType="h" fact="0.0608"/>
                  <dgm:constr type="l" for="ch" forName="ParentAccent5" refType="w" fact="0.761"/>
                  <dgm:constr type="t" for="ch" forName="ParentAccent5" refType="h" fact="0.5511"/>
                  <dgm:constr type="w" for="ch" forName="ParentAccent5" refType="w" fact="0.0287"/>
                  <dgm:constr type="h" for="ch" forName="ParentAccent5" refType="h" fact="0.0608"/>
                  <dgm:constr type="l" for="ch" forName="ParentAccent6" refType="w" fact="0.6797"/>
                  <dgm:constr type="t" for="ch" forName="ParentAccent6" refType="h" fact="0.5207"/>
                  <dgm:constr type="w" for="ch" forName="ParentAccent6" refType="w" fact="0.0574"/>
                  <dgm:constr type="h" for="ch" forName="ParentAccent6" refType="h" fact="0.1217"/>
                  <dgm:constr type="l" for="ch" forName="ParentAccent7" refType="w" fact="0.9245"/>
                  <dgm:constr type="t" for="ch" forName="ParentAccent7" refType="h" fact="0.4255"/>
                  <dgm:constr type="w" for="ch" forName="ParentAccent7" refType="w" fact="0.0287"/>
                  <dgm:constr type="h" for="ch" forName="ParentAccent7" refType="h" fact="0.0608"/>
                  <dgm:constr type="l" for="ch" forName="ParentAccent8" refType="w" fact="0.9245"/>
                  <dgm:constr type="t" for="ch" forName="ParentAccent8" refType="h" fact="0.6776"/>
                  <dgm:constr type="w" for="ch" forName="ParentAccent8" refType="w" fact="0.0287"/>
                  <dgm:constr type="h" for="ch" forName="ParentAccent8" refType="h" fact="0.0608"/>
                  <dgm:constr type="l" for="ch" forName="ParentAccent9" refType="w" fact="0.9501"/>
                  <dgm:constr type="t" for="ch" forName="ParentAccent9" refType="h" fact="0.4801"/>
                  <dgm:constr type="w" for="ch" forName="ParentAccent9" refType="w" fact="0.0287"/>
                  <dgm:constr type="h" for="ch" forName="ParentAccent9" refType="h" fact="0.0608"/>
                  <dgm:constr type="l" for="ch" forName="ParentAccent10" refType="w" fact="0.9518"/>
                  <dgm:constr type="t" for="ch" forName="ParentAccent10" refType="h" fact="0.6233"/>
                  <dgm:constr type="w" for="ch" forName="ParentAccent10" refType="w" fact="0.0287"/>
                  <dgm:constr type="h" for="ch" forName="ParentAccent10" refType="h" fact="0.0608"/>
                  <dgm:constr type="l" for="ch" forName="Child3" refType="w" fact="0"/>
                  <dgm:constr type="t" for="ch" forName="Child3" refType="h" fact="0.7822"/>
                  <dgm:constr type="w" for="ch" forName="Child3" refType="w" fact="0.3364"/>
                  <dgm:constr type="h" for="ch" forName="Child3" refType="h" fact="0.1564"/>
                  <dgm:constr type="l" for="ch" forName="Child2" refType="w" fact="0"/>
                  <dgm:constr type="t" for="ch" forName="Child2" refType="h" fact="0.3955"/>
                  <dgm:constr type="w" for="ch" forName="Child2" refType="w" fact="0.2544"/>
                  <dgm:constr type="h" for="ch" forName="Child2" refType="h" fact="0.1564"/>
                  <dgm:constr type="l" for="ch" forName="Child1" refType="w" fact="0"/>
                  <dgm:constr type="t" for="ch" forName="Child1" refType="h" fact="0"/>
                  <dgm:constr type="w" for="ch" forName="Child1" refType="w" fact="0.3364"/>
                  <dgm:constr type="h" for="ch" forName="Child1" refType="h" fact="0.1564"/>
                  <dgm:constr type="l" for="ch" forName="Parent" refType="w" fact="0.3653"/>
                  <dgm:constr type="t" for="ch" forName="Parent" refType="h" fact="0.2737"/>
                  <dgm:constr type="w" for="ch" forName="Parent" refType="w" fact="0.2906"/>
                  <dgm:constr type="h" for="ch" forName="Parent" refType="h" fact="0.6157"/>
                </dgm:constrLst>
              </dgm:if>
              <dgm:if name="Name11" axis="ch" ptType="node" func="cnt" op="equ" val="4">
                <dgm:alg type="composite">
                  <dgm:param type="ar" val="1.8304"/>
                </dgm:alg>
                <dgm:constrLst>
                  <dgm:constr type="l" for="ch" forName="Parent" refType="w" fact="0.3771"/>
                  <dgm:constr type="t" for="ch" forName="Parent" refType="h" fact="0.2946"/>
                  <dgm:constr type="w" for="ch" forName="Parent" refType="w" fact="0.2862"/>
                  <dgm:constr type="h" for="ch" forName="Parent" refType="h" fact="0.5239"/>
                  <dgm:constr type="l" for="ch" forName="Child1Accent1" refType="w" fact="0.3904"/>
                  <dgm:constr type="t" for="ch" forName="Child1Accent1" refType="h" fact="0.2104"/>
                  <dgm:constr type="w" for="ch" forName="Child1Accent1" refType="w" fact="0.0566"/>
                  <dgm:constr type="h" for="ch" forName="Child1Accent1" refType="h" fact="0.1035"/>
                  <dgm:constr type="l" for="ch" forName="Child1Accent3" refType="w" fact="0.3001"/>
                  <dgm:constr type="t" for="ch" forName="Child1Accent3" refType="h" fact="0.128"/>
                  <dgm:constr type="w" for="ch" forName="Child1Accent3" refType="w" fact="0.0283"/>
                  <dgm:constr type="h" for="ch" forName="Child1Accent3" refType="h" fact="0.0518"/>
                  <dgm:constr type="l" for="ch" forName="Child1Accent4" refType="w" fact="0.2418"/>
                  <dgm:constr type="t" for="ch" forName="Child1Accent4" refType="h" fact="0.128"/>
                  <dgm:constr type="w" for="ch" forName="Child1Accent4" refType="w" fact="0.0283"/>
                  <dgm:constr type="h" for="ch" forName="Child1Accent4" refType="h" fact="0.0518"/>
                  <dgm:constr type="l" for="ch" forName="Child1Accent5" refType="w" fact="0.1835"/>
                  <dgm:constr type="t" for="ch" forName="Child1Accent5" refType="h" fact="0.128"/>
                  <dgm:constr type="w" for="ch" forName="Child1Accent5" refType="w" fact="0.0283"/>
                  <dgm:constr type="h" for="ch" forName="Child1Accent5" refType="h" fact="0.0518"/>
                  <dgm:constr type="l" for="ch" forName="Child1Accent6" refType="w" fact="0.1252"/>
                  <dgm:constr type="t" for="ch" forName="Child1Accent6" refType="h" fact="0.128"/>
                  <dgm:constr type="w" for="ch" forName="Child1Accent6" refType="w" fact="0.0283"/>
                  <dgm:constr type="h" for="ch" forName="Child1Accent6" refType="h" fact="0.0518"/>
                  <dgm:constr type="l" for="ch" forName="Child3Accent1" refType="w" fact="0.3158"/>
                  <dgm:constr type="t" for="ch" forName="Child3Accent1" refType="h" fact="0.6212"/>
                  <dgm:constr type="w" for="ch" forName="Child3Accent1" refType="w" fact="0.0566"/>
                  <dgm:constr type="h" for="ch" forName="Child3Accent1" refType="h" fact="0.1035"/>
                  <dgm:constr type="l" for="ch" forName="Child3Accent2" refType="w" fact="0.2689"/>
                  <dgm:constr type="t" for="ch" forName="Child3Accent2" refType="h" fact="0.6828"/>
                  <dgm:constr type="w" for="ch" forName="Child3Accent2" refType="w" fact="0.0283"/>
                  <dgm:constr type="h" for="ch" forName="Child3Accent2" refType="h" fact="0.0518"/>
                  <dgm:constr type="l" for="ch" forName="Child3Accent4" refType="w" fact="0.1614"/>
                  <dgm:constr type="t" for="ch" forName="Child3Accent4" refType="h" fact="0.6828"/>
                  <dgm:constr type="w" for="ch" forName="Child3Accent4" refType="w" fact="0.0283"/>
                  <dgm:constr type="h" for="ch" forName="Child3Accent4" refType="h" fact="0.0518"/>
                  <dgm:constr type="l" for="ch" forName="Child3Accent5" refType="w" fact="0.1077"/>
                  <dgm:constr type="t" for="ch" forName="Child3Accent5" refType="h" fact="0.6828"/>
                  <dgm:constr type="w" for="ch" forName="Child3Accent5" refType="w" fact="0.0283"/>
                  <dgm:constr type="h" for="ch" forName="Child3Accent5" refType="h" fact="0.0518"/>
                  <dgm:constr type="l" for="ch" forName="Child1Accent7" refType="w" fact="0.0668"/>
                  <dgm:constr type="t" for="ch" forName="Child1Accent7" refType="h" fact="0.128"/>
                  <dgm:constr type="w" for="ch" forName="Child1Accent7" refType="w" fact="0.0283"/>
                  <dgm:constr type="h" for="ch" forName="Child1Accent7" refType="h" fact="0.0518"/>
                  <dgm:constr type="l" for="ch" forName="Child3Accent6" refType="w" fact="0.0539"/>
                  <dgm:constr type="t" for="ch" forName="Child3Accent6" refType="h" fact="0.6828"/>
                  <dgm:constr type="w" for="ch" forName="Child3Accent6" refType="w" fact="0.0283"/>
                  <dgm:constr type="h" for="ch" forName="Child3Accent6" refType="h" fact="0.0518"/>
                  <dgm:constr type="l" for="ch" forName="Child1Accent8" refType="w" fact="0.0085"/>
                  <dgm:constr type="t" for="ch" forName="Child1Accent8" refType="h" fact="0.128"/>
                  <dgm:constr type="w" for="ch" forName="Child1Accent8" refType="w" fact="0.0283"/>
                  <dgm:constr type="h" for="ch" forName="Child1Accent8" refType="h" fact="0.0518"/>
                  <dgm:constr type="l" for="ch" forName="Child1Accent9" refType="w" fact="0"/>
                  <dgm:constr type="t" for="ch" forName="Child1Accent9" refType="h" fact="0"/>
                  <dgm:constr type="w" for="ch" forName="Child1Accent9" refType="w" fact="0"/>
                  <dgm:constr type="h" for="ch" forName="Child1Accent9" refType="h" fact="0"/>
                  <dgm:constr type="l" for="ch" forName="Child3Accent7" refType="w" fact="0.0002"/>
                  <dgm:constr type="t" for="ch" forName="Child3Accent7" refType="h" fact="0.6828"/>
                  <dgm:constr type="w" for="ch" forName="Child3Accent7" refType="w" fact="0.0283"/>
                  <dgm:constr type="h" for="ch" forName="Child3Accent7" refType="h" fact="0.0518"/>
                  <dgm:constr type="l" for="ch" forName="Child4Accent1" refType="w" fact="0.3904"/>
                  <dgm:constr type="t" for="ch" forName="Child4Accent1" refType="h" fact="0.8"/>
                  <dgm:constr type="w" for="ch" forName="Child4Accent1" refType="w" fact="0.0566"/>
                  <dgm:constr type="h" for="ch" forName="Child4Accent1" refType="h" fact="0.1035"/>
                  <dgm:constr type="l" for="ch" forName="Child4Accent3" refType="w" fact="0.2998"/>
                  <dgm:constr type="t" for="ch" forName="Child4Accent3" refType="h" fact="0.9482"/>
                  <dgm:constr type="w" for="ch" forName="Child4Accent3" refType="w" fact="0.0283"/>
                  <dgm:constr type="h" for="ch" forName="Child4Accent3" refType="h" fact="0.0518"/>
                  <dgm:constr type="l" for="ch" forName="Child4Accent4" refType="w" fact="0.2415"/>
                  <dgm:constr type="t" for="ch" forName="Child4Accent4" refType="h" fact="0.9482"/>
                  <dgm:constr type="w" for="ch" forName="Child4Accent4" refType="w" fact="0.0283"/>
                  <dgm:constr type="h" for="ch" forName="Child4Accent4" refType="h" fact="0.0518"/>
                  <dgm:constr type="l" for="ch" forName="Child4Accent5" refType="w" fact="0.1833"/>
                  <dgm:constr type="t" for="ch" forName="Child4Accent5" refType="h" fact="0.9482"/>
                  <dgm:constr type="w" for="ch" forName="Child4Accent5" refType="w" fact="0.0283"/>
                  <dgm:constr type="h" for="ch" forName="Child4Accent5" refType="h" fact="0.0518"/>
                  <dgm:constr type="l" for="ch" forName="Child4Accent6" refType="w" fact="0.1251"/>
                  <dgm:constr type="t" for="ch" forName="Child4Accent6" refType="h" fact="0.9482"/>
                  <dgm:constr type="w" for="ch" forName="Child4Accent6" refType="w" fact="0.0283"/>
                  <dgm:constr type="h" for="ch" forName="Child4Accent6" refType="h" fact="0.0518"/>
                  <dgm:constr type="l" for="ch" forName="Child4Accent7" refType="w" fact="0.0668"/>
                  <dgm:constr type="t" for="ch" forName="Child4Accent7" refType="h" fact="0.9482"/>
                  <dgm:constr type="w" for="ch" forName="Child4Accent7" refType="w" fact="0.0283"/>
                  <dgm:constr type="h" for="ch" forName="Child4Accent7" refType="h" fact="0.0518"/>
                  <dgm:constr type="l" for="ch" forName="Child4Accent8" refType="w" fact="0.0086"/>
                  <dgm:constr type="t" for="ch" forName="Child4Accent8" refType="h" fact="0.9482"/>
                  <dgm:constr type="w" for="ch" forName="Child4Accent8" refType="w" fact="0.0283"/>
                  <dgm:constr type="h" for="ch" forName="Child4Accent8" refType="h" fact="0.0518"/>
                  <dgm:constr type="l" for="ch" forName="Child2Accent1" refType="w" fact="0.3158"/>
                  <dgm:constr type="t" for="ch" forName="Child2Accent1" refType="h" fact="0.3725"/>
                  <dgm:constr type="w" for="ch" forName="Child2Accent1" refType="w" fact="0.0566"/>
                  <dgm:constr type="h" for="ch" forName="Child2Accent1" refType="h" fact="0.1035"/>
                  <dgm:constr type="l" for="ch" forName="Child4Accent2" refType="w" fact="0.358"/>
                  <dgm:constr type="t" for="ch" forName="Child4Accent2" refType="h" fact="0.8993"/>
                  <dgm:constr type="w" for="ch" forName="Child4Accent2" refType="w" fact="0.0283"/>
                  <dgm:constr type="h" for="ch" forName="Child4Accent2" refType="h" fact="0.0518"/>
                  <dgm:constr type="l" for="ch" forName="Child1Accent2" refType="w" fact="0.3585"/>
                  <dgm:constr type="t" for="ch" forName="Child1Accent2" refType="h" fact="0.162"/>
                  <dgm:constr type="w" for="ch" forName="Child1Accent2" refType="w" fact="0.0283"/>
                  <dgm:constr type="h" for="ch" forName="Child1Accent2" refType="h" fact="0.0518"/>
                  <dgm:constr type="l" for="ch" forName="Child3Accent3" refType="w" fact="0.2151"/>
                  <dgm:constr type="t" for="ch" forName="Child3Accent3" refType="h" fact="0.6828"/>
                  <dgm:constr type="w" for="ch" forName="Child3Accent3" refType="w" fact="0.0283"/>
                  <dgm:constr type="h" for="ch" forName="Child3Accent3" refType="h" fact="0.0518"/>
                  <dgm:constr type="l" for="ch" forName="Child2Accent2" refType="w" fact="0.2689"/>
                  <dgm:constr type="t" for="ch" forName="Child2Accent2" refType="h" fact="0.3937"/>
                  <dgm:constr type="w" for="ch" forName="Child2Accent2" refType="w" fact="0.0283"/>
                  <dgm:constr type="h" for="ch" forName="Child2Accent2" refType="h" fact="0.0518"/>
                  <dgm:constr type="l" for="ch" forName="Child2Accent4" refType="w" fact="0.1614"/>
                  <dgm:constr type="t" for="ch" forName="Child2Accent4" refType="h" fact="0.3937"/>
                  <dgm:constr type="w" for="ch" forName="Child2Accent4" refType="w" fact="0.0283"/>
                  <dgm:constr type="h" for="ch" forName="Child2Accent4" refType="h" fact="0.0518"/>
                  <dgm:constr type="l" for="ch" forName="Child2Accent5" refType="w" fact="0.1077"/>
                  <dgm:constr type="t" for="ch" forName="Child2Accent5" refType="h" fact="0.3937"/>
                  <dgm:constr type="w" for="ch" forName="Child2Accent5" refType="w" fact="0.0283"/>
                  <dgm:constr type="h" for="ch" forName="Child2Accent5" refType="h" fact="0.0518"/>
                  <dgm:constr type="l" for="ch" forName="Child2Accent6" refType="w" fact="0.0539"/>
                  <dgm:constr type="t" for="ch" forName="Child2Accent6" refType="h" fact="0.3937"/>
                  <dgm:constr type="w" for="ch" forName="Child2Accent6" refType="w" fact="0.0283"/>
                  <dgm:constr type="h" for="ch" forName="Child2Accent6" refType="h" fact="0.0518"/>
                  <dgm:constr type="l" for="ch" forName="Child2Accent7" refType="w" fact="0.0002"/>
                  <dgm:constr type="t" for="ch" forName="Child2Accent7" refType="h" fact="0.3937"/>
                  <dgm:constr type="w" for="ch" forName="Child2Accent7" refType="w" fact="0.0283"/>
                  <dgm:constr type="h" for="ch" forName="Child2Accent7" refType="h" fact="0.0518"/>
                  <dgm:constr type="l" for="ch" forName="Child2Accent3" refType="w" fact="0.2151"/>
                  <dgm:constr type="t" for="ch" forName="Child2Accent3" refType="h" fact="0.3937"/>
                  <dgm:constr type="w" for="ch" forName="Child2Accent3" refType="w" fact="0.0283"/>
                  <dgm:constr type="h" for="ch" forName="Child2Accent3" refType="h" fact="0.0518"/>
                  <dgm:constr type="l" for="ch" forName="ParentAccent1" refType="w" fact="0.9717"/>
                  <dgm:constr type="t" for="ch" forName="ParentAccent1" refType="h" fact="0.5316"/>
                  <dgm:constr type="w" for="ch" forName="ParentAccent1" refType="w" fact="0.0283"/>
                  <dgm:constr type="h" for="ch" forName="ParentAccent1" refType="h" fact="0.0518"/>
                  <dgm:constr type="l" for="ch" forName="ParentAccent2" refType="w" fact="0.9199"/>
                  <dgm:constr type="t" for="ch" forName="ParentAccent2" refType="h" fact="0.5316"/>
                  <dgm:constr type="w" for="ch" forName="ParentAccent2" refType="w" fact="0.0283"/>
                  <dgm:constr type="h" for="ch" forName="ParentAccent2" refType="h" fact="0.0518"/>
                  <dgm:constr type="l" for="ch" forName="ParentAccent3" refType="w" fact="0.8682"/>
                  <dgm:constr type="t" for="ch" forName="ParentAccent3" refType="h" fact="0.5316"/>
                  <dgm:constr type="w" for="ch" forName="ParentAccent3" refType="w" fact="0.0283"/>
                  <dgm:constr type="h" for="ch" forName="ParentAccent3" refType="h" fact="0.0518"/>
                  <dgm:constr type="l" for="ch" forName="ParentAccent4" refType="w" fact="0.8164"/>
                  <dgm:constr type="t" for="ch" forName="ParentAccent4" refType="h" fact="0.5316"/>
                  <dgm:constr type="w" for="ch" forName="ParentAccent4" refType="w" fact="0.0283"/>
                  <dgm:constr type="h" for="ch" forName="ParentAccent4" refType="h" fact="0.0518"/>
                  <dgm:constr type="l" for="ch" forName="ParentAccent5" refType="w" fact="0.7646"/>
                  <dgm:constr type="t" for="ch" forName="ParentAccent5" refType="h" fact="0.5316"/>
                  <dgm:constr type="w" for="ch" forName="ParentAccent5" refType="w" fact="0.0283"/>
                  <dgm:constr type="h" for="ch" forName="ParentAccent5" refType="h" fact="0.0518"/>
                  <dgm:constr type="l" for="ch" forName="ParentAccent6" refType="w" fact="0.6846"/>
                  <dgm:constr type="t" for="ch" forName="ParentAccent6" refType="h" fact="0.5057"/>
                  <dgm:constr type="w" for="ch" forName="ParentAccent6" refType="w" fact="0.0566"/>
                  <dgm:constr type="h" for="ch" forName="ParentAccent6" refType="h" fact="0.1035"/>
                  <dgm:constr type="l" for="ch" forName="ParentAccent7" refType="w" fact="0.9256"/>
                  <dgm:constr type="t" for="ch" forName="ParentAccent7" refType="h" fact="0.4247"/>
                  <dgm:constr type="w" for="ch" forName="ParentAccent7" refType="w" fact="0.0283"/>
                  <dgm:constr type="h" for="ch" forName="ParentAccent7" refType="h" fact="0.0518"/>
                  <dgm:constr type="l" for="ch" forName="ParentAccent8" refType="w" fact="0.9256"/>
                  <dgm:constr type="t" for="ch" forName="ParentAccent8" refType="h" fact="0.6392"/>
                  <dgm:constr type="w" for="ch" forName="ParentAccent8" refType="w" fact="0.0283"/>
                  <dgm:constr type="h" for="ch" forName="ParentAccent8" refType="h" fact="0.0518"/>
                  <dgm:constr type="l" for="ch" forName="ParentAccent9" refType="w" fact="0.9509"/>
                  <dgm:constr type="t" for="ch" forName="ParentAccent9" refType="h" fact="0.4712"/>
                  <dgm:constr type="w" for="ch" forName="ParentAccent9" refType="w" fact="0.0283"/>
                  <dgm:constr type="h" for="ch" forName="ParentAccent9" refType="h" fact="0.0518"/>
                  <dgm:constr type="l" for="ch" forName="ParentAccent10" refType="w" fact="0.9525"/>
                  <dgm:constr type="t" for="ch" forName="ParentAccent10" refType="h" fact="0.593"/>
                  <dgm:constr type="w" for="ch" forName="ParentAccent10" refType="w" fact="0.0283"/>
                  <dgm:constr type="h" for="ch" forName="ParentAccent10" refType="h" fact="0.0518"/>
                  <dgm:constr type="l" for="ch" forName="Child4" refType="w" fact="0.0081"/>
                  <dgm:constr type="t" for="ch" forName="Child4" refType="h" fact="0.8184"/>
                  <dgm:constr type="w" for="ch" forName="Child4" refType="w" fact="0.3192"/>
                  <dgm:constr type="h" for="ch" forName="Child4" refType="h" fact="0.1294"/>
                  <dgm:constr type="l" for="ch" forName="Child3" refType="w" fact="0"/>
                  <dgm:constr type="t" for="ch" forName="Child3" refType="h" fact="0.5547"/>
                  <dgm:constr type="w" for="ch" forName="Child3" refType="w" fact="0.297"/>
                  <dgm:constr type="h" for="ch" forName="Child3" refType="h" fact="0.1294"/>
                  <dgm:constr type="l" for="ch" forName="Child2" refType="w" fact="0"/>
                  <dgm:constr type="t" for="ch" forName="Child2" refType="h" fact="0.2662"/>
                  <dgm:constr type="w" for="ch" forName="Child2" refType="w" fact="0.297"/>
                  <dgm:constr type="h" for="ch" forName="Child2" refType="h" fact="0.1294"/>
                  <dgm:constr type="l" for="ch" forName="Child1" refType="w" fact="0.0081"/>
                  <dgm:constr type="t" for="ch" forName="Child1" refType="h" fact="0"/>
                  <dgm:constr type="w" for="ch" forName="Child1" refType="w" fact="0.3192"/>
                  <dgm:constr type="h" for="ch" forName="Child1" refType="h" fact="0.1294"/>
                </dgm:constrLst>
              </dgm:if>
              <dgm:else name="Name12">
                <dgm:alg type="composite">
                  <dgm:param type="ar" val="1.3278"/>
                </dgm:alg>
                <dgm:constrLst>
                  <dgm:constr type="l" for="ch" forName="Child2Accent1" refType="w" fact="0.3436"/>
                  <dgm:constr type="t" for="ch" forName="Child2Accent1" refType="h" fact="0.3184"/>
                  <dgm:constr type="w" for="ch" forName="Child2Accent1" refType="w" fact="0.0574"/>
                  <dgm:constr type="h" for="ch" forName="Child2Accent1" refType="h" fact="0.0763"/>
                  <dgm:constr type="l" for="ch" forName="Child2Accent2" refType="w" fact="0.3068"/>
                  <dgm:constr type="t" for="ch" forName="Child2Accent2" refType="h" fact="0.2781"/>
                  <dgm:constr type="w" for="ch" forName="Child2Accent2" refType="w" fact="0.0287"/>
                  <dgm:constr type="h" for="ch" forName="Child2Accent2" refType="h" fact="0.0381"/>
                  <dgm:constr type="l" for="ch" forName="Child2Accent3" refType="w" fact="0.2455"/>
                  <dgm:constr type="t" for="ch" forName="Child2Accent3" refType="h" fact="0.2781"/>
                  <dgm:constr type="w" for="ch" forName="Child2Accent3" refType="w" fact="0.0287"/>
                  <dgm:constr type="h" for="ch" forName="Child2Accent3" refType="h" fact="0.0381"/>
                  <dgm:constr type="l" for="ch" forName="Child2Accent4" refType="w" fact="0.1842"/>
                  <dgm:constr type="t" for="ch" forName="Child2Accent4" refType="h" fact="0.2781"/>
                  <dgm:constr type="w" for="ch" forName="Child2Accent4" refType="w" fact="0.0287"/>
                  <dgm:constr type="h" for="ch" forName="Child2Accent4" refType="h" fact="0.0381"/>
                  <dgm:constr type="l" for="ch" forName="Child2Accent5" refType="w" fact="0.1229"/>
                  <dgm:constr type="t" for="ch" forName="Child2Accent5" refType="h" fact="0.2781"/>
                  <dgm:constr type="w" for="ch" forName="Child2Accent5" refType="w" fact="0.0287"/>
                  <dgm:constr type="h" for="ch" forName="Child2Accent5" refType="h" fact="0.0381"/>
                  <dgm:constr type="l" for="ch" forName="Child3Accent1" refType="w" fact="0.284"/>
                  <dgm:constr type="t" for="ch" forName="Child3Accent1" refType="h" fact="0.5061"/>
                  <dgm:constr type="w" for="ch" forName="Child3Accent1" refType="w" fact="0.0574"/>
                  <dgm:constr type="h" for="ch" forName="Child3Accent1" refType="h" fact="0.0763"/>
                  <dgm:constr type="l" for="ch" forName="Child3Accent2" refType="w" fact="0.2272"/>
                  <dgm:constr type="t" for="ch" forName="Child3Accent2" refType="h" fact="0.5252"/>
                  <dgm:constr type="w" for="ch" forName="Child3Accent2" refType="w" fact="0.0287"/>
                  <dgm:constr type="h" for="ch" forName="Child3Accent2" refType="h" fact="0.0381"/>
                  <dgm:constr type="l" for="ch" forName="Child3Accent3" refType="w" fact="0.1705"/>
                  <dgm:constr type="t" for="ch" forName="Child3Accent3" refType="h" fact="0.5252"/>
                  <dgm:constr type="w" for="ch" forName="Child3Accent3" refType="w" fact="0.0287"/>
                  <dgm:constr type="h" for="ch" forName="Child3Accent3" refType="h" fact="0.0381"/>
                  <dgm:constr type="l" for="ch" forName="Child3Accent4" refType="w" fact="0.1137"/>
                  <dgm:constr type="t" for="ch" forName="Child3Accent4" refType="h" fact="0.5252"/>
                  <dgm:constr type="w" for="ch" forName="Child3Accent4" refType="w" fact="0.0287"/>
                  <dgm:constr type="h" for="ch" forName="Child3Accent4" refType="h" fact="0.0381"/>
                  <dgm:constr type="l" for="ch" forName="Child2Accent6" refType="w" fact="0.0615"/>
                  <dgm:constr type="t" for="ch" forName="Child2Accent6" refType="h" fact="0.2781"/>
                  <dgm:constr type="w" for="ch" forName="Child2Accent6" refType="w" fact="0.0287"/>
                  <dgm:constr type="h" for="ch" forName="Child2Accent6" refType="h" fact="0.0381"/>
                  <dgm:constr type="l" for="ch" forName="Child3Accent5" refType="w" fact="0.057"/>
                  <dgm:constr type="t" for="ch" forName="Child3Accent5" refType="h" fact="0.5252"/>
                  <dgm:constr type="w" for="ch" forName="Child3Accent5" refType="w" fact="0.0287"/>
                  <dgm:constr type="h" for="ch" forName="Child3Accent5" refType="h" fact="0.0381"/>
                  <dgm:constr type="l" for="ch" forName="Child2Accent7" refType="w" fact="0.0002"/>
                  <dgm:constr type="t" for="ch" forName="Child2Accent7" refType="h" fact="0.2781"/>
                  <dgm:constr type="w" for="ch" forName="Child2Accent7" refType="w" fact="0.0287"/>
                  <dgm:constr type="h" for="ch" forName="Child2Accent7" refType="h" fact="0.0381"/>
                  <dgm:constr type="l" for="ch" forName="Child3Accent6" refType="w" fact="0.0002"/>
                  <dgm:constr type="t" for="ch" forName="Child3Accent6" refType="h" fact="0.5252"/>
                  <dgm:constr type="w" for="ch" forName="Child3Accent6" refType="w" fact="0.0287"/>
                  <dgm:constr type="h" for="ch" forName="Child3Accent6" refType="h" fact="0.0381"/>
                  <dgm:constr type="l" for="ch" forName="Child3Accent7" refType="w" fact="0"/>
                  <dgm:constr type="t" for="ch" forName="Child3Accent7" refType="h" fact="0"/>
                  <dgm:constr type="w" for="ch" forName="Child3Accent7" refType="w" fact="0"/>
                  <dgm:constr type="h" for="ch" forName="Child3Accent7" refType="h" fact="0"/>
                  <dgm:constr type="l" for="ch" forName="Child4Accent1" refType="w" fact="0.3436"/>
                  <dgm:constr type="t" for="ch" forName="Child4Accent1" refType="h" fact="0.6908"/>
                  <dgm:constr type="w" for="ch" forName="Child4Accent1" refType="w" fact="0.0574"/>
                  <dgm:constr type="h" for="ch" forName="Child4Accent1" refType="h" fact="0.0763"/>
                  <dgm:constr type="l" for="ch" forName="Child4Accent2" refType="w" fact="0.3068"/>
                  <dgm:constr type="t" for="ch" forName="Child4Accent2" refType="h" fact="0.7684"/>
                  <dgm:constr type="w" for="ch" forName="Child4Accent2" refType="w" fact="0.0287"/>
                  <dgm:constr type="h" for="ch" forName="Child4Accent2" refType="h" fact="0.0381"/>
                  <dgm:constr type="l" for="ch" forName="Child4Accent3" refType="w" fact="0.2455"/>
                  <dgm:constr type="t" for="ch" forName="Child4Accent3" refType="h" fact="0.7684"/>
                  <dgm:constr type="w" for="ch" forName="Child4Accent3" refType="w" fact="0.0287"/>
                  <dgm:constr type="h" for="ch" forName="Child4Accent3" refType="h" fact="0.0381"/>
                  <dgm:constr type="l" for="ch" forName="Child4Accent4" refType="w" fact="0.1842"/>
                  <dgm:constr type="t" for="ch" forName="Child4Accent4" refType="h" fact="0.7684"/>
                  <dgm:constr type="w" for="ch" forName="Child4Accent4" refType="w" fact="0.0287"/>
                  <dgm:constr type="h" for="ch" forName="Child4Accent4" refType="h" fact="0.0381"/>
                  <dgm:constr type="l" for="ch" forName="Child4Accent5" refType="w" fact="0.1229"/>
                  <dgm:constr type="t" for="ch" forName="Child4Accent5" refType="h" fact="0.7684"/>
                  <dgm:constr type="w" for="ch" forName="Child4Accent5" refType="w" fact="0.0287"/>
                  <dgm:constr type="h" for="ch" forName="Child4Accent5" refType="h" fact="0.0381"/>
                  <dgm:constr type="l" for="ch" forName="Child4Accent6" refType="w" fact="0.0615"/>
                  <dgm:constr type="t" for="ch" forName="Child4Accent6" refType="h" fact="0.7684"/>
                  <dgm:constr type="w" for="ch" forName="Child4Accent6" refType="w" fact="0.0287"/>
                  <dgm:constr type="h" for="ch" forName="Child4Accent6" refType="h" fact="0.0381"/>
                  <dgm:constr type="l" for="ch" forName="Child4Accent7" refType="w" fact="0.0002"/>
                  <dgm:constr type="t" for="ch" forName="Child4Accent7" refType="h" fact="0.7684"/>
                  <dgm:constr type="w" for="ch" forName="Child4Accent7" refType="w" fact="0.0287"/>
                  <dgm:constr type="h" for="ch" forName="Child4Accent7" refType="h" fact="0.0381"/>
                  <dgm:constr type="l" for="ch" forName="Child4Accent8" refType="w" fact="0"/>
                  <dgm:constr type="t" for="ch" forName="Child4Accent8" refType="h" fact="0"/>
                  <dgm:constr type="w" for="ch" forName="Child4Accent8" refType="w" fact="0"/>
                  <dgm:constr type="h" for="ch" forName="Child4Accent8" refType="h" fact="0"/>
                  <dgm:constr type="l" for="ch" forName="ParentAccent1" refType="w" fact="0.9713"/>
                  <dgm:constr type="t" for="ch" forName="ParentAccent1" refType="h" fact="0.5252"/>
                  <dgm:constr type="w" for="ch" forName="ParentAccent1" refType="w" fact="0.0287"/>
                  <dgm:constr type="h" for="ch" forName="ParentAccent1" refType="h" fact="0.0381"/>
                  <dgm:constr type="l" for="ch" forName="ParentAccent2" refType="w" fact="0.9187"/>
                  <dgm:constr type="t" for="ch" forName="ParentAccent2" refType="h" fact="0.5252"/>
                  <dgm:constr type="w" for="ch" forName="ParentAccent2" refType="w" fact="0.0287"/>
                  <dgm:constr type="h" for="ch" forName="ParentAccent2" refType="h" fact="0.0381"/>
                  <dgm:constr type="l" for="ch" forName="ParentAccent3" refType="w" fact="0.8661"/>
                  <dgm:constr type="t" for="ch" forName="ParentAccent3" refType="h" fact="0.5252"/>
                  <dgm:constr type="w" for="ch" forName="ParentAccent3" refType="w" fact="0.0287"/>
                  <dgm:constr type="h" for="ch" forName="ParentAccent3" refType="h" fact="0.0381"/>
                  <dgm:constr type="l" for="ch" forName="ParentAccent4" refType="w" fact="0.8136"/>
                  <dgm:constr type="t" for="ch" forName="ParentAccent4" refType="h" fact="0.5252"/>
                  <dgm:constr type="w" for="ch" forName="ParentAccent4" refType="w" fact="0.0287"/>
                  <dgm:constr type="h" for="ch" forName="ParentAccent4" refType="h" fact="0.0381"/>
                  <dgm:constr type="l" for="ch" forName="ParentAccent5" refType="w" fact="0.761"/>
                  <dgm:constr type="t" for="ch" forName="ParentAccent5" refType="h" fact="0.5252"/>
                  <dgm:constr type="w" for="ch" forName="ParentAccent5" refType="w" fact="0.0287"/>
                  <dgm:constr type="h" for="ch" forName="ParentAccent5" refType="h" fact="0.0381"/>
                  <dgm:constr type="l" for="ch" forName="ParentAccent6" refType="w" fact="0.6797"/>
                  <dgm:constr type="t" for="ch" forName="ParentAccent6" refType="h" fact="0.5061"/>
                  <dgm:constr type="w" for="ch" forName="ParentAccent6" refType="w" fact="0.0574"/>
                  <dgm:constr type="h" for="ch" forName="ParentAccent6" refType="h" fact="0.0763"/>
                  <dgm:constr type="l" for="ch" forName="ParentAccent7" refType="w" fact="0.9245"/>
                  <dgm:constr type="t" for="ch" forName="ParentAccent7" refType="h" fact="0.4464"/>
                  <dgm:constr type="w" for="ch" forName="ParentAccent7" refType="w" fact="0.0287"/>
                  <dgm:constr type="h" for="ch" forName="ParentAccent7" refType="h" fact="0.0381"/>
                  <dgm:constr type="l" for="ch" forName="ParentAccent8" refType="w" fact="0.9245"/>
                  <dgm:constr type="t" for="ch" forName="ParentAccent8" refType="h" fact="0.6045"/>
                  <dgm:constr type="w" for="ch" forName="ParentAccent8" refType="w" fact="0.0287"/>
                  <dgm:constr type="h" for="ch" forName="ParentAccent8" refType="h" fact="0.0381"/>
                  <dgm:constr type="l" for="ch" forName="ParentAccent9" refType="w" fact="0.9501"/>
                  <dgm:constr type="t" for="ch" forName="ParentAccent9" refType="h" fact="0.4807"/>
                  <dgm:constr type="w" for="ch" forName="ParentAccent9" refType="w" fact="0.0287"/>
                  <dgm:constr type="h" for="ch" forName="ParentAccent9" refType="h" fact="0.0381"/>
                  <dgm:constr type="l" for="ch" forName="ParentAccent10" refType="w" fact="0.9518"/>
                  <dgm:constr type="t" for="ch" forName="ParentAccent10" refType="h" fact="0.5705"/>
                  <dgm:constr type="w" for="ch" forName="ParentAccent10" refType="w" fact="0.0287"/>
                  <dgm:constr type="h" for="ch" forName="ParentAccent10" refType="h" fact="0.0381"/>
                  <dgm:constr type="l" for="ch" forName="Child1Accent1" refType="w" fact="0.4819"/>
                  <dgm:constr type="t" for="ch" forName="Child1Accent1" refType="h" fact="0.2457"/>
                  <dgm:constr type="w" for="ch" forName="Child1Accent1" refType="w" fact="0.0574"/>
                  <dgm:constr type="h" for="ch" forName="Child1Accent1" refType="h" fact="0.0763"/>
                  <dgm:constr type="l" for="ch" forName="Child1Accent4" refType="w" fact="0.3653"/>
                  <dgm:constr type="t" for="ch" forName="Child1Accent4" refType="h" fact="0.097"/>
                  <dgm:constr type="w" for="ch" forName="Child1Accent4" refType="w" fact="0.0287"/>
                  <dgm:constr type="h" for="ch" forName="Child1Accent4" refType="h" fact="0.0381"/>
                  <dgm:constr type="l" for="ch" forName="Child1Accent5" refType="w" fact="0.304"/>
                  <dgm:constr type="t" for="ch" forName="Child1Accent5" refType="h" fact="0.097"/>
                  <dgm:constr type="w" for="ch" forName="Child1Accent5" refType="w" fact="0.0287"/>
                  <dgm:constr type="h" for="ch" forName="Child1Accent5" refType="h" fact="0.0381"/>
                  <dgm:constr type="l" for="ch" forName="Child1Accent6" refType="w" fact="0.2426"/>
                  <dgm:constr type="t" for="ch" forName="Child1Accent6" refType="h" fact="0.097"/>
                  <dgm:constr type="w" for="ch" forName="Child1Accent6" refType="w" fact="0.0287"/>
                  <dgm:constr type="h" for="ch" forName="Child1Accent6" refType="h" fact="0.0381"/>
                  <dgm:constr type="l" for="ch" forName="Child1Accent7" refType="w" fact="0.1813"/>
                  <dgm:constr type="t" for="ch" forName="Child1Accent7" refType="h" fact="0.097"/>
                  <dgm:constr type="w" for="ch" forName="Child1Accent7" refType="w" fact="0.0287"/>
                  <dgm:constr type="h" for="ch" forName="Child1Accent7" refType="h" fact="0.0381"/>
                  <dgm:constr type="l" for="ch" forName="Child1Accent8" refType="w" fact="0.12"/>
                  <dgm:constr type="t" for="ch" forName="Child1Accent8" refType="h" fact="0.097"/>
                  <dgm:constr type="w" for="ch" forName="Child1Accent8" refType="w" fact="0.0287"/>
                  <dgm:constr type="h" for="ch" forName="Child1Accent8" refType="h" fact="0.0381"/>
                  <dgm:constr type="l" for="ch" forName="Child1Accent9" refType="w" fact="0.0587"/>
                  <dgm:constr type="t" for="ch" forName="Child1Accent9" refType="h" fact="0.097"/>
                  <dgm:constr type="w" for="ch" forName="Child1Accent9" refType="w" fact="0.0287"/>
                  <dgm:constr type="h" for="ch" forName="Child1Accent9" refType="h" fact="0.0381"/>
                  <dgm:constr type="l" for="ch" forName="Child5Accent1" refType="w" fact="0.4819"/>
                  <dgm:constr type="t" for="ch" forName="Child5Accent1" refType="h" fact="0.7601"/>
                  <dgm:constr type="w" for="ch" forName="Child5Accent1" refType="w" fact="0.0574"/>
                  <dgm:constr type="h" for="ch" forName="Child5Accent1" refType="h" fact="0.0763"/>
                  <dgm:constr type="l" for="ch" forName="Child5Accent4" refType="w" fact="0.3653"/>
                  <dgm:constr type="t" for="ch" forName="Child5Accent4" refType="h" fact="0.9619"/>
                  <dgm:constr type="w" for="ch" forName="Child5Accent4" refType="w" fact="0.0287"/>
                  <dgm:constr type="h" for="ch" forName="Child5Accent4" refType="h" fact="0.0381"/>
                  <dgm:constr type="l" for="ch" forName="Child5Accent5" refType="w" fact="0.304"/>
                  <dgm:constr type="t" for="ch" forName="Child5Accent5" refType="h" fact="0.9619"/>
                  <dgm:constr type="w" for="ch" forName="Child5Accent5" refType="w" fact="0.0287"/>
                  <dgm:constr type="h" for="ch" forName="Child5Accent5" refType="h" fact="0.0381"/>
                  <dgm:constr type="l" for="ch" forName="Child5Accent6" refType="w" fact="0.2426"/>
                  <dgm:constr type="t" for="ch" forName="Child5Accent6" refType="h" fact="0.9619"/>
                  <dgm:constr type="w" for="ch" forName="Child5Accent6" refType="w" fact="0.0287"/>
                  <dgm:constr type="h" for="ch" forName="Child5Accent6" refType="h" fact="0.0381"/>
                  <dgm:constr type="l" for="ch" forName="Child5Accent7" refType="w" fact="0.1813"/>
                  <dgm:constr type="t" for="ch" forName="Child5Accent7" refType="h" fact="0.9619"/>
                  <dgm:constr type="w" for="ch" forName="Child5Accent7" refType="w" fact="0.0287"/>
                  <dgm:constr type="h" for="ch" forName="Child5Accent7" refType="h" fact="0.0381"/>
                  <dgm:constr type="l" for="ch" forName="Child5Accent8" refType="w" fact="0.12"/>
                  <dgm:constr type="t" for="ch" forName="Child5Accent8" refType="h" fact="0.9619"/>
                  <dgm:constr type="w" for="ch" forName="Child5Accent8" refType="w" fact="0.0287"/>
                  <dgm:constr type="h" for="ch" forName="Child5Accent8" refType="h" fact="0.0381"/>
                  <dgm:constr type="l" for="ch" forName="Child5Accent9" refType="w" fact="0.0587"/>
                  <dgm:constr type="t" for="ch" forName="Child5Accent9" refType="h" fact="0.9619"/>
                  <dgm:constr type="w" for="ch" forName="Child5Accent9" refType="w" fact="0.0287"/>
                  <dgm:constr type="h" for="ch" forName="Child5Accent9" refType="h" fact="0.0381"/>
                  <dgm:constr type="l" for="ch" forName="Child5Accent2" refType="w" fact="0.453"/>
                  <dgm:constr type="t" for="ch" forName="Child5Accent2" refType="h" fact="0.8375"/>
                  <dgm:constr type="w" for="ch" forName="Child5Accent2" refType="w" fact="0.0287"/>
                  <dgm:constr type="h" for="ch" forName="Child5Accent2" refType="h" fact="0.0381"/>
                  <dgm:constr type="l" for="ch" forName="Child5Accent3" refType="w" fact="0.4118"/>
                  <dgm:constr type="t" for="ch" forName="Child5Accent3" refType="h" fact="0.8991"/>
                  <dgm:constr type="w" for="ch" forName="Child5Accent3" refType="w" fact="0.0287"/>
                  <dgm:constr type="h" for="ch" forName="Child5Accent3" refType="h" fact="0.0381"/>
                  <dgm:constr type="l" for="ch" forName="Child1Accent2" refType="w" fact="0.4458"/>
                  <dgm:constr type="t" for="ch" forName="Child1Accent2" refType="h" fact="0.2004"/>
                  <dgm:constr type="w" for="ch" forName="Child1Accent2" refType="w" fact="0.0287"/>
                  <dgm:constr type="h" for="ch" forName="Child1Accent2" refType="h" fact="0.0381"/>
                  <dgm:constr type="l" for="ch" forName="Child1Accent3" refType="w" fact="0.4054"/>
                  <dgm:constr type="t" for="ch" forName="Child1Accent3" refType="h" fact="0.1445"/>
                  <dgm:constr type="w" for="ch" forName="Child1Accent3" refType="w" fact="0.0287"/>
                  <dgm:constr type="h" for="ch" forName="Child1Accent3" refType="h" fact="0.0381"/>
                  <dgm:constr type="l" for="ch" forName="Child5" refType="w" fact="0.0581"/>
                  <dgm:constr type="t" for="ch" forName="Child5" refType="h" fact="0.8635"/>
                  <dgm:constr type="w" for="ch" forName="Child5" refType="w" fact="0.3364"/>
                  <dgm:constr type="h" for="ch" forName="Child5" refType="h" fact="0.0981"/>
                  <dgm:constr type="l" for="ch" forName="Child4" refType="w" fact="0"/>
                  <dgm:constr type="t" for="ch" forName="Child4" refType="h" fact="0.6701"/>
                  <dgm:constr type="w" for="ch" forName="Child4" refType="w" fact="0.3364"/>
                  <dgm:constr type="h" for="ch" forName="Child4" refType="h" fact="0.0981"/>
                  <dgm:constr type="l" for="ch" forName="Child3" refType="w" fact="0"/>
                  <dgm:constr type="t" for="ch" forName="Child3" refType="h" fact="0.4276"/>
                  <dgm:constr type="w" for="ch" forName="Child3" refType="w" fact="0.2544"/>
                  <dgm:constr type="h" for="ch" forName="Child3" refType="h" fact="0.0981"/>
                  <dgm:constr type="l" for="ch" forName="Child2" refType="w" fact="0"/>
                  <dgm:constr type="t" for="ch" forName="Child2" refType="h" fact="0.1798"/>
                  <dgm:constr type="w" for="ch" forName="Child2" refType="w" fact="0.3364"/>
                  <dgm:constr type="h" for="ch" forName="Child2" refType="h" fact="0.0981"/>
                  <dgm:constr type="l" for="ch" forName="Child1" refType="w" fact="0.0581"/>
                  <dgm:constr type="t" for="ch" forName="Child1" refType="h" fact="0"/>
                  <dgm:constr type="w" for="ch" forName="Child1" refType="w" fact="0.3364"/>
                  <dgm:constr type="h" for="ch" forName="Child1" refType="h" fact="0.0981"/>
                  <dgm:constr type="l" for="ch" forName="Parent" refType="w" fact="0.3653"/>
                  <dgm:constr type="t" for="ch" forName="Parent" refType="h" fact="0.3513"/>
                  <dgm:constr type="w" for="ch" forName="Parent" refType="w" fact="0.2906"/>
                  <dgm:constr type="h" for="ch" forName="Parent" refType="h" fact="0.3859"/>
                </dgm:constrLst>
              </dgm:else>
            </dgm:choose>
          </dgm:if>
          <dgm:else name="Name13">
            <dgm:choose name="Name14">
              <dgm:if name="Name15" axis="ch" ptType="node" func="cnt" op="equ" val="0">
                <dgm:alg type="composite">
                  <dgm:param type="ar" val="2.1059"/>
                </dgm:alg>
                <dgm:constrLst>
                  <dgm:constr type="r" for="ch" forName="Parent" refType="w"/>
                  <dgm:constr type="t" for="ch" forName="Parent" refType="h" fact="0"/>
                  <dgm:constr type="w" for="ch" forName="Parent" refType="w" fact="0.4749"/>
                  <dgm:constr type="h" for="ch" forName="Parent" refType="h"/>
                  <dgm:constr type="r" for="ch" forName="ParentAccent1" refType="w" fact="0.0469"/>
                  <dgm:constr type="t" for="ch" forName="ParentAccent1" refType="h" fact="0.4506"/>
                  <dgm:constr type="w" for="ch" forName="ParentAccent1" refType="w" fact="0.0469"/>
                  <dgm:constr type="h" for="ch" forName="ParentAccent1" refType="h" fact="0.0988"/>
                  <dgm:constr type="r" for="ch" forName="ParentAccent2" refType="w" fact="0.1266"/>
                  <dgm:constr type="t" for="ch" forName="ParentAccent2" refType="h" fact="0.4506"/>
                  <dgm:constr type="w" for="ch" forName="ParentAccent2" refType="w" fact="0.0469"/>
                  <dgm:constr type="h" for="ch" forName="ParentAccent2" refType="h" fact="0.0988"/>
                  <dgm:constr type="r" for="ch" forName="ParentAccent3" refType="w" fact="0.2063"/>
                  <dgm:constr type="t" for="ch" forName="ParentAccent3" refType="h" fact="0.4506"/>
                  <dgm:constr type="w" for="ch" forName="ParentAccent3" refType="w" fact="0.0469"/>
                  <dgm:constr type="h" for="ch" forName="ParentAccent3" refType="h" fact="0.0988"/>
                  <dgm:constr type="r" for="ch" forName="ParentAccent4" refType="w" fact="0.286"/>
                  <dgm:constr type="t" for="ch" forName="ParentAccent4" refType="h" fact="0.4506"/>
                  <dgm:constr type="w" for="ch" forName="ParentAccent4" refType="w" fact="0.0469"/>
                  <dgm:constr type="h" for="ch" forName="ParentAccent4" refType="h" fact="0.0988"/>
                  <dgm:constr type="r" for="ch" forName="ParentAccent5" refType="w" fact="0.3657"/>
                  <dgm:constr type="t" for="ch" forName="ParentAccent5" refType="h" fact="0.4506"/>
                  <dgm:constr type="w" for="ch" forName="ParentAccent5" refType="w" fact="0.0469"/>
                  <dgm:constr type="h" for="ch" forName="ParentAccent5" refType="h" fact="0.0988"/>
                  <dgm:constr type="r" for="ch" forName="ParentAccent6" refType="w" fact="0.4924"/>
                  <dgm:constr type="t" for="ch" forName="ParentAccent6" refType="h" fact="0.4012"/>
                  <dgm:constr type="w" for="ch" forName="ParentAccent6" refType="w" fact="0.0939"/>
                  <dgm:constr type="h" for="ch" forName="ParentAccent6" refType="h" fact="0.1976"/>
                  <dgm:constr type="r" for="ch" forName="ParentAccent7" refType="w" fact="0.1234"/>
                  <dgm:constr type="t" for="ch" forName="ParentAccent7" refType="h" fact="0.2465"/>
                  <dgm:constr type="w" for="ch" forName="ParentAccent7" refType="w" fact="0.0469"/>
                  <dgm:constr type="h" for="ch" forName="ParentAccent7" refType="h" fact="0.0988"/>
                  <dgm:constr type="r" for="ch" forName="ParentAccent8" refType="w" fact="0.1234"/>
                  <dgm:constr type="t" for="ch" forName="ParentAccent8" refType="h" fact="0.6562"/>
                  <dgm:constr type="w" for="ch" forName="ParentAccent8" refType="w" fact="0.0469"/>
                  <dgm:constr type="h" for="ch" forName="ParentAccent8" refType="h" fact="0.0988"/>
                  <dgm:constr type="r" for="ch" forName="ParentAccent9" refType="w" fact="0.0815"/>
                  <dgm:constr type="t" for="ch" forName="ParentAccent9" refType="h" fact="0.3353"/>
                  <dgm:constr type="w" for="ch" forName="ParentAccent9" refType="w" fact="0.0469"/>
                  <dgm:constr type="h" for="ch" forName="ParentAccent9" refType="h" fact="0.0988"/>
                  <dgm:constr type="r" for="ch" forName="ParentAccent10" refType="w" fact="0.0787"/>
                  <dgm:constr type="t" for="ch" forName="ParentAccent10" refType="h" fact="0.5679"/>
                  <dgm:constr type="w" for="ch" forName="ParentAccent10" refType="w" fact="0.0469"/>
                  <dgm:constr type="h" for="ch" forName="ParentAccent10" refType="h" fact="0.0988"/>
                </dgm:constrLst>
              </dgm:if>
              <dgm:if name="Name16" axis="ch" ptType="node" func="cnt" op="equ" val="1">
                <dgm:alg type="composite">
                  <dgm:param type="ar" val="3.4411"/>
                </dgm:alg>
                <dgm:constrLst>
                  <dgm:constr type="primFontSz" for="des" forName="Child1" val="65"/>
                  <dgm:constr type="primFontSz" for="des" forName="Child1" refType="primFontSz" refFor="des" refForName="Parent" op="lte"/>
                  <dgm:constr type="r" for="ch" forName="Child1Accent1" refType="w" fact="0.716"/>
                  <dgm:constr type="t" for="ch" forName="Child1Accent1" refType="h" fact="0.4012"/>
                  <dgm:constr type="w" for="ch" forName="Child1Accent1" refType="w" fact="0.0574"/>
                  <dgm:constr type="h" for="ch" forName="Child1Accent1" refType="h" fact="0.1976"/>
                  <dgm:constr type="r" for="ch" forName="Child1Accent2" refType="w" fact="0.7728"/>
                  <dgm:constr type="t" for="ch" forName="Child1Accent2" refType="h" fact="0.4506"/>
                  <dgm:constr type="w" for="ch" forName="Child1Accent2" refType="w" fact="0.0287"/>
                  <dgm:constr type="h" for="ch" forName="Child1Accent2" refType="h" fact="0.0988"/>
                  <dgm:constr type="r" for="ch" forName="Child1Accent3" refType="w" fact="0.8295"/>
                  <dgm:constr type="t" for="ch" forName="Child1Accent3" refType="h" fact="0.4506"/>
                  <dgm:constr type="w" for="ch" forName="Child1Accent3" refType="w" fact="0.0287"/>
                  <dgm:constr type="h" for="ch" forName="Child1Accent3" refType="h" fact="0.0988"/>
                  <dgm:constr type="r" for="ch" forName="Child1Accent4" refType="w" fact="0.8863"/>
                  <dgm:constr type="t" for="ch" forName="Child1Accent4" refType="h" fact="0.4506"/>
                  <dgm:constr type="w" for="ch" forName="Child1Accent4" refType="w" fact="0.0287"/>
                  <dgm:constr type="h" for="ch" forName="Child1Accent4" refType="h" fact="0.0988"/>
                  <dgm:constr type="r" for="ch" forName="Child1Accent5" refType="w" fact="0.943"/>
                  <dgm:constr type="t" for="ch" forName="Child1Accent5" refType="h" fact="0.4506"/>
                  <dgm:constr type="w" for="ch" forName="Child1Accent5" refType="w" fact="0.0287"/>
                  <dgm:constr type="h" for="ch" forName="Child1Accent5" refType="h" fact="0.0988"/>
                  <dgm:constr type="r" for="ch" forName="Child1Accent6" refType="w" fact="0.9998"/>
                  <dgm:constr type="t" for="ch" forName="Child1Accent6" refType="h" fact="0.4506"/>
                  <dgm:constr type="w" for="ch" forName="Child1Accent6" refType="w" fact="0.0287"/>
                  <dgm:constr type="h" for="ch" forName="Child1Accent6" refType="h" fact="0.0988"/>
                  <dgm:constr type="l" for="ch" forName="Child1Accent7" refType="w" fact="0"/>
                  <dgm:constr type="t" for="ch" forName="Child1Accent7" refType="h" fact="0"/>
                  <dgm:constr type="w" for="ch" forName="Child1Accent7" refType="w" fact="0"/>
                  <dgm:constr type="h" for="ch" forName="Child1Accent7" refType="h" fact="0"/>
                  <dgm:constr type="l" for="ch" forName="Child1Accent8" refType="w" fact="0"/>
                  <dgm:constr type="t" for="ch" forName="Child1Accent8" refType="h" fact="0"/>
                  <dgm:constr type="w" for="ch" forName="Child1Accent8" refType="w" fact="0"/>
                  <dgm:constr type="h" for="ch" forName="Child1Accent8" refType="h" fact="0"/>
                  <dgm:constr type="l" for="ch" forName="Child1Accent9" refType="w" fact="0"/>
                  <dgm:constr type="t" for="ch" forName="Child1Accent9" refType="h" fact="0"/>
                  <dgm:constr type="w" for="ch" forName="Child1Accent9" refType="w" fact="0"/>
                  <dgm:constr type="h" for="ch" forName="Child1Accent9" refType="h" fact="0"/>
                  <dgm:constr type="r" for="ch" forName="ParentAccent1" refType="w" fact="0.0287"/>
                  <dgm:constr type="t" for="ch" forName="ParentAccent1" refType="h" fact="0.4506"/>
                  <dgm:constr type="w" for="ch" forName="ParentAccent1" refType="w" fact="0.0287"/>
                  <dgm:constr type="h" for="ch" forName="ParentAccent1" refType="h" fact="0.0988"/>
                  <dgm:constr type="r" for="ch" forName="ParentAccent2" refType="w" fact="0.0813"/>
                  <dgm:constr type="t" for="ch" forName="ParentAccent2" refType="h" fact="0.4506"/>
                  <dgm:constr type="w" for="ch" forName="ParentAccent2" refType="w" fact="0.0287"/>
                  <dgm:constr type="h" for="ch" forName="ParentAccent2" refType="h" fact="0.0988"/>
                  <dgm:constr type="r" for="ch" forName="ParentAccent3" refType="w" fact="0.1339"/>
                  <dgm:constr type="t" for="ch" forName="ParentAccent3" refType="h" fact="0.4506"/>
                  <dgm:constr type="w" for="ch" forName="ParentAccent3" refType="w" fact="0.0287"/>
                  <dgm:constr type="h" for="ch" forName="ParentAccent3" refType="h" fact="0.0988"/>
                  <dgm:constr type="r" for="ch" forName="ParentAccent4" refType="w" fact="0.1864"/>
                  <dgm:constr type="t" for="ch" forName="ParentAccent4" refType="h" fact="0.4506"/>
                  <dgm:constr type="w" for="ch" forName="ParentAccent4" refType="w" fact="0.0287"/>
                  <dgm:constr type="h" for="ch" forName="ParentAccent4" refType="h" fact="0.0988"/>
                  <dgm:constr type="r" for="ch" forName="ParentAccent5" refType="w" fact="0.239"/>
                  <dgm:constr type="t" for="ch" forName="ParentAccent5" refType="h" fact="0.4506"/>
                  <dgm:constr type="w" for="ch" forName="ParentAccent5" refType="w" fact="0.0287"/>
                  <dgm:constr type="h" for="ch" forName="ParentAccent5" refType="h" fact="0.0988"/>
                  <dgm:constr type="r" for="ch" forName="ParentAccent6" refType="w" fact="0.3203"/>
                  <dgm:constr type="t" for="ch" forName="ParentAccent6" refType="h" fact="0.4012"/>
                  <dgm:constr type="w" for="ch" forName="ParentAccent6" refType="w" fact="0.0574"/>
                  <dgm:constr type="h" for="ch" forName="ParentAccent6" refType="h" fact="0.1976"/>
                  <dgm:constr type="r" for="ch" forName="ParentAccent7" refType="w" fact="0.0755"/>
                  <dgm:constr type="t" for="ch" forName="ParentAccent7" refType="h" fact="0.2465"/>
                  <dgm:constr type="w" for="ch" forName="ParentAccent7" refType="w" fact="0.0287"/>
                  <dgm:constr type="h" for="ch" forName="ParentAccent7" refType="h" fact="0.0988"/>
                  <dgm:constr type="r" for="ch" forName="ParentAccent8" refType="w" fact="0.0755"/>
                  <dgm:constr type="t" for="ch" forName="ParentAccent8" refType="h" fact="0.6562"/>
                  <dgm:constr type="w" for="ch" forName="ParentAccent8" refType="w" fact="0.0287"/>
                  <dgm:constr type="h" for="ch" forName="ParentAccent8" refType="h" fact="0.0988"/>
                  <dgm:constr type="r" for="ch" forName="ParentAccent9" refType="w" fact="0.0499"/>
                  <dgm:constr type="t" for="ch" forName="ParentAccent9" refType="h" fact="0.3353"/>
                  <dgm:constr type="w" for="ch" forName="ParentAccent9" refType="w" fact="0.0287"/>
                  <dgm:constr type="h" for="ch" forName="ParentAccent9" refType="h" fact="0.0988"/>
                  <dgm:constr type="r" for="ch" forName="ParentAccent10" refType="w" fact="0.0482"/>
                  <dgm:constr type="t" for="ch" forName="ParentAccent10" refType="h" fact="0.5679"/>
                  <dgm:constr type="w" for="ch" forName="ParentAccent10" refType="w" fact="0.0287"/>
                  <dgm:constr type="h" for="ch" forName="ParentAccent10" refType="h" fact="0.0988"/>
                  <dgm:constr type="r" for="ch" forName="Child1" refType="w"/>
                  <dgm:constr type="t" for="ch" forName="Child1" refType="h" fact="0.1978"/>
                  <dgm:constr type="w" for="ch" forName="Child1" refType="w" fact="0.2544"/>
                  <dgm:constr type="h" for="ch" forName="Child1" refType="h" fact="0.2541"/>
                  <dgm:constr type="r" for="ch" forName="Parent" refType="w" fact="0.6347"/>
                  <dgm:constr type="t" for="ch" forName="Parent" refType="h" fact="0"/>
                  <dgm:constr type="w" for="ch" forName="Parent" refType="w" fact="0.2906"/>
                  <dgm:constr type="h" for="ch" forName="Parent" refType="h"/>
                </dgm:constrLst>
              </dgm:if>
              <dgm:if name="Name17" axis="ch" ptType="node" func="cnt" op="equ" val="2">
                <dgm:alg type="composite">
                  <dgm:param type="ar" val="2.1185"/>
                </dgm:alg>
                <dgm:constrLst>
                  <dgm:constr type="primFontSz" for="des" forName="Child1" val="65"/>
                  <dgm:constr type="primFontSz" for="des" forName="Child1" refType="primFontSz" refFor="des" refForName="Parent" op="lte"/>
                  <dgm:constr type="primFontSz" for="des" forName="Child2" refType="primFontSz" refFor="des" refForName="Parent" op="lte"/>
                  <dgm:constr type="primFontSz" for="des" forName="Child2" refType="primFontSz" refFor="des" refForName="Child1" op="equ"/>
                  <dgm:constr type="r" for="ch" forName="Child1Accent1" refType="w" fact="0.6564"/>
                  <dgm:constr type="t" for="ch" forName="Child1Accent1" refType="h" fact="0.2211"/>
                  <dgm:constr type="w" for="ch" forName="Child1Accent1" refType="w" fact="0.0574"/>
                  <dgm:constr type="h" for="ch" forName="Child1Accent1" refType="h" fact="0.1217"/>
                  <dgm:constr type="r" for="ch" forName="Child1Accent2" refType="w" fact="0.6932"/>
                  <dgm:constr type="t" for="ch" forName="Child1Accent2" refType="h" fact="0.1569"/>
                  <dgm:constr type="w" for="ch" forName="Child1Accent2" refType="w" fact="0.0287"/>
                  <dgm:constr type="h" for="ch" forName="Child1Accent2" refType="h" fact="0.0608"/>
                  <dgm:constr type="r" for="ch" forName="Child1Accent3" refType="w" fact="0.7545"/>
                  <dgm:constr type="t" for="ch" forName="Child1Accent3" refType="h" fact="0.1569"/>
                  <dgm:constr type="w" for="ch" forName="Child1Accent3" refType="w" fact="0.0287"/>
                  <dgm:constr type="h" for="ch" forName="Child1Accent3" refType="h" fact="0.0608"/>
                  <dgm:constr type="r" for="ch" forName="Child1Accent4" refType="w" fact="0.8158"/>
                  <dgm:constr type="t" for="ch" forName="Child1Accent4" refType="h" fact="0.1569"/>
                  <dgm:constr type="w" for="ch" forName="Child1Accent4" refType="w" fact="0.0287"/>
                  <dgm:constr type="h" for="ch" forName="Child1Accent4" refType="h" fact="0.0608"/>
                  <dgm:constr type="r" for="ch" forName="Child1Accent5" refType="w" fact="0.8771"/>
                  <dgm:constr type="t" for="ch" forName="Child1Accent5" refType="h" fact="0.1569"/>
                  <dgm:constr type="w" for="ch" forName="Child1Accent5" refType="w" fact="0.0287"/>
                  <dgm:constr type="h" for="ch" forName="Child1Accent5" refType="h" fact="0.0608"/>
                  <dgm:constr type="r" for="ch" forName="Child1Accent6" refType="w" fact="0.9385"/>
                  <dgm:constr type="t" for="ch" forName="Child1Accent6" refType="h" fact="0.1569"/>
                  <dgm:constr type="w" for="ch" forName="Child1Accent6" refType="w" fact="0.0287"/>
                  <dgm:constr type="h" for="ch" forName="Child1Accent6" refType="h" fact="0.0608"/>
                  <dgm:constr type="r" for="ch" forName="Child1Accent7" refType="w" fact="0.9998"/>
                  <dgm:constr type="t" for="ch" forName="Child1Accent7" refType="h" fact="0.1569"/>
                  <dgm:constr type="w" for="ch" forName="Child1Accent7" refType="w" fact="0.0287"/>
                  <dgm:constr type="h" for="ch" forName="Child1Accent7" refType="h" fact="0.0608"/>
                  <dgm:constr type="l" for="ch" forName="Child1Accent8" refType="w" fact="0"/>
                  <dgm:constr type="t" for="ch" forName="Child1Accent8" refType="h" fact="0"/>
                  <dgm:constr type="w" for="ch" forName="Child1Accent8" refType="w" fact="0"/>
                  <dgm:constr type="h" for="ch" forName="Child1Accent8" refType="h" fact="0"/>
                  <dgm:constr type="l" for="ch" forName="Child1Accent9" refType="w" fact="0"/>
                  <dgm:constr type="t" for="ch" forName="Child1Accent9" refType="h" fact="0"/>
                  <dgm:constr type="w" for="ch" forName="Child1Accent9" refType="w" fact="0"/>
                  <dgm:constr type="h" for="ch" forName="Child1Accent9" refType="h" fact="0"/>
                  <dgm:constr type="r" for="ch" forName="Child2Accent1" refType="w" fact="0.6564"/>
                  <dgm:constr type="t" for="ch" forName="Child2Accent1" refType="h" fact="0.8153"/>
                  <dgm:constr type="w" for="ch" forName="Child2Accent1" refType="w" fact="0.0574"/>
                  <dgm:constr type="h" for="ch" forName="Child2Accent1" refType="h" fact="0.1217"/>
                  <dgm:constr type="r" for="ch" forName="Child2Accent2" refType="w" fact="0.6932"/>
                  <dgm:constr type="t" for="ch" forName="Child2Accent2" refType="h" fact="0.9392"/>
                  <dgm:constr type="w" for="ch" forName="Child2Accent2" refType="w" fact="0.0287"/>
                  <dgm:constr type="h" for="ch" forName="Child2Accent2" refType="h" fact="0.0608"/>
                  <dgm:constr type="r" for="ch" forName="Child2Accent3" refType="w" fact="0.7545"/>
                  <dgm:constr type="t" for="ch" forName="Child2Accent3" refType="h" fact="0.9392"/>
                  <dgm:constr type="w" for="ch" forName="Child2Accent3" refType="w" fact="0.0287"/>
                  <dgm:constr type="h" for="ch" forName="Child2Accent3" refType="h" fact="0.0608"/>
                  <dgm:constr type="r" for="ch" forName="Child2Accent4" refType="w" fact="0.8158"/>
                  <dgm:constr type="t" for="ch" forName="Child2Accent4" refType="h" fact="0.9392"/>
                  <dgm:constr type="w" for="ch" forName="Child2Accent4" refType="w" fact="0.0287"/>
                  <dgm:constr type="h" for="ch" forName="Child2Accent4" refType="h" fact="0.0608"/>
                  <dgm:constr type="r" for="ch" forName="Child2Accent5" refType="w" fact="0.8771"/>
                  <dgm:constr type="t" for="ch" forName="Child2Accent5" refType="h" fact="0.9392"/>
                  <dgm:constr type="w" for="ch" forName="Child2Accent5" refType="w" fact="0.0287"/>
                  <dgm:constr type="h" for="ch" forName="Child2Accent5" refType="h" fact="0.0608"/>
                  <dgm:constr type="r" for="ch" forName="Child2Accent6" refType="w" fact="0.9385"/>
                  <dgm:constr type="t" for="ch" forName="Child2Accent6" refType="h" fact="0.9392"/>
                  <dgm:constr type="w" for="ch" forName="Child2Accent6" refType="w" fact="0.0287"/>
                  <dgm:constr type="h" for="ch" forName="Child2Accent6" refType="h" fact="0.0608"/>
                  <dgm:constr type="r" for="ch" forName="Child2Accent7" refType="w" fact="0.9998"/>
                  <dgm:constr type="t" for="ch" forName="Child2Accent7" refType="h" fact="0.9392"/>
                  <dgm:constr type="w" for="ch" forName="Child2Accent7" refType="w" fact="0.0287"/>
                  <dgm:constr type="h" for="ch" forName="Child2Accent7" refType="h" fact="0.0608"/>
                  <dgm:constr type="r" for="ch" forName="ParentAccent1" refType="w" fact="0.0287"/>
                  <dgm:constr type="t" for="ch" forName="ParentAccent1" refType="h" fact="0.5511"/>
                  <dgm:constr type="w" for="ch" forName="ParentAccent1" refType="w" fact="0.0287"/>
                  <dgm:constr type="h" for="ch" forName="ParentAccent1" refType="h" fact="0.0608"/>
                  <dgm:constr type="r" for="ch" forName="ParentAccent2" refType="w" fact="0.0813"/>
                  <dgm:constr type="t" for="ch" forName="ParentAccent2" refType="h" fact="0.5511"/>
                  <dgm:constr type="w" for="ch" forName="ParentAccent2" refType="w" fact="0.0287"/>
                  <dgm:constr type="h" for="ch" forName="ParentAccent2" refType="h" fact="0.0608"/>
                  <dgm:constr type="r" for="ch" forName="ParentAccent3" refType="w" fact="0.1339"/>
                  <dgm:constr type="t" for="ch" forName="ParentAccent3" refType="h" fact="0.5511"/>
                  <dgm:constr type="w" for="ch" forName="ParentAccent3" refType="w" fact="0.0287"/>
                  <dgm:constr type="h" for="ch" forName="ParentAccent3" refType="h" fact="0.0608"/>
                  <dgm:constr type="r" for="ch" forName="ParentAccent4" refType="w" fact="0.1864"/>
                  <dgm:constr type="t" for="ch" forName="ParentAccent4" refType="h" fact="0.5511"/>
                  <dgm:constr type="w" for="ch" forName="ParentAccent4" refType="w" fact="0.0287"/>
                  <dgm:constr type="h" for="ch" forName="ParentAccent4" refType="h" fact="0.0608"/>
                  <dgm:constr type="r" for="ch" forName="ParentAccent5" refType="w" fact="0.239"/>
                  <dgm:constr type="t" for="ch" forName="ParentAccent5" refType="h" fact="0.5511"/>
                  <dgm:constr type="w" for="ch" forName="ParentAccent5" refType="w" fact="0.0287"/>
                  <dgm:constr type="h" for="ch" forName="ParentAccent5" refType="h" fact="0.0608"/>
                  <dgm:constr type="r" for="ch" forName="ParentAccent6" refType="w" fact="0.3203"/>
                  <dgm:constr type="t" for="ch" forName="ParentAccent6" refType="h" fact="0.5207"/>
                  <dgm:constr type="w" for="ch" forName="ParentAccent6" refType="w" fact="0.0574"/>
                  <dgm:constr type="h" for="ch" forName="ParentAccent6" refType="h" fact="0.1217"/>
                  <dgm:constr type="r" for="ch" forName="ParentAccent7" refType="w" fact="0.0755"/>
                  <dgm:constr type="t" for="ch" forName="ParentAccent7" refType="h" fact="0.4255"/>
                  <dgm:constr type="w" for="ch" forName="ParentAccent7" refType="w" fact="0.0287"/>
                  <dgm:constr type="h" for="ch" forName="ParentAccent7" refType="h" fact="0.0608"/>
                  <dgm:constr type="r" for="ch" forName="ParentAccent8" refType="w" fact="0.0755"/>
                  <dgm:constr type="t" for="ch" forName="ParentAccent8" refType="h" fact="0.6776"/>
                  <dgm:constr type="w" for="ch" forName="ParentAccent8" refType="w" fact="0.0287"/>
                  <dgm:constr type="h" for="ch" forName="ParentAccent8" refType="h" fact="0.0608"/>
                  <dgm:constr type="r" for="ch" forName="ParentAccent9" refType="w" fact="0.0499"/>
                  <dgm:constr type="t" for="ch" forName="ParentAccent9" refType="h" fact="0.4801"/>
                  <dgm:constr type="w" for="ch" forName="ParentAccent9" refType="w" fact="0.0287"/>
                  <dgm:constr type="h" for="ch" forName="ParentAccent9" refType="h" fact="0.0608"/>
                  <dgm:constr type="r" for="ch" forName="ParentAccent10" refType="w" fact="0.0482"/>
                  <dgm:constr type="t" for="ch" forName="ParentAccent10" refType="h" fact="0.6233"/>
                  <dgm:constr type="w" for="ch" forName="ParentAccent10" refType="w" fact="0.0287"/>
                  <dgm:constr type="h" for="ch" forName="ParentAccent10" refType="h" fact="0.0608"/>
                  <dgm:constr type="r" for="ch" forName="Child2" refType="w"/>
                  <dgm:constr type="t" for="ch" forName="Child2" refType="h" fact="0.7822"/>
                  <dgm:constr type="w" for="ch" forName="Child2" refType="w" fact="0.3364"/>
                  <dgm:constr type="h" for="ch" forName="Child2" refType="h" fact="0.1564"/>
                  <dgm:constr type="r" for="ch" forName="Child1" refType="w"/>
                  <dgm:constr type="t" for="ch" forName="Child1" refType="h" fact="0"/>
                  <dgm:constr type="w" for="ch" forName="Child1" refType="w" fact="0.3364"/>
                  <dgm:constr type="h" for="ch" forName="Child1" refType="h" fact="0.1564"/>
                  <dgm:constr type="r" for="ch" forName="Parent" refType="w" fact="0.6347"/>
                  <dgm:constr type="t" for="ch" forName="Parent" refType="h" fact="0.2737"/>
                  <dgm:constr type="w" for="ch" forName="Parent" refType="w" fact="0.2906"/>
                  <dgm:constr type="h" for="ch" forName="Parent" refType="h" fact="0.6157"/>
                </dgm:constrLst>
              </dgm:if>
              <dgm:if name="Name18" axis="ch" ptType="node" func="cnt" op="equ" val="3">
                <dgm:alg type="composite">
                  <dgm:param type="ar" val="2.1185"/>
                </dgm:alg>
                <dgm:constrLst>
                  <dgm:constr type="primFontSz" for="des" forName="Child1" val="65"/>
                  <dgm:constr type="primFontSz" for="des" forName="Child1" refType="primFontSz" refFor="des" refForName="Parent" op="lte"/>
                  <dgm:constr type="primFontSz" for="des" forName="Child2" refType="primFontSz" refFor="des" refForName="Parent" op="lte"/>
                  <dgm:constr type="primFontSz" for="des" forName="Child3" refType="primFontSz" refFor="des" refForName="Parent" op="lte"/>
                  <dgm:constr type="primFontSz" for="des" forName="Child2" refType="primFontSz" refFor="des" refForName="Child1" op="equ"/>
                  <dgm:constr type="primFontSz" for="des" forName="Child3" refType="primFontSz" refFor="des" refForName="Child1" op="equ"/>
                  <dgm:constr type="r" for="ch" forName="Child1Accent1" refType="w" fact="0.6564"/>
                  <dgm:constr type="t" for="ch" forName="Child1Accent1" refType="h" fact="0.2211"/>
                  <dgm:constr type="w" for="ch" forName="Child1Accent1" refType="w" fact="0.0574"/>
                  <dgm:constr type="h" for="ch" forName="Child1Accent1" refType="h" fact="0.1217"/>
                  <dgm:constr type="r" for="ch" forName="Child1Accent2" refType="w" fact="0.6932"/>
                  <dgm:constr type="t" for="ch" forName="Child1Accent2" refType="h" fact="0.1569"/>
                  <dgm:constr type="w" for="ch" forName="Child1Accent2" refType="w" fact="0.0287"/>
                  <dgm:constr type="h" for="ch" forName="Child1Accent2" refType="h" fact="0.0608"/>
                  <dgm:constr type="r" for="ch" forName="Child1Accent3" refType="w" fact="0.7545"/>
                  <dgm:constr type="t" for="ch" forName="Child1Accent3" refType="h" fact="0.1569"/>
                  <dgm:constr type="w" for="ch" forName="Child1Accent3" refType="w" fact="0.0287"/>
                  <dgm:constr type="h" for="ch" forName="Child1Accent3" refType="h" fact="0.0608"/>
                  <dgm:constr type="r" for="ch" forName="Child1Accent4" refType="w" fact="0.8158"/>
                  <dgm:constr type="t" for="ch" forName="Child1Accent4" refType="h" fact="0.1569"/>
                  <dgm:constr type="w" for="ch" forName="Child1Accent4" refType="w" fact="0.0287"/>
                  <dgm:constr type="h" for="ch" forName="Child1Accent4" refType="h" fact="0.0608"/>
                  <dgm:constr type="r" for="ch" forName="Child1Accent5" refType="w" fact="0.8771"/>
                  <dgm:constr type="t" for="ch" forName="Child1Accent5" refType="h" fact="0.1569"/>
                  <dgm:constr type="w" for="ch" forName="Child1Accent5" refType="w" fact="0.0287"/>
                  <dgm:constr type="h" for="ch" forName="Child1Accent5" refType="h" fact="0.0608"/>
                  <dgm:constr type="r" for="ch" forName="Child1Accent6" refType="w" fact="0.9385"/>
                  <dgm:constr type="t" for="ch" forName="Child1Accent6" refType="h" fact="0.1569"/>
                  <dgm:constr type="w" for="ch" forName="Child1Accent6" refType="w" fact="0.0287"/>
                  <dgm:constr type="h" for="ch" forName="Child1Accent6" refType="h" fact="0.0608"/>
                  <dgm:constr type="r" for="ch" forName="Child1Accent7" refType="w" fact="0.9998"/>
                  <dgm:constr type="t" for="ch" forName="Child1Accent7" refType="h" fact="0.1569"/>
                  <dgm:constr type="w" for="ch" forName="Child1Accent7" refType="w" fact="0.0287"/>
                  <dgm:constr type="h" for="ch" forName="Child1Accent7" refType="h" fact="0.0608"/>
                  <dgm:constr type="r" for="ch" forName="Child1Accent8" refType="w" fact="0"/>
                  <dgm:constr type="t" for="ch" forName="Child1Accent8" refType="h" fact="0"/>
                  <dgm:constr type="w" for="ch" forName="Child1Accent8" refType="w" fact="0"/>
                  <dgm:constr type="h" for="ch" forName="Child1Accent8" refType="h" fact="0"/>
                  <dgm:constr type="r" for="ch" forName="Child1Accent9" refType="w" fact="0"/>
                  <dgm:constr type="t" for="ch" forName="Child1Accent9" refType="h" fact="0"/>
                  <dgm:constr type="w" for="ch" forName="Child1Accent9" refType="w" fact="0"/>
                  <dgm:constr type="h" for="ch" forName="Child1Accent9" refType="h" fact="0"/>
                  <dgm:constr type="r" for="ch" forName="Child2Accent1" refType="w" fact="0.716"/>
                  <dgm:constr type="t" for="ch" forName="Child2Accent1" refType="h" fact="0.5207"/>
                  <dgm:constr type="w" for="ch" forName="Child2Accent1" refType="w" fact="0.0574"/>
                  <dgm:constr type="h" for="ch" forName="Child2Accent1" refType="h" fact="0.1217"/>
                  <dgm:constr type="r" for="ch" forName="Child2Accent2" refType="w" fact="0.7728"/>
                  <dgm:constr type="t" for="ch" forName="Child2Accent2" refType="h" fact="0.5511"/>
                  <dgm:constr type="w" for="ch" forName="Child2Accent2" refType="w" fact="0.0287"/>
                  <dgm:constr type="h" for="ch" forName="Child2Accent2" refType="h" fact="0.0608"/>
                  <dgm:constr type="r" for="ch" forName="Child2Accent3" refType="w" fact="0.8295"/>
                  <dgm:constr type="t" for="ch" forName="Child2Accent3" refType="h" fact="0.5511"/>
                  <dgm:constr type="w" for="ch" forName="Child2Accent3" refType="w" fact="0.0287"/>
                  <dgm:constr type="h" for="ch" forName="Child2Accent3" refType="h" fact="0.0608"/>
                  <dgm:constr type="r" for="ch" forName="Child2Accent4" refType="w" fact="0.8863"/>
                  <dgm:constr type="t" for="ch" forName="Child2Accent4" refType="h" fact="0.5511"/>
                  <dgm:constr type="w" for="ch" forName="Child2Accent4" refType="w" fact="0.0287"/>
                  <dgm:constr type="h" for="ch" forName="Child2Accent4" refType="h" fact="0.0608"/>
                  <dgm:constr type="r" for="ch" forName="Child2Accent5" refType="w" fact="0.943"/>
                  <dgm:constr type="t" for="ch" forName="Child2Accent5" refType="h" fact="0.5511"/>
                  <dgm:constr type="w" for="ch" forName="Child2Accent5" refType="w" fact="0.0287"/>
                  <dgm:constr type="h" for="ch" forName="Child2Accent5" refType="h" fact="0.0608"/>
                  <dgm:constr type="r" for="ch" forName="Child2Accent6" refType="w" fact="0.9998"/>
                  <dgm:constr type="t" for="ch" forName="Child2Accent6" refType="h" fact="0.5511"/>
                  <dgm:constr type="w" for="ch" forName="Child2Accent6" refType="w" fact="0.0287"/>
                  <dgm:constr type="h" for="ch" forName="Child2Accent6" refType="h" fact="0.0608"/>
                  <dgm:constr type="r" for="ch" forName="Child2Accent7" refType="w" fact="0"/>
                  <dgm:constr type="t" for="ch" forName="Child2Accent7" refType="h" fact="0"/>
                  <dgm:constr type="w" for="ch" forName="Child2Accent7" refType="w" fact="0"/>
                  <dgm:constr type="h" for="ch" forName="Child2Accent7" refType="h" fact="0"/>
                  <dgm:constr type="r" for="ch" forName="Child3Accent1" refType="w" fact="0.6564"/>
                  <dgm:constr type="t" for="ch" forName="Child3Accent1" refType="h" fact="0.8153"/>
                  <dgm:constr type="w" for="ch" forName="Child3Accent1" refType="w" fact="0.0574"/>
                  <dgm:constr type="h" for="ch" forName="Child3Accent1" refType="h" fact="0.1217"/>
                  <dgm:constr type="r" for="ch" forName="Child3Accent2" refType="w" fact="0.6932"/>
                  <dgm:constr type="t" for="ch" forName="Child3Accent2" refType="h" fact="0.9392"/>
                  <dgm:constr type="w" for="ch" forName="Child3Accent2" refType="w" fact="0.0287"/>
                  <dgm:constr type="h" for="ch" forName="Child3Accent2" refType="h" fact="0.0608"/>
                  <dgm:constr type="r" for="ch" forName="Child3Accent3" refType="w" fact="0.7545"/>
                  <dgm:constr type="t" for="ch" forName="Child3Accent3" refType="h" fact="0.9392"/>
                  <dgm:constr type="w" for="ch" forName="Child3Accent3" refType="w" fact="0.0287"/>
                  <dgm:constr type="h" for="ch" forName="Child3Accent3" refType="h" fact="0.0608"/>
                  <dgm:constr type="r" for="ch" forName="Child3Accent4" refType="w" fact="0.8158"/>
                  <dgm:constr type="t" for="ch" forName="Child3Accent4" refType="h" fact="0.9392"/>
                  <dgm:constr type="w" for="ch" forName="Child3Accent4" refType="w" fact="0.0287"/>
                  <dgm:constr type="h" for="ch" forName="Child3Accent4" refType="h" fact="0.0608"/>
                  <dgm:constr type="r" for="ch" forName="Child3Accent5" refType="w" fact="0.8771"/>
                  <dgm:constr type="t" for="ch" forName="Child3Accent5" refType="h" fact="0.9392"/>
                  <dgm:constr type="w" for="ch" forName="Child3Accent5" refType="w" fact="0.0287"/>
                  <dgm:constr type="h" for="ch" forName="Child3Accent5" refType="h" fact="0.0608"/>
                  <dgm:constr type="r" for="ch" forName="Child3Accent6" refType="w" fact="0.9385"/>
                  <dgm:constr type="t" for="ch" forName="Child3Accent6" refType="h" fact="0.9392"/>
                  <dgm:constr type="w" for="ch" forName="Child3Accent6" refType="w" fact="0.0287"/>
                  <dgm:constr type="h" for="ch" forName="Child3Accent6" refType="h" fact="0.0608"/>
                  <dgm:constr type="r" for="ch" forName="Child3Accent7" refType="w" fact="0.9998"/>
                  <dgm:constr type="t" for="ch" forName="Child3Accent7" refType="h" fact="0.9392"/>
                  <dgm:constr type="w" for="ch" forName="Child3Accent7" refType="w" fact="0.0287"/>
                  <dgm:constr type="h" for="ch" forName="Child3Accent7" refType="h" fact="0.0608"/>
                  <dgm:constr type="r" for="ch" forName="ParentAccent1" refType="w" fact="0.0287"/>
                  <dgm:constr type="t" for="ch" forName="ParentAccent1" refType="h" fact="0.5511"/>
                  <dgm:constr type="w" for="ch" forName="ParentAccent1" refType="w" fact="0.0287"/>
                  <dgm:constr type="h" for="ch" forName="ParentAccent1" refType="h" fact="0.0608"/>
                  <dgm:constr type="r" for="ch" forName="ParentAccent2" refType="w" fact="0.0813"/>
                  <dgm:constr type="t" for="ch" forName="ParentAccent2" refType="h" fact="0.5511"/>
                  <dgm:constr type="w" for="ch" forName="ParentAccent2" refType="w" fact="0.0287"/>
                  <dgm:constr type="h" for="ch" forName="ParentAccent2" refType="h" fact="0.0608"/>
                  <dgm:constr type="r" for="ch" forName="ParentAccent3" refType="w" fact="0.1339"/>
                  <dgm:constr type="t" for="ch" forName="ParentAccent3" refType="h" fact="0.5511"/>
                  <dgm:constr type="w" for="ch" forName="ParentAccent3" refType="w" fact="0.0287"/>
                  <dgm:constr type="h" for="ch" forName="ParentAccent3" refType="h" fact="0.0608"/>
                  <dgm:constr type="r" for="ch" forName="ParentAccent4" refType="w" fact="0.1864"/>
                  <dgm:constr type="t" for="ch" forName="ParentAccent4" refType="h" fact="0.5511"/>
                  <dgm:constr type="w" for="ch" forName="ParentAccent4" refType="w" fact="0.0287"/>
                  <dgm:constr type="h" for="ch" forName="ParentAccent4" refType="h" fact="0.0608"/>
                  <dgm:constr type="r" for="ch" forName="ParentAccent5" refType="w" fact="0.239"/>
                  <dgm:constr type="t" for="ch" forName="ParentAccent5" refType="h" fact="0.5511"/>
                  <dgm:constr type="w" for="ch" forName="ParentAccent5" refType="w" fact="0.0287"/>
                  <dgm:constr type="h" for="ch" forName="ParentAccent5" refType="h" fact="0.0608"/>
                  <dgm:constr type="r" for="ch" forName="ParentAccent6" refType="w" fact="0.3203"/>
                  <dgm:constr type="t" for="ch" forName="ParentAccent6" refType="h" fact="0.5207"/>
                  <dgm:constr type="w" for="ch" forName="ParentAccent6" refType="w" fact="0.0574"/>
                  <dgm:constr type="h" for="ch" forName="ParentAccent6" refType="h" fact="0.1217"/>
                  <dgm:constr type="r" for="ch" forName="ParentAccent7" refType="w" fact="0.0755"/>
                  <dgm:constr type="t" for="ch" forName="ParentAccent7" refType="h" fact="0.4255"/>
                  <dgm:constr type="w" for="ch" forName="ParentAccent7" refType="w" fact="0.0287"/>
                  <dgm:constr type="h" for="ch" forName="ParentAccent7" refType="h" fact="0.0608"/>
                  <dgm:constr type="r" for="ch" forName="ParentAccent8" refType="w" fact="0.0755"/>
                  <dgm:constr type="t" for="ch" forName="ParentAccent8" refType="h" fact="0.6776"/>
                  <dgm:constr type="w" for="ch" forName="ParentAccent8" refType="w" fact="0.0287"/>
                  <dgm:constr type="h" for="ch" forName="ParentAccent8" refType="h" fact="0.0608"/>
                  <dgm:constr type="r" for="ch" forName="ParentAccent9" refType="w" fact="0.0499"/>
                  <dgm:constr type="t" for="ch" forName="ParentAccent9" refType="h" fact="0.4801"/>
                  <dgm:constr type="w" for="ch" forName="ParentAccent9" refType="w" fact="0.0287"/>
                  <dgm:constr type="h" for="ch" forName="ParentAccent9" refType="h" fact="0.0608"/>
                  <dgm:constr type="r" for="ch" forName="ParentAccent10" refType="w" fact="0.0482"/>
                  <dgm:constr type="t" for="ch" forName="ParentAccent10" refType="h" fact="0.6233"/>
                  <dgm:constr type="w" for="ch" forName="ParentAccent10" refType="w" fact="0.0287"/>
                  <dgm:constr type="h" for="ch" forName="ParentAccent10" refType="h" fact="0.0608"/>
                  <dgm:constr type="r" for="ch" forName="Child3" refType="w"/>
                  <dgm:constr type="t" for="ch" forName="Child3" refType="h" fact="0.7822"/>
                  <dgm:constr type="w" for="ch" forName="Child3" refType="w" fact="0.3364"/>
                  <dgm:constr type="h" for="ch" forName="Child3" refType="h" fact="0.1564"/>
                  <dgm:constr type="r" for="ch" forName="Child2" refType="w"/>
                  <dgm:constr type="t" for="ch" forName="Child2" refType="h" fact="0.3955"/>
                  <dgm:constr type="w" for="ch" forName="Child2" refType="w" fact="0.2544"/>
                  <dgm:constr type="h" for="ch" forName="Child2" refType="h" fact="0.1564"/>
                  <dgm:constr type="r" for="ch" forName="Child1" refType="w"/>
                  <dgm:constr type="t" for="ch" forName="Child1" refType="h" fact="0"/>
                  <dgm:constr type="w" for="ch" forName="Child1" refType="w" fact="0.3364"/>
                  <dgm:constr type="h" for="ch" forName="Child1" refType="h" fact="0.1564"/>
                  <dgm:constr type="r" for="ch" forName="Parent" refType="w" fact="0.6347"/>
                  <dgm:constr type="t" for="ch" forName="Parent" refType="h" fact="0.2737"/>
                  <dgm:constr type="w" for="ch" forName="Parent" refType="w" fact="0.2906"/>
                  <dgm:constr type="h" for="ch" forName="Parent" refType="h" fact="0.6157"/>
                </dgm:constrLst>
              </dgm:if>
              <dgm:if name="Name19" axis="ch" ptType="node" func="cnt" op="equ" val="4">
                <dgm:alg type="composite">
                  <dgm:param type="ar" val="1.8304"/>
                </dgm:alg>
                <dgm:constrLst>
                  <dgm:constr type="primFontSz" for="des" forName="Child1" val="65"/>
                  <dgm:constr type="primFontSz" for="des" forName="Child1" refType="primFontSz" refFor="des" refForName="Parent" op="lte"/>
                  <dgm:constr type="primFontSz" for="des" forName="Child2" refType="primFontSz" refFor="des" refForName="Parent" op="lte"/>
                  <dgm:constr type="primFontSz" for="des" forName="Child3" refType="primFontSz" refFor="des" refForName="Parent" op="lte"/>
                  <dgm:constr type="primFontSz" for="des" forName="Child4" refType="primFontSz" refFor="des" refForName="Parent" op="lte"/>
                  <dgm:constr type="primFontSz" for="des" forName="Child2" refType="primFontSz" refFor="des" refForName="Child1" op="equ"/>
                  <dgm:constr type="primFontSz" for="des" forName="Child3" refType="primFontSz" refFor="des" refForName="Child1" op="equ"/>
                  <dgm:constr type="primFontSz" for="des" forName="Child4" refType="primFontSz" refFor="des" refForName="Child1" op="equ"/>
                  <dgm:constr type="r" for="ch" forName="Parent" refType="w" fact="0.6229"/>
                  <dgm:constr type="t" for="ch" forName="Parent" refType="h" fact="0.2946"/>
                  <dgm:constr type="w" for="ch" forName="Parent" refType="w" fact="0.2862"/>
                  <dgm:constr type="h" for="ch" forName="Parent" refType="h" fact="0.5239"/>
                  <dgm:constr type="r" for="ch" forName="Child1Accent1" refType="w" fact="0.6096"/>
                  <dgm:constr type="t" for="ch" forName="Child1Accent1" refType="h" fact="0.2104"/>
                  <dgm:constr type="w" for="ch" forName="Child1Accent1" refType="w" fact="0.0566"/>
                  <dgm:constr type="h" for="ch" forName="Child1Accent1" refType="h" fact="0.1035"/>
                  <dgm:constr type="r" for="ch" forName="Child1Accent3" refType="w" fact="0.6999"/>
                  <dgm:constr type="t" for="ch" forName="Child1Accent3" refType="h" fact="0.128"/>
                  <dgm:constr type="w" for="ch" forName="Child1Accent3" refType="w" fact="0.0283"/>
                  <dgm:constr type="h" for="ch" forName="Child1Accent3" refType="h" fact="0.0518"/>
                  <dgm:constr type="r" for="ch" forName="Child1Accent4" refType="w" fact="0.7582"/>
                  <dgm:constr type="t" for="ch" forName="Child1Accent4" refType="h" fact="0.128"/>
                  <dgm:constr type="w" for="ch" forName="Child1Accent4" refType="w" fact="0.0283"/>
                  <dgm:constr type="h" for="ch" forName="Child1Accent4" refType="h" fact="0.0518"/>
                  <dgm:constr type="r" for="ch" forName="Child1Accent5" refType="w" fact="0.8165"/>
                  <dgm:constr type="t" for="ch" forName="Child1Accent5" refType="h" fact="0.128"/>
                  <dgm:constr type="w" for="ch" forName="Child1Accent5" refType="w" fact="0.0283"/>
                  <dgm:constr type="h" for="ch" forName="Child1Accent5" refType="h" fact="0.0518"/>
                  <dgm:constr type="r" for="ch" forName="Child1Accent6" refType="w" fact="0.8748"/>
                  <dgm:constr type="t" for="ch" forName="Child1Accent6" refType="h" fact="0.128"/>
                  <dgm:constr type="w" for="ch" forName="Child1Accent6" refType="w" fact="0.0283"/>
                  <dgm:constr type="h" for="ch" forName="Child1Accent6" refType="h" fact="0.0518"/>
                  <dgm:constr type="r" for="ch" forName="Child3Accent1" refType="w" fact="0.6842"/>
                  <dgm:constr type="t" for="ch" forName="Child3Accent1" refType="h" fact="0.6212"/>
                  <dgm:constr type="w" for="ch" forName="Child3Accent1" refType="w" fact="0.0566"/>
                  <dgm:constr type="h" for="ch" forName="Child3Accent1" refType="h" fact="0.1035"/>
                  <dgm:constr type="r" for="ch" forName="Child3Accent2" refType="w" fact="0.7311"/>
                  <dgm:constr type="t" for="ch" forName="Child3Accent2" refType="h" fact="0.6828"/>
                  <dgm:constr type="w" for="ch" forName="Child3Accent2" refType="w" fact="0.0283"/>
                  <dgm:constr type="h" for="ch" forName="Child3Accent2" refType="h" fact="0.0518"/>
                  <dgm:constr type="r" for="ch" forName="Child3Accent4" refType="w" fact="0.8386"/>
                  <dgm:constr type="t" for="ch" forName="Child3Accent4" refType="h" fact="0.6828"/>
                  <dgm:constr type="w" for="ch" forName="Child3Accent4" refType="w" fact="0.0283"/>
                  <dgm:constr type="h" for="ch" forName="Child3Accent4" refType="h" fact="0.0518"/>
                  <dgm:constr type="r" for="ch" forName="Child3Accent5" refType="w" fact="0.8923"/>
                  <dgm:constr type="t" for="ch" forName="Child3Accent5" refType="h" fact="0.6828"/>
                  <dgm:constr type="w" for="ch" forName="Child3Accent5" refType="w" fact="0.0283"/>
                  <dgm:constr type="h" for="ch" forName="Child3Accent5" refType="h" fact="0.0518"/>
                  <dgm:constr type="r" for="ch" forName="Child1Accent7" refType="w" fact="0.9332"/>
                  <dgm:constr type="t" for="ch" forName="Child1Accent7" refType="h" fact="0.128"/>
                  <dgm:constr type="w" for="ch" forName="Child1Accent7" refType="w" fact="0.0283"/>
                  <dgm:constr type="h" for="ch" forName="Child1Accent7" refType="h" fact="0.0518"/>
                  <dgm:constr type="r" for="ch" forName="Child3Accent6" refType="w" fact="0.9461"/>
                  <dgm:constr type="t" for="ch" forName="Child3Accent6" refType="h" fact="0.6828"/>
                  <dgm:constr type="w" for="ch" forName="Child3Accent6" refType="w" fact="0.0283"/>
                  <dgm:constr type="h" for="ch" forName="Child3Accent6" refType="h" fact="0.0518"/>
                  <dgm:constr type="r" for="ch" forName="Child1Accent8" refType="w" fact="0.9915"/>
                  <dgm:constr type="t" for="ch" forName="Child1Accent8" refType="h" fact="0.128"/>
                  <dgm:constr type="w" for="ch" forName="Child1Accent8" refType="w" fact="0.0283"/>
                  <dgm:constr type="h" for="ch" forName="Child1Accent8" refType="h" fact="0.0518"/>
                  <dgm:constr type="r" for="ch" forName="Child1Accent9" refType="w" fact="0"/>
                  <dgm:constr type="t" for="ch" forName="Child1Accent9" refType="h" fact="0"/>
                  <dgm:constr type="w" for="ch" forName="Child1Accent9" refType="w" fact="0"/>
                  <dgm:constr type="h" for="ch" forName="Child1Accent9" refType="h" fact="0"/>
                  <dgm:constr type="r" for="ch" forName="Child3Accent7" refType="w" fact="0.9998"/>
                  <dgm:constr type="t" for="ch" forName="Child3Accent7" refType="h" fact="0.6828"/>
                  <dgm:constr type="w" for="ch" forName="Child3Accent7" refType="w" fact="0.0283"/>
                  <dgm:constr type="h" for="ch" forName="Child3Accent7" refType="h" fact="0.0518"/>
                  <dgm:constr type="r" for="ch" forName="Child4Accent1" refType="w" fact="0.6096"/>
                  <dgm:constr type="t" for="ch" forName="Child4Accent1" refType="h" fact="0.8"/>
                  <dgm:constr type="w" for="ch" forName="Child4Accent1" refType="w" fact="0.0566"/>
                  <dgm:constr type="h" for="ch" forName="Child4Accent1" refType="h" fact="0.1035"/>
                  <dgm:constr type="r" for="ch" forName="Child4Accent3" refType="w" fact="0.7002"/>
                  <dgm:constr type="t" for="ch" forName="Child4Accent3" refType="h" fact="0.9482"/>
                  <dgm:constr type="w" for="ch" forName="Child4Accent3" refType="w" fact="0.0283"/>
                  <dgm:constr type="h" for="ch" forName="Child4Accent3" refType="h" fact="0.0518"/>
                  <dgm:constr type="r" for="ch" forName="Child4Accent4" refType="w" fact="0.7585"/>
                  <dgm:constr type="t" for="ch" forName="Child4Accent4" refType="h" fact="0.9482"/>
                  <dgm:constr type="w" for="ch" forName="Child4Accent4" refType="w" fact="0.0283"/>
                  <dgm:constr type="h" for="ch" forName="Child4Accent4" refType="h" fact="0.0518"/>
                  <dgm:constr type="r" for="ch" forName="Child4Accent5" refType="w" fact="0.8167"/>
                  <dgm:constr type="t" for="ch" forName="Child4Accent5" refType="h" fact="0.9482"/>
                  <dgm:constr type="w" for="ch" forName="Child4Accent5" refType="w" fact="0.0283"/>
                  <dgm:constr type="h" for="ch" forName="Child4Accent5" refType="h" fact="0.0518"/>
                  <dgm:constr type="r" for="ch" forName="Child4Accent6" refType="w" fact="0.8749"/>
                  <dgm:constr type="t" for="ch" forName="Child4Accent6" refType="h" fact="0.9482"/>
                  <dgm:constr type="w" for="ch" forName="Child4Accent6" refType="w" fact="0.0283"/>
                  <dgm:constr type="h" for="ch" forName="Child4Accent6" refType="h" fact="0.0518"/>
                  <dgm:constr type="r" for="ch" forName="Child4Accent7" refType="w" fact="0.9332"/>
                  <dgm:constr type="t" for="ch" forName="Child4Accent7" refType="h" fact="0.9482"/>
                  <dgm:constr type="w" for="ch" forName="Child4Accent7" refType="w" fact="0.0283"/>
                  <dgm:constr type="h" for="ch" forName="Child4Accent7" refType="h" fact="0.0518"/>
                  <dgm:constr type="r" for="ch" forName="Child4Accent8" refType="w" fact="0.9914"/>
                  <dgm:constr type="t" for="ch" forName="Child4Accent8" refType="h" fact="0.9482"/>
                  <dgm:constr type="w" for="ch" forName="Child4Accent8" refType="w" fact="0.0283"/>
                  <dgm:constr type="h" for="ch" forName="Child4Accent8" refType="h" fact="0.0518"/>
                  <dgm:constr type="r" for="ch" forName="Child2Accent1" refType="w" fact="0.6842"/>
                  <dgm:constr type="t" for="ch" forName="Child2Accent1" refType="h" fact="0.3725"/>
                  <dgm:constr type="w" for="ch" forName="Child2Accent1" refType="w" fact="0.0566"/>
                  <dgm:constr type="h" for="ch" forName="Child2Accent1" refType="h" fact="0.1035"/>
                  <dgm:constr type="r" for="ch" forName="Child4Accent2" refType="w" fact="0.642"/>
                  <dgm:constr type="t" for="ch" forName="Child4Accent2" refType="h" fact="0.8993"/>
                  <dgm:constr type="w" for="ch" forName="Child4Accent2" refType="w" fact="0.0283"/>
                  <dgm:constr type="h" for="ch" forName="Child4Accent2" refType="h" fact="0.0518"/>
                  <dgm:constr type="r" for="ch" forName="Child1Accent2" refType="w" fact="0.6415"/>
                  <dgm:constr type="t" for="ch" forName="Child1Accent2" refType="h" fact="0.162"/>
                  <dgm:constr type="w" for="ch" forName="Child1Accent2" refType="w" fact="0.0283"/>
                  <dgm:constr type="h" for="ch" forName="Child1Accent2" refType="h" fact="0.0518"/>
                  <dgm:constr type="r" for="ch" forName="Child3Accent3" refType="w" fact="0.7849"/>
                  <dgm:constr type="t" for="ch" forName="Child3Accent3" refType="h" fact="0.6828"/>
                  <dgm:constr type="w" for="ch" forName="Child3Accent3" refType="w" fact="0.0283"/>
                  <dgm:constr type="h" for="ch" forName="Child3Accent3" refType="h" fact="0.0518"/>
                  <dgm:constr type="r" for="ch" forName="Child2Accent2" refType="w" fact="0.7311"/>
                  <dgm:constr type="t" for="ch" forName="Child2Accent2" refType="h" fact="0.3937"/>
                  <dgm:constr type="w" for="ch" forName="Child2Accent2" refType="w" fact="0.0283"/>
                  <dgm:constr type="h" for="ch" forName="Child2Accent2" refType="h" fact="0.0518"/>
                  <dgm:constr type="r" for="ch" forName="Child2Accent4" refType="w" fact="0.8386"/>
                  <dgm:constr type="t" for="ch" forName="Child2Accent4" refType="h" fact="0.3937"/>
                  <dgm:constr type="w" for="ch" forName="Child2Accent4" refType="w" fact="0.0283"/>
                  <dgm:constr type="h" for="ch" forName="Child2Accent4" refType="h" fact="0.0518"/>
                  <dgm:constr type="r" for="ch" forName="Child2Accent5" refType="w" fact="0.8923"/>
                  <dgm:constr type="t" for="ch" forName="Child2Accent5" refType="h" fact="0.3937"/>
                  <dgm:constr type="w" for="ch" forName="Child2Accent5" refType="w" fact="0.0283"/>
                  <dgm:constr type="h" for="ch" forName="Child2Accent5" refType="h" fact="0.0518"/>
                  <dgm:constr type="r" for="ch" forName="Child2Accent6" refType="w" fact="0.9461"/>
                  <dgm:constr type="t" for="ch" forName="Child2Accent6" refType="h" fact="0.3937"/>
                  <dgm:constr type="w" for="ch" forName="Child2Accent6" refType="w" fact="0.0283"/>
                  <dgm:constr type="h" for="ch" forName="Child2Accent6" refType="h" fact="0.0518"/>
                  <dgm:constr type="r" for="ch" forName="Child2Accent7" refType="w" fact="0.9998"/>
                  <dgm:constr type="t" for="ch" forName="Child2Accent7" refType="h" fact="0.3937"/>
                  <dgm:constr type="w" for="ch" forName="Child2Accent7" refType="w" fact="0.0283"/>
                  <dgm:constr type="h" for="ch" forName="Child2Accent7" refType="h" fact="0.0518"/>
                  <dgm:constr type="r" for="ch" forName="Child2Accent3" refType="w" fact="0.7849"/>
                  <dgm:constr type="t" for="ch" forName="Child2Accent3" refType="h" fact="0.3937"/>
                  <dgm:constr type="w" for="ch" forName="Child2Accent3" refType="w" fact="0.0283"/>
                  <dgm:constr type="h" for="ch" forName="Child2Accent3" refType="h" fact="0.0518"/>
                  <dgm:constr type="r" for="ch" forName="ParentAccent1" refType="w" fact="0.0283"/>
                  <dgm:constr type="t" for="ch" forName="ParentAccent1" refType="h" fact="0.5316"/>
                  <dgm:constr type="w" for="ch" forName="ParentAccent1" refType="w" fact="0.0283"/>
                  <dgm:constr type="h" for="ch" forName="ParentAccent1" refType="h" fact="0.0518"/>
                  <dgm:constr type="r" for="ch" forName="ParentAccent2" refType="w" fact="0.0801"/>
                  <dgm:constr type="t" for="ch" forName="ParentAccent2" refType="h" fact="0.5316"/>
                  <dgm:constr type="w" for="ch" forName="ParentAccent2" refType="w" fact="0.0283"/>
                  <dgm:constr type="h" for="ch" forName="ParentAccent2" refType="h" fact="0.0518"/>
                  <dgm:constr type="r" for="ch" forName="ParentAccent3" refType="w" fact="0.1318"/>
                  <dgm:constr type="t" for="ch" forName="ParentAccent3" refType="h" fact="0.5316"/>
                  <dgm:constr type="w" for="ch" forName="ParentAccent3" refType="w" fact="0.0283"/>
                  <dgm:constr type="h" for="ch" forName="ParentAccent3" refType="h" fact="0.0518"/>
                  <dgm:constr type="r" for="ch" forName="ParentAccent4" refType="w" fact="0.1836"/>
                  <dgm:constr type="t" for="ch" forName="ParentAccent4" refType="h" fact="0.5316"/>
                  <dgm:constr type="w" for="ch" forName="ParentAccent4" refType="w" fact="0.0283"/>
                  <dgm:constr type="h" for="ch" forName="ParentAccent4" refType="h" fact="0.0518"/>
                  <dgm:constr type="r" for="ch" forName="ParentAccent5" refType="w" fact="0.2354"/>
                  <dgm:constr type="t" for="ch" forName="ParentAccent5" refType="h" fact="0.5316"/>
                  <dgm:constr type="w" for="ch" forName="ParentAccent5" refType="w" fact="0.0283"/>
                  <dgm:constr type="h" for="ch" forName="ParentAccent5" refType="h" fact="0.0518"/>
                  <dgm:constr type="r" for="ch" forName="ParentAccent6" refType="w" fact="0.3154"/>
                  <dgm:constr type="t" for="ch" forName="ParentAccent6" refType="h" fact="0.5057"/>
                  <dgm:constr type="w" for="ch" forName="ParentAccent6" refType="w" fact="0.0566"/>
                  <dgm:constr type="h" for="ch" forName="ParentAccent6" refType="h" fact="0.1035"/>
                  <dgm:constr type="r" for="ch" forName="ParentAccent7" refType="w" fact="0.0744"/>
                  <dgm:constr type="t" for="ch" forName="ParentAccent7" refType="h" fact="0.4247"/>
                  <dgm:constr type="w" for="ch" forName="ParentAccent7" refType="w" fact="0.0283"/>
                  <dgm:constr type="h" for="ch" forName="ParentAccent7" refType="h" fact="0.0518"/>
                  <dgm:constr type="r" for="ch" forName="ParentAccent8" refType="w" fact="0.0744"/>
                  <dgm:constr type="t" for="ch" forName="ParentAccent8" refType="h" fact="0.6392"/>
                  <dgm:constr type="w" for="ch" forName="ParentAccent8" refType="w" fact="0.0283"/>
                  <dgm:constr type="h" for="ch" forName="ParentAccent8" refType="h" fact="0.0518"/>
                  <dgm:constr type="r" for="ch" forName="ParentAccent9" refType="w" fact="0.0491"/>
                  <dgm:constr type="t" for="ch" forName="ParentAccent9" refType="h" fact="0.4712"/>
                  <dgm:constr type="w" for="ch" forName="ParentAccent9" refType="w" fact="0.0283"/>
                  <dgm:constr type="h" for="ch" forName="ParentAccent9" refType="h" fact="0.0518"/>
                  <dgm:constr type="r" for="ch" forName="ParentAccent10" refType="w" fact="0.0475"/>
                  <dgm:constr type="t" for="ch" forName="ParentAccent10" refType="h" fact="0.593"/>
                  <dgm:constr type="w" for="ch" forName="ParentAccent10" refType="w" fact="0.0283"/>
                  <dgm:constr type="h" for="ch" forName="ParentAccent10" refType="h" fact="0.0518"/>
                  <dgm:constr type="r" for="ch" forName="Child4" refType="w" fact="0.9919"/>
                  <dgm:constr type="t" for="ch" forName="Child4" refType="h" fact="0.8184"/>
                  <dgm:constr type="w" for="ch" forName="Child4" refType="w" fact="0.3192"/>
                  <dgm:constr type="h" for="ch" forName="Child4" refType="h" fact="0.1294"/>
                  <dgm:constr type="r" for="ch" forName="Child3" refType="w"/>
                  <dgm:constr type="t" for="ch" forName="Child3" refType="h" fact="0.5547"/>
                  <dgm:constr type="w" for="ch" forName="Child3" refType="w" fact="0.297"/>
                  <dgm:constr type="h" for="ch" forName="Child3" refType="h" fact="0.1294"/>
                  <dgm:constr type="r" for="ch" forName="Child2" refType="w"/>
                  <dgm:constr type="t" for="ch" forName="Child2" refType="h" fact="0.2662"/>
                  <dgm:constr type="w" for="ch" forName="Child2" refType="w" fact="0.297"/>
                  <dgm:constr type="h" for="ch" forName="Child2" refType="h" fact="0.1294"/>
                  <dgm:constr type="r" for="ch" forName="Child1" refType="w" fact="0.9919"/>
                  <dgm:constr type="t" for="ch" forName="Child1" refType="h" fact="0"/>
                  <dgm:constr type="w" for="ch" forName="Child1" refType="w" fact="0.3192"/>
                  <dgm:constr type="h" for="ch" forName="Child1" refType="h" fact="0.1294"/>
                </dgm:constrLst>
              </dgm:if>
              <dgm:else name="Name20">
                <dgm:alg type="composite">
                  <dgm:param type="ar" val="1.3278"/>
                </dgm:alg>
                <dgm:constrLst>
                  <dgm:constr type="primFontSz" for="des" forName="Child1" val="65"/>
                  <dgm:constr type="primFontSz" for="des" forName="Child1" refType="primFontSz" refFor="des" refForName="Parent" op="lte"/>
                  <dgm:constr type="primFontSz" for="des" forName="Child2" refType="primFontSz" refFor="des" refForName="Parent" op="lte"/>
                  <dgm:constr type="primFontSz" for="des" forName="Child3" refType="primFontSz" refFor="des" refForName="Parent" op="lte"/>
                  <dgm:constr type="primFontSz" for="des" forName="Child4" refType="primFontSz" refFor="des" refForName="Parent" op="lte"/>
                  <dgm:constr type="primFontSz" for="des" forName="Child5" refType="primFontSz" refFor="des" refForName="Parent" op="lte"/>
                  <dgm:constr type="primFontSz" for="des" forName="Child2" refType="primFontSz" refFor="des" refForName="Child1" op="equ"/>
                  <dgm:constr type="primFontSz" for="des" forName="Child3" refType="primFontSz" refFor="des" refForName="Child1" op="equ"/>
                  <dgm:constr type="primFontSz" for="des" forName="Child4" refType="primFontSz" refFor="des" refForName="Child1" op="equ"/>
                  <dgm:constr type="primFontSz" for="des" forName="Child5" refType="primFontSz" refFor="des" refForName="Child1" op="equ"/>
                  <dgm:constr type="r" for="ch" forName="Child2Accent1" refType="w" fact="0.6564"/>
                  <dgm:constr type="t" for="ch" forName="Child2Accent1" refType="h" fact="0.3184"/>
                  <dgm:constr type="w" for="ch" forName="Child2Accent1" refType="w" fact="0.0574"/>
                  <dgm:constr type="h" for="ch" forName="Child2Accent1" refType="h" fact="0.0763"/>
                  <dgm:constr type="r" for="ch" forName="Child2Accent2" refType="w" fact="0.6932"/>
                  <dgm:constr type="t" for="ch" forName="Child2Accent2" refType="h" fact="0.2781"/>
                  <dgm:constr type="w" for="ch" forName="Child2Accent2" refType="w" fact="0.0287"/>
                  <dgm:constr type="h" for="ch" forName="Child2Accent2" refType="h" fact="0.0381"/>
                  <dgm:constr type="r" for="ch" forName="Child2Accent3" refType="w" fact="0.7545"/>
                  <dgm:constr type="t" for="ch" forName="Child2Accent3" refType="h" fact="0.2781"/>
                  <dgm:constr type="w" for="ch" forName="Child2Accent3" refType="w" fact="0.0287"/>
                  <dgm:constr type="h" for="ch" forName="Child2Accent3" refType="h" fact="0.0381"/>
                  <dgm:constr type="r" for="ch" forName="Child2Accent4" refType="w" fact="0.8158"/>
                  <dgm:constr type="t" for="ch" forName="Child2Accent4" refType="h" fact="0.2781"/>
                  <dgm:constr type="w" for="ch" forName="Child2Accent4" refType="w" fact="0.0287"/>
                  <dgm:constr type="h" for="ch" forName="Child2Accent4" refType="h" fact="0.0381"/>
                  <dgm:constr type="r" for="ch" forName="Child2Accent5" refType="w" fact="0.8771"/>
                  <dgm:constr type="t" for="ch" forName="Child2Accent5" refType="h" fact="0.2781"/>
                  <dgm:constr type="w" for="ch" forName="Child2Accent5" refType="w" fact="0.0287"/>
                  <dgm:constr type="h" for="ch" forName="Child2Accent5" refType="h" fact="0.0381"/>
                  <dgm:constr type="r" for="ch" forName="Child2Accent6" refType="w" fact="0.9385"/>
                  <dgm:constr type="t" for="ch" forName="Child2Accent6" refType="h" fact="0.2781"/>
                  <dgm:constr type="w" for="ch" forName="Child2Accent6" refType="w" fact="0.0287"/>
                  <dgm:constr type="h" for="ch" forName="Child2Accent6" refType="h" fact="0.0381"/>
                  <dgm:constr type="r" for="ch" forName="Child2Accent7" refType="w" fact="0.9998"/>
                  <dgm:constr type="t" for="ch" forName="Child2Accent7" refType="h" fact="0.2781"/>
                  <dgm:constr type="w" for="ch" forName="Child2Accent7" refType="w" fact="0.0287"/>
                  <dgm:constr type="h" for="ch" forName="Child2Accent7" refType="h" fact="0.0381"/>
                  <dgm:constr type="r" for="ch" forName="Child3Accent1" refType="w" fact="0.716"/>
                  <dgm:constr type="t" for="ch" forName="Child3Accent1" refType="h" fact="0.5061"/>
                  <dgm:constr type="w" for="ch" forName="Child3Accent1" refType="w" fact="0.0574"/>
                  <dgm:constr type="h" for="ch" forName="Child3Accent1" refType="h" fact="0.0763"/>
                  <dgm:constr type="r" for="ch" forName="Child3Accent2" refType="w" fact="0.7728"/>
                  <dgm:constr type="t" for="ch" forName="Child3Accent2" refType="h" fact="0.5252"/>
                  <dgm:constr type="w" for="ch" forName="Child3Accent2" refType="w" fact="0.0287"/>
                  <dgm:constr type="h" for="ch" forName="Child3Accent2" refType="h" fact="0.0381"/>
                  <dgm:constr type="r" for="ch" forName="Child3Accent3" refType="w" fact="0.8295"/>
                  <dgm:constr type="t" for="ch" forName="Child3Accent3" refType="h" fact="0.5252"/>
                  <dgm:constr type="w" for="ch" forName="Child3Accent3" refType="w" fact="0.0287"/>
                  <dgm:constr type="h" for="ch" forName="Child3Accent3" refType="h" fact="0.0381"/>
                  <dgm:constr type="r" for="ch" forName="Child3Accent4" refType="w" fact="0.8863"/>
                  <dgm:constr type="t" for="ch" forName="Child3Accent4" refType="h" fact="0.5252"/>
                  <dgm:constr type="w" for="ch" forName="Child3Accent4" refType="w" fact="0.0287"/>
                  <dgm:constr type="h" for="ch" forName="Child3Accent4" refType="h" fact="0.0381"/>
                  <dgm:constr type="r" for="ch" forName="Child3Accent5" refType="w" fact="0.943"/>
                  <dgm:constr type="t" for="ch" forName="Child3Accent5" refType="h" fact="0.5252"/>
                  <dgm:constr type="w" for="ch" forName="Child3Accent5" refType="w" fact="0.0287"/>
                  <dgm:constr type="h" for="ch" forName="Child3Accent5" refType="h" fact="0.0381"/>
                  <dgm:constr type="r" for="ch" forName="Child3Accent6" refType="w" fact="0.9998"/>
                  <dgm:constr type="t" for="ch" forName="Child3Accent6" refType="h" fact="0.5252"/>
                  <dgm:constr type="w" for="ch" forName="Child3Accent6" refType="w" fact="0.0287"/>
                  <dgm:constr type="h" for="ch" forName="Child3Accent6" refType="h" fact="0.0381"/>
                  <dgm:constr type="r" for="ch" forName="Child3Accent7" refType="w" fact="0"/>
                  <dgm:constr type="t" for="ch" forName="Child3Accent7" refType="h" fact="0"/>
                  <dgm:constr type="w" for="ch" forName="Child3Accent7" refType="w" fact="0"/>
                  <dgm:constr type="h" for="ch" forName="Child3Accent7" refType="h" fact="0"/>
                  <dgm:constr type="r" for="ch" forName="Child4Accent1" refType="w" fact="0.6564"/>
                  <dgm:constr type="t" for="ch" forName="Child4Accent1" refType="h" fact="0.6908"/>
                  <dgm:constr type="w" for="ch" forName="Child4Accent1" refType="w" fact="0.0574"/>
                  <dgm:constr type="h" for="ch" forName="Child4Accent1" refType="h" fact="0.0763"/>
                  <dgm:constr type="r" for="ch" forName="Child4Accent2" refType="w" fact="0.6932"/>
                  <dgm:constr type="t" for="ch" forName="Child4Accent2" refType="h" fact="0.7684"/>
                  <dgm:constr type="w" for="ch" forName="Child4Accent2" refType="w" fact="0.0287"/>
                  <dgm:constr type="h" for="ch" forName="Child4Accent2" refType="h" fact="0.0381"/>
                  <dgm:constr type="r" for="ch" forName="Child4Accent3" refType="w" fact="0.7545"/>
                  <dgm:constr type="t" for="ch" forName="Child4Accent3" refType="h" fact="0.7684"/>
                  <dgm:constr type="w" for="ch" forName="Child4Accent3" refType="w" fact="0.0287"/>
                  <dgm:constr type="h" for="ch" forName="Child4Accent3" refType="h" fact="0.0381"/>
                  <dgm:constr type="r" for="ch" forName="Child4Accent4" refType="w" fact="0.8158"/>
                  <dgm:constr type="t" for="ch" forName="Child4Accent4" refType="h" fact="0.7684"/>
                  <dgm:constr type="w" for="ch" forName="Child4Accent4" refType="w" fact="0.0287"/>
                  <dgm:constr type="h" for="ch" forName="Child4Accent4" refType="h" fact="0.0381"/>
                  <dgm:constr type="r" for="ch" forName="Child4Accent5" refType="w" fact="0.8771"/>
                  <dgm:constr type="t" for="ch" forName="Child4Accent5" refType="h" fact="0.7684"/>
                  <dgm:constr type="w" for="ch" forName="Child4Accent5" refType="w" fact="0.0287"/>
                  <dgm:constr type="h" for="ch" forName="Child4Accent5" refType="h" fact="0.0381"/>
                  <dgm:constr type="r" for="ch" forName="Child4Accent6" refType="w" fact="0.9385"/>
                  <dgm:constr type="t" for="ch" forName="Child4Accent6" refType="h" fact="0.7684"/>
                  <dgm:constr type="w" for="ch" forName="Child4Accent6" refType="w" fact="0.0287"/>
                  <dgm:constr type="h" for="ch" forName="Child4Accent6" refType="h" fact="0.0381"/>
                  <dgm:constr type="r" for="ch" forName="Child4Accent7" refType="w" fact="0.9998"/>
                  <dgm:constr type="t" for="ch" forName="Child4Accent7" refType="h" fact="0.7684"/>
                  <dgm:constr type="w" for="ch" forName="Child4Accent7" refType="w" fact="0.0287"/>
                  <dgm:constr type="h" for="ch" forName="Child4Accent7" refType="h" fact="0.0381"/>
                  <dgm:constr type="r" for="ch" forName="Child4Accent8" refType="w" fact="0"/>
                  <dgm:constr type="t" for="ch" forName="Child4Accent8" refType="h" fact="0"/>
                  <dgm:constr type="w" for="ch" forName="Child4Accent8" refType="w" fact="0"/>
                  <dgm:constr type="h" for="ch" forName="Child4Accent8" refType="h" fact="0"/>
                  <dgm:constr type="r" for="ch" forName="ParentAccent1" refType="w" fact="0.0287"/>
                  <dgm:constr type="t" for="ch" forName="ParentAccent1" refType="h" fact="0.5252"/>
                  <dgm:constr type="w" for="ch" forName="ParentAccent1" refType="w" fact="0.0287"/>
                  <dgm:constr type="h" for="ch" forName="ParentAccent1" refType="h" fact="0.0381"/>
                  <dgm:constr type="r" for="ch" forName="ParentAccent2" refType="w" fact="0.0813"/>
                  <dgm:constr type="t" for="ch" forName="ParentAccent2" refType="h" fact="0.5252"/>
                  <dgm:constr type="w" for="ch" forName="ParentAccent2" refType="w" fact="0.0287"/>
                  <dgm:constr type="h" for="ch" forName="ParentAccent2" refType="h" fact="0.0381"/>
                  <dgm:constr type="r" for="ch" forName="ParentAccent3" refType="w" fact="0.1339"/>
                  <dgm:constr type="t" for="ch" forName="ParentAccent3" refType="h" fact="0.5252"/>
                  <dgm:constr type="w" for="ch" forName="ParentAccent3" refType="w" fact="0.0287"/>
                  <dgm:constr type="h" for="ch" forName="ParentAccent3" refType="h" fact="0.0381"/>
                  <dgm:constr type="r" for="ch" forName="ParentAccent4" refType="w" fact="0.1864"/>
                  <dgm:constr type="t" for="ch" forName="ParentAccent4" refType="h" fact="0.5252"/>
                  <dgm:constr type="w" for="ch" forName="ParentAccent4" refType="w" fact="0.0287"/>
                  <dgm:constr type="h" for="ch" forName="ParentAccent4" refType="h" fact="0.0381"/>
                  <dgm:constr type="r" for="ch" forName="ParentAccent5" refType="w" fact="0.239"/>
                  <dgm:constr type="t" for="ch" forName="ParentAccent5" refType="h" fact="0.5252"/>
                  <dgm:constr type="w" for="ch" forName="ParentAccent5" refType="w" fact="0.0287"/>
                  <dgm:constr type="h" for="ch" forName="ParentAccent5" refType="h" fact="0.0381"/>
                  <dgm:constr type="r" for="ch" forName="ParentAccent6" refType="w" fact="0.3203"/>
                  <dgm:constr type="t" for="ch" forName="ParentAccent6" refType="h" fact="0.5061"/>
                  <dgm:constr type="w" for="ch" forName="ParentAccent6" refType="w" fact="0.0574"/>
                  <dgm:constr type="h" for="ch" forName="ParentAccent6" refType="h" fact="0.0763"/>
                  <dgm:constr type="r" for="ch" forName="ParentAccent7" refType="w" fact="0.0755"/>
                  <dgm:constr type="t" for="ch" forName="ParentAccent7" refType="h" fact="0.4464"/>
                  <dgm:constr type="w" for="ch" forName="ParentAccent7" refType="w" fact="0.0287"/>
                  <dgm:constr type="h" for="ch" forName="ParentAccent7" refType="h" fact="0.0381"/>
                  <dgm:constr type="r" for="ch" forName="ParentAccent8" refType="w" fact="0.0755"/>
                  <dgm:constr type="t" for="ch" forName="ParentAccent8" refType="h" fact="0.6045"/>
                  <dgm:constr type="w" for="ch" forName="ParentAccent8" refType="w" fact="0.0287"/>
                  <dgm:constr type="h" for="ch" forName="ParentAccent8" refType="h" fact="0.0381"/>
                  <dgm:constr type="r" for="ch" forName="ParentAccent9" refType="w" fact="0.0499"/>
                  <dgm:constr type="t" for="ch" forName="ParentAccent9" refType="h" fact="0.4807"/>
                  <dgm:constr type="w" for="ch" forName="ParentAccent9" refType="w" fact="0.0287"/>
                  <dgm:constr type="h" for="ch" forName="ParentAccent9" refType="h" fact="0.0381"/>
                  <dgm:constr type="r" for="ch" forName="ParentAccent10" refType="w" fact="0.0482"/>
                  <dgm:constr type="t" for="ch" forName="ParentAccent10" refType="h" fact="0.5705"/>
                  <dgm:constr type="w" for="ch" forName="ParentAccent10" refType="w" fact="0.0287"/>
                  <dgm:constr type="h" for="ch" forName="ParentAccent10" refType="h" fact="0.0381"/>
                  <dgm:constr type="r" for="ch" forName="Child1Accent1" refType="w" fact="0.5181"/>
                  <dgm:constr type="t" for="ch" forName="Child1Accent1" refType="h" fact="0.2457"/>
                  <dgm:constr type="w" for="ch" forName="Child1Accent1" refType="w" fact="0.0574"/>
                  <dgm:constr type="h" for="ch" forName="Child1Accent1" refType="h" fact="0.0763"/>
                  <dgm:constr type="r" for="ch" forName="Child1Accent2" refType="w" fact="0.5542"/>
                  <dgm:constr type="t" for="ch" forName="Child1Accent2" refType="h" fact="0.2004"/>
                  <dgm:constr type="w" for="ch" forName="Child1Accent2" refType="w" fact="0.0287"/>
                  <dgm:constr type="h" for="ch" forName="Child1Accent2" refType="h" fact="0.0381"/>
                  <dgm:constr type="r" for="ch" forName="Child1Accent3" refType="w" fact="0.5946"/>
                  <dgm:constr type="t" for="ch" forName="Child1Accent3" refType="h" fact="0.1445"/>
                  <dgm:constr type="w" for="ch" forName="Child1Accent3" refType="w" fact="0.0287"/>
                  <dgm:constr type="h" for="ch" forName="Child1Accent3" refType="h" fact="0.0381"/>
                  <dgm:constr type="r" for="ch" forName="Child1Accent4" refType="w" fact="0.6347"/>
                  <dgm:constr type="t" for="ch" forName="Child1Accent4" refType="h" fact="0.097"/>
                  <dgm:constr type="w" for="ch" forName="Child1Accent4" refType="w" fact="0.0287"/>
                  <dgm:constr type="h" for="ch" forName="Child1Accent4" refType="h" fact="0.0381"/>
                  <dgm:constr type="r" for="ch" forName="Child1Accent5" refType="w" fact="0.696"/>
                  <dgm:constr type="t" for="ch" forName="Child1Accent5" refType="h" fact="0.097"/>
                  <dgm:constr type="w" for="ch" forName="Child1Accent5" refType="w" fact="0.0287"/>
                  <dgm:constr type="h" for="ch" forName="Child1Accent5" refType="h" fact="0.0381"/>
                  <dgm:constr type="r" for="ch" forName="Child1Accent6" refType="w" fact="0.7574"/>
                  <dgm:constr type="t" for="ch" forName="Child1Accent6" refType="h" fact="0.097"/>
                  <dgm:constr type="w" for="ch" forName="Child1Accent6" refType="w" fact="0.0287"/>
                  <dgm:constr type="h" for="ch" forName="Child1Accent6" refType="h" fact="0.0381"/>
                  <dgm:constr type="r" for="ch" forName="Child1Accent7" refType="w" fact="0.8187"/>
                  <dgm:constr type="t" for="ch" forName="Child1Accent7" refType="h" fact="0.097"/>
                  <dgm:constr type="w" for="ch" forName="Child1Accent7" refType="w" fact="0.0287"/>
                  <dgm:constr type="h" for="ch" forName="Child1Accent7" refType="h" fact="0.0381"/>
                  <dgm:constr type="r" for="ch" forName="Child1Accent8" refType="w" fact="0.88"/>
                  <dgm:constr type="t" for="ch" forName="Child1Accent8" refType="h" fact="0.097"/>
                  <dgm:constr type="w" for="ch" forName="Child1Accent8" refType="w" fact="0.0287"/>
                  <dgm:constr type="h" for="ch" forName="Child1Accent8" refType="h" fact="0.0381"/>
                  <dgm:constr type="r" for="ch" forName="Child1Accent9" refType="w" fact="0.9413"/>
                  <dgm:constr type="t" for="ch" forName="Child1Accent9" refType="h" fact="0.097"/>
                  <dgm:constr type="w" for="ch" forName="Child1Accent9" refType="w" fact="0.0287"/>
                  <dgm:constr type="h" for="ch" forName="Child1Accent9" refType="h" fact="0.0381"/>
                  <dgm:constr type="r" for="ch" forName="Child5Accent1" refType="w" fact="0.5181"/>
                  <dgm:constr type="t" for="ch" forName="Child5Accent1" refType="h" fact="0.7601"/>
                  <dgm:constr type="w" for="ch" forName="Child5Accent1" refType="w" fact="0.0574"/>
                  <dgm:constr type="h" for="ch" forName="Child5Accent1" refType="h" fact="0.0763"/>
                  <dgm:constr type="r" for="ch" forName="Child5Accent2" refType="w" fact="0.547"/>
                  <dgm:constr type="t" for="ch" forName="Child5Accent2" refType="h" fact="0.8375"/>
                  <dgm:constr type="w" for="ch" forName="Child5Accent2" refType="w" fact="0.0287"/>
                  <dgm:constr type="h" for="ch" forName="Child5Accent2" refType="h" fact="0.0381"/>
                  <dgm:constr type="r" for="ch" forName="Child5Accent3" refType="w" fact="0.5882"/>
                  <dgm:constr type="t" for="ch" forName="Child5Accent3" refType="h" fact="0.8991"/>
                  <dgm:constr type="w" for="ch" forName="Child5Accent3" refType="w" fact="0.0287"/>
                  <dgm:constr type="h" for="ch" forName="Child5Accent3" refType="h" fact="0.0381"/>
                  <dgm:constr type="r" for="ch" forName="Child5Accent4" refType="w" fact="0.6347"/>
                  <dgm:constr type="t" for="ch" forName="Child5Accent4" refType="h" fact="0.9619"/>
                  <dgm:constr type="w" for="ch" forName="Child5Accent4" refType="w" fact="0.0287"/>
                  <dgm:constr type="h" for="ch" forName="Child5Accent4" refType="h" fact="0.0381"/>
                  <dgm:constr type="r" for="ch" forName="Child5Accent5" refType="w" fact="0.696"/>
                  <dgm:constr type="t" for="ch" forName="Child5Accent5" refType="h" fact="0.9619"/>
                  <dgm:constr type="w" for="ch" forName="Child5Accent5" refType="w" fact="0.0287"/>
                  <dgm:constr type="h" for="ch" forName="Child5Accent5" refType="h" fact="0.0381"/>
                  <dgm:constr type="r" for="ch" forName="Child5Accent6" refType="w" fact="0.7574"/>
                  <dgm:constr type="t" for="ch" forName="Child5Accent6" refType="h" fact="0.9619"/>
                  <dgm:constr type="w" for="ch" forName="Child5Accent6" refType="w" fact="0.0287"/>
                  <dgm:constr type="h" for="ch" forName="Child5Accent6" refType="h" fact="0.0381"/>
                  <dgm:constr type="r" for="ch" forName="Child5Accent7" refType="w" fact="0.8187"/>
                  <dgm:constr type="t" for="ch" forName="Child5Accent7" refType="h" fact="0.9619"/>
                  <dgm:constr type="w" for="ch" forName="Child5Accent7" refType="w" fact="0.0287"/>
                  <dgm:constr type="h" for="ch" forName="Child5Accent7" refType="h" fact="0.0381"/>
                  <dgm:constr type="r" for="ch" forName="Child5Accent8" refType="w" fact="0.88"/>
                  <dgm:constr type="t" for="ch" forName="Child5Accent8" refType="h" fact="0.9619"/>
                  <dgm:constr type="w" for="ch" forName="Child5Accent8" refType="w" fact="0.0287"/>
                  <dgm:constr type="h" for="ch" forName="Child5Accent8" refType="h" fact="0.0381"/>
                  <dgm:constr type="r" for="ch" forName="Child5Accent9" refType="w" fact="0.9423"/>
                  <dgm:constr type="t" for="ch" forName="Child5Accent9" refType="h" fact="0.9619"/>
                  <dgm:constr type="w" for="ch" forName="Child5Accent9" refType="w" fact="0.0287"/>
                  <dgm:constr type="h" for="ch" forName="Child5Accent9" refType="h" fact="0.0381"/>
                  <dgm:constr type="r" for="ch" forName="Child5" refType="w" fact="0.9419"/>
                  <dgm:constr type="t" for="ch" forName="Child5" refType="h" fact="0.8635"/>
                  <dgm:constr type="w" for="ch" forName="Child5" refType="w" fact="0.3364"/>
                  <dgm:constr type="h" for="ch" forName="Child5" refType="h" fact="0.0981"/>
                  <dgm:constr type="r" for="ch" forName="Child4" refType="w"/>
                  <dgm:constr type="t" for="ch" forName="Child4" refType="h" fact="0.6701"/>
                  <dgm:constr type="w" for="ch" forName="Child4" refType="w" fact="0.3364"/>
                  <dgm:constr type="h" for="ch" forName="Child4" refType="h" fact="0.0981"/>
                  <dgm:constr type="r" for="ch" forName="Child3" refType="w"/>
                  <dgm:constr type="t" for="ch" forName="Child3" refType="h" fact="0.4276"/>
                  <dgm:constr type="w" for="ch" forName="Child3" refType="w" fact="0.2544"/>
                  <dgm:constr type="h" for="ch" forName="Child3" refType="h" fact="0.0981"/>
                  <dgm:constr type="r" for="ch" forName="Child2" refType="w"/>
                  <dgm:constr type="t" for="ch" forName="Child2" refType="h" fact="0.1798"/>
                  <dgm:constr type="w" for="ch" forName="Child2" refType="w" fact="0.3364"/>
                  <dgm:constr type="h" for="ch" forName="Child2" refType="h" fact="0.0981"/>
                  <dgm:constr type="r" for="ch" forName="Child1" refType="w" fact="0.9419"/>
                  <dgm:constr type="t" for="ch" forName="Child1" refType="h" fact="0"/>
                  <dgm:constr type="w" for="ch" forName="Child1" refType="w" fact="0.3364"/>
                  <dgm:constr type="h" for="ch" forName="Child1" refType="h" fact="0.0981"/>
                  <dgm:constr type="r" for="ch" forName="Parent" refType="w" fact="0.6347"/>
                  <dgm:constr type="t" for="ch" forName="Parent" refType="h" fact="0.3513"/>
                  <dgm:constr type="w" for="ch" forName="Parent" refType="w" fact="0.2906"/>
                  <dgm:constr type="h" for="ch" forName="Parent" refType="h" fact="0.3859"/>
                </dgm:constrLst>
              </dgm:else>
            </dgm:choose>
          </dgm:else>
        </dgm:choose>
        <dgm:layoutNode name="ParentAccent1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ParentAccent2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ParentAccent3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ParentAccent4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ParentAccent5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ParentAccent6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ParentAccent7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ParentAccent8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ParentAccent9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ParentAccent10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Parent" styleLbl="alignNode1">
          <dgm:varLst>
            <dgm:chMax val="5"/>
            <dgm:chPref val="3"/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presOf axis="self" ptType="node"/>
          <dgm:constrLst>
            <dgm:constr type="lMarg" refType="primFontSz" fact="0.1"/>
            <dgm:constr type="rMarg" refType="primFontSz" fact="0.1"/>
            <dgm:constr type="tMarg" refType="primFontSz" fact="0.1"/>
            <dgm:constr type="bMarg" refType="primFontSz" fact="0.1"/>
          </dgm:constrLst>
          <dgm:ruleLst>
            <dgm:rule type="primFontSz" val="5" fact="NaN" max="NaN"/>
          </dgm:ruleLst>
        </dgm:layoutNode>
        <dgm:forEach name="Name21" axis="ch" ptType="node" cnt="1">
          <dgm:layoutNode name="Child1Accent1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1Accent2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1Accent3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1Accent4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1Accent5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1Accent6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1Accent7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1Accent8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1Accent9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1" styleLbl="revTx">
            <dgm:varLst>
              <dgm:chMax/>
              <dgm:chPref val="0"/>
              <dgm:bulletEnabled val="1"/>
            </dgm:varLst>
            <dgm:alg type="tx">
              <dgm:param type="parTxLTRAlign" val="l"/>
              <dgm:param type="txAnchorVert" val="b"/>
              <dgm:param type="txAnchorVertCh" val="b"/>
            </dgm:alg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lMarg" refType="primFontSz" fact="0"/>
              <dgm:constr type="rMarg" refType="primFontSz" fact="0"/>
              <dgm:constr type="tMarg" refType="primFontSz" fact="0"/>
              <dgm:constr type="bMarg" refType="primFontSz" fact="0"/>
            </dgm:constrLst>
            <dgm:ruleLst>
              <dgm:rule type="primFontSz" val="5" fact="NaN" max="NaN"/>
            </dgm:ruleLst>
          </dgm:layoutNode>
        </dgm:forEach>
        <dgm:forEach name="Name22" axis="ch" ptType="node" st="2" cnt="1">
          <dgm:layoutNode name="Child2Accent1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2Accent2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2Accent3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2Accent4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2Accent5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2Accent6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2Accent7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2" styleLbl="revTx">
            <dgm:varLst>
              <dgm:chMax/>
              <dgm:chPref val="0"/>
              <dgm:bulletEnabled val="1"/>
            </dgm:varLst>
            <dgm:alg type="tx">
              <dgm:param type="parTxLTRAlign" val="l"/>
              <dgm:param type="txAnchorVert" val="b"/>
              <dgm:param type="txAnchorVertCh" val="b"/>
            </dgm:alg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lMarg" refType="primFontSz" fact="0"/>
              <dgm:constr type="rMarg" refType="primFontSz" fact="0"/>
              <dgm:constr type="tMarg" refType="primFontSz" fact="0"/>
              <dgm:constr type="bMarg" refType="primFontSz" fact="0"/>
            </dgm:constrLst>
            <dgm:ruleLst>
              <dgm:rule type="primFontSz" val="5" fact="NaN" max="NaN"/>
            </dgm:ruleLst>
          </dgm:layoutNode>
        </dgm:forEach>
        <dgm:forEach name="Name23" axis="ch" ptType="node" st="3" cnt="1">
          <dgm:layoutNode name="Child3Accent1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3Accent2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3Accent3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3Accent4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3Accent5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3Accent6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3Accent7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3" styleLbl="revTx">
            <dgm:varLst>
              <dgm:chMax/>
              <dgm:chPref val="0"/>
              <dgm:bulletEnabled val="1"/>
            </dgm:varLst>
            <dgm:alg type="tx">
              <dgm:param type="parTxLTRAlign" val="l"/>
              <dgm:param type="txAnchorVert" val="b"/>
              <dgm:param type="txAnchorVertCh" val="b"/>
            </dgm:alg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lMarg" refType="primFontSz" fact="0"/>
              <dgm:constr type="rMarg" refType="primFontSz" fact="0"/>
              <dgm:constr type="tMarg" refType="primFontSz" fact="0"/>
              <dgm:constr type="bMarg" refType="primFontSz" fact="0"/>
            </dgm:constrLst>
            <dgm:ruleLst>
              <dgm:rule type="primFontSz" val="5" fact="NaN" max="NaN"/>
            </dgm:ruleLst>
          </dgm:layoutNode>
        </dgm:forEach>
        <dgm:forEach name="Name24" axis="ch" ptType="node" st="4" cnt="1">
          <dgm:layoutNode name="Child4Accent1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4Accent2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4Accent3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4Accent4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4Accent5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4Accent6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4Accent7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4Accent8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4" styleLbl="revTx">
            <dgm:varLst>
              <dgm:chMax/>
              <dgm:chPref val="0"/>
              <dgm:bulletEnabled val="1"/>
            </dgm:varLst>
            <dgm:alg type="tx">
              <dgm:param type="parTxLTRAlign" val="l"/>
              <dgm:param type="txAnchorVert" val="b"/>
              <dgm:param type="txAnchorVertCh" val="b"/>
            </dgm:alg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lMarg" refType="primFontSz" fact="0"/>
              <dgm:constr type="rMarg" refType="primFontSz" fact="0"/>
              <dgm:constr type="tMarg" refType="primFontSz" fact="0"/>
              <dgm:constr type="bMarg" refType="primFontSz" fact="0"/>
            </dgm:constrLst>
            <dgm:ruleLst>
              <dgm:rule type="primFontSz" val="5" fact="NaN" max="NaN"/>
            </dgm:ruleLst>
          </dgm:layoutNode>
        </dgm:forEach>
        <dgm:forEach name="Name25" axis="ch" ptType="node" st="5" cnt="1">
          <dgm:layoutNode name="Child5Accent1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5Accent2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5Accent3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5Accent4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5Accent5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5Accent6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5Accent7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5Accent8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5Accent9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5" styleLbl="revTx">
            <dgm:varLst>
              <dgm:chMax/>
              <dgm:chPref val="0"/>
              <dgm:bulletEnabled val="1"/>
            </dgm:varLst>
            <dgm:alg type="tx">
              <dgm:param type="parTxLTRAlign" val="l"/>
              <dgm:param type="txAnchorVert" val="b"/>
              <dgm:param type="txAnchorVertCh" val="b"/>
            </dgm:alg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lMarg" refType="primFontSz" fact="0"/>
              <dgm:constr type="rMarg" refType="primFontSz" fact="0"/>
              <dgm:constr type="tMarg" refType="primFontSz" fact="0"/>
              <dgm:constr type="bMarg" refType="primFontSz" fact="0"/>
            </dgm:constrLst>
            <dgm:ruleLst>
              <dgm:rule type="primFontSz" val="5" fact="NaN" max="NaN"/>
            </dgm:ruleLst>
          </dgm:layoutNode>
        </dgm:forEach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List2">
  <dgm:title val=""/>
  <dgm:desc val=""/>
  <dgm:catLst>
    <dgm:cat type="list" pri="11000"/>
    <dgm:cat type="picture" pri="24000"/>
    <dgm:cat type="pictureconvert" pri="2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bkgdShp" refType="w"/>
      <dgm:constr type="h" for="ch" forName="bkgdShp" refType="h" fact="0.45"/>
      <dgm:constr type="t" for="ch" forName="bkgdShp"/>
      <dgm:constr type="w" for="ch" forName="linComp" refType="w" fact="0.94"/>
      <dgm:constr type="h" for="ch" forName="linComp" refType="h"/>
      <dgm:constr type="ctrX" for="ch" forName="linComp" refType="w" fact="0.5"/>
    </dgm:constrLst>
    <dgm:ruleLst/>
    <dgm:choose name="Name1">
      <dgm:if name="Name2" axis="ch" ptType="node" func="cnt" op="gte" val="1">
        <dgm:layoutNode name="bkgdShp" styleLbl="alignAccFollow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linComp">
          <dgm:choose name="Name3">
            <dgm:if name="Name4" func="var" arg="dir" op="equ" val="norm">
              <dgm:alg type="lin"/>
            </dgm:if>
            <dgm:else name="Name5">
              <dgm:alg type="lin">
                <dgm:param type="linDir" val="from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w" for="ch" forName="compNode" refType="w"/>
            <dgm:constr type="h" for="ch" forName="compNode" refType="h"/>
            <dgm:constr type="w" for="ch" ptType="sibTrans" refType="w" refFor="ch" refForName="compNode" fact="0.1"/>
            <dgm:constr type="h" for="ch" ptType="sibTrans" op="equ"/>
            <dgm:constr type="h" for="ch" forName="compNode" op="equ"/>
            <dgm:constr type="primFontSz" for="des" forName="node" op="equ"/>
          </dgm:constrLst>
          <dgm:ruleLst/>
          <dgm:forEach name="nodesForEach" axis="ch" ptType="node">
            <dgm:layoutNode name="compNode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node" refType="w"/>
                <dgm:constr type="h" for="ch" forName="node" refType="h" fact="0.55"/>
                <dgm:constr type="b" for="ch" forName="node" refType="h"/>
                <dgm:constr type="w" for="ch" forName="invisiNode" refType="w" fact="0.75"/>
                <dgm:constr type="h" for="ch" forName="invisiNode" refType="h" fact="0.06"/>
                <dgm:constr type="t" for="ch" forName="invisiNode"/>
                <dgm:constr type="w" for="ch" forName="imagNode" refType="w"/>
                <dgm:constr type="h" for="ch" forName="imagNode" refType="h" fact="0.33"/>
                <dgm:constr type="ctrX" for="ch" forName="imagNode" refType="w" fact="0.5"/>
                <dgm:constr type="t" for="ch" forName="imagNode" refType="h" fact="0.06"/>
              </dgm:constrLst>
              <dgm:ruleLst/>
              <dgm:layoutNode name="node" styleLbl="node1">
                <dgm:varLst>
                  <dgm:bulletEnabled val="1"/>
                </dgm:varLst>
                <dgm:alg type="tx">
                  <dgm:param type="txAnchorVert" val="t"/>
                </dgm:alg>
                <dgm:shape xmlns:r="http://schemas.openxmlformats.org/officeDocument/2006/relationships" rot="180" type="round2SameRect" r:blip="">
                  <dgm:adjLst>
                    <dgm:adj idx="1" val="0.105"/>
                  </dgm:adjLst>
                </dgm:shape>
                <dgm:presOf axis="desOrSelf" ptType="node"/>
                <dgm:constrLst>
                  <dgm:constr type="primFontSz" val="65"/>
                </dgm:constrLst>
                <dgm:ruleLst>
                  <dgm:rule type="primFontSz" val="5" fact="NaN" max="NaN"/>
                </dgm:ruleLst>
              </dgm:layoutNode>
              <dgm:layoutNode name="invisiNode">
                <dgm:alg type="sp"/>
                <dgm:shape xmlns:r="http://schemas.openxmlformats.org/officeDocument/2006/relationships" type="roundRect" r:blip="" hideGeom="1">
                  <dgm:adjLst>
                    <dgm:adj idx="1" val="0.1"/>
                  </dgm:adjLst>
                </dgm:shape>
                <dgm:presOf/>
                <dgm:constrLst/>
                <dgm:ruleLst/>
              </dgm:layoutNode>
              <dgm:layoutNode name="imagNode" styleLbl="fgImgPlace1">
                <dgm:alg type="sp"/>
                <dgm:shape xmlns:r="http://schemas.openxmlformats.org/officeDocument/2006/relationships" type="roundRect" r:blip="" zOrderOff="-2" blipPhldr="1">
                  <dgm:adjLst>
                    <dgm:adj idx="1" val="0.1"/>
                  </dgm:adjLst>
                </dgm:shape>
                <dgm:presOf/>
                <dgm:constrLst/>
                <dgm:ruleLst/>
              </dgm:layoutNode>
            </dgm:layoutNode>
            <dgm:forEach name="sibTransForEach" axis="followSib" ptType="sibTrans" cnt="1">
              <dgm:layoutNode name="sibTrans">
                <dgm:alg type="sp"/>
                <dgm:shape xmlns:r="http://schemas.openxmlformats.org/officeDocument/2006/relationships" type="rect" r:blip="" hideGeom="1">
                  <dgm:adjLst/>
                </dgm:shape>
                <dgm:presOf axis="self"/>
                <dgm:constrLst/>
                <dgm:ruleLst/>
              </dgm:layoutNode>
            </dgm:forEach>
          </dgm:forEach>
        </dgm:layoutNode>
      </dgm:if>
      <dgm:else name="Name6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C671B9-A9AA-9C8F-70FD-1B80521072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A9F7597-15F0-B254-3CE9-B1CF58E86F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0599917-5834-9817-1716-48F6C6A02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A1601-9AA1-4E60-9774-05B78B9E6FF4}" type="datetimeFigureOut">
              <a:rPr lang="ru-RU" smtClean="0"/>
              <a:t>24.08.2023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F1E9848-A200-6BEF-5EA7-909C3FF95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43334FC-9533-BB29-9FAA-EF70E21B4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3C2EE-F031-41CD-BD5F-96A1A543DE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1279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DBF87A-9AF5-A7BF-74BF-8FCC4F406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F63290E-AFDE-5029-DD8E-1C6459B401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9BAFEDC-CB15-896B-6E02-F4F386E26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A1601-9AA1-4E60-9774-05B78B9E6FF4}" type="datetimeFigureOut">
              <a:rPr lang="ru-RU" smtClean="0"/>
              <a:t>24.08.2023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5169EB5-F016-77C2-2B85-8200DF871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E458A0E-A198-50A4-8C7E-448D7481A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3C2EE-F031-41CD-BD5F-96A1A543DE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2465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7366A8-7FC1-2297-D8E4-54C5F25DB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8F61DBE-DF4F-C3BC-848D-EB007BD082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AABE40D-3106-3DAC-EB6C-E560A6E8D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A1601-9AA1-4E60-9774-05B78B9E6FF4}" type="datetimeFigureOut">
              <a:rPr lang="ru-RU" smtClean="0"/>
              <a:t>24.08.2023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64DA158-FAF6-DD61-7B01-61C1545CA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36871B2-EAED-B345-F756-816556E1B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3C2EE-F031-41CD-BD5F-96A1A543DE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8731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315D6A-7194-0877-BFE1-E49CCCA09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EE8F629-76CA-5363-83AF-F6EFBFEA04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BDE5116-EC23-9D5D-B9F3-8312A852B3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5CC17C5-503B-8E45-AE76-0C6E8D058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A1601-9AA1-4E60-9774-05B78B9E6FF4}" type="datetimeFigureOut">
              <a:rPr lang="ru-RU" smtClean="0"/>
              <a:t>24.08.2023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DD0ABCC-F662-FF9B-21DE-CC663797B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E89552F-91FE-BE6E-0299-010ADF6DD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3C2EE-F031-41CD-BD5F-96A1A543DE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257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644E88-4341-BE10-B724-B104A822D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294CF3A-8BDA-4635-4FEB-DE7709D0DF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9F4ADCA-B66F-DC2F-A66F-2C06CBB486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18CA3CD-B8B2-0E44-C2E5-6960E5B5EB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FCDD965-6F49-53EC-7461-F8ACAC2DB5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E30C91E-AA3E-A4E1-97F3-F0D11F199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A1601-9AA1-4E60-9774-05B78B9E6FF4}" type="datetimeFigureOut">
              <a:rPr lang="ru-RU" smtClean="0"/>
              <a:t>24.08.2023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2A63FAA-0B67-83CB-AA8B-BACFA20C8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A4AC410-7E4C-49B2-4062-DA8780C95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3C2EE-F031-41CD-BD5F-96A1A543DE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46508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1A5E74-97A6-578A-FC04-028FB34F4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185314A-F38A-B70C-68FE-FC1F7FB21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A1601-9AA1-4E60-9774-05B78B9E6FF4}" type="datetimeFigureOut">
              <a:rPr lang="ru-RU" smtClean="0"/>
              <a:t>24.08.2023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ECDC85D-B27B-9933-9BC9-16E3FCD6E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E09CDE1-6313-B1B4-596D-438102364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3C2EE-F031-41CD-BD5F-96A1A543DE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9246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D04E521-FD96-1C19-1C0D-96F5CA259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A1601-9AA1-4E60-9774-05B78B9E6FF4}" type="datetimeFigureOut">
              <a:rPr lang="ru-RU" smtClean="0"/>
              <a:t>24.08.2023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CC12198-9C8E-6D01-7E49-6DADFE135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04342D8-9CF3-4637-819C-6433B988A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3C2EE-F031-41CD-BD5F-96A1A543DE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48893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B91AFF-7463-79B9-B1C0-B17BB4886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E34E5FC-C661-4F59-BF6F-4877DBC631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6697BE1-5AC9-2089-AA35-A6DEB5ECE3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230F359-5373-216E-767C-9E1BB514E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A1601-9AA1-4E60-9774-05B78B9E6FF4}" type="datetimeFigureOut">
              <a:rPr lang="ru-RU" smtClean="0"/>
              <a:t>24.08.2023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02FF954-1F20-0718-ECD3-E485E349C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6B063DD-0E13-E1D6-6608-494ACE136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3C2EE-F031-41CD-BD5F-96A1A543DE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14755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5D27A0-BFB1-BBC4-FC13-40D4E8A0E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1C8D944-ACF7-6192-6F2F-C4FFB26835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6439D7A-85BC-66B9-0C78-D7BCAA2500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D39D4DA-61E8-63B4-6BFE-9DE0A8F4C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A1601-9AA1-4E60-9774-05B78B9E6FF4}" type="datetimeFigureOut">
              <a:rPr lang="ru-RU" smtClean="0"/>
              <a:t>24.08.2023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B025484-7FF5-90F2-89E1-9F85C57E0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C40BE49-08DE-CE55-6F69-0D902C71D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3C2EE-F031-41CD-BD5F-96A1A543DE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9726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BA5AED-F0F4-00EB-3C13-9AE9C55D8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EE950D7-56E7-5DED-0397-025EB4A166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8BFCF9E-BF01-8C91-AF66-53B355F3B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A1601-9AA1-4E60-9774-05B78B9E6FF4}" type="datetimeFigureOut">
              <a:rPr lang="ru-RU" smtClean="0"/>
              <a:t>24.08.2023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39BBA53-6176-6684-8B07-58AB1763B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DAA1124-99A8-E8AF-55AC-57EDBEFCA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3C2EE-F031-41CD-BD5F-96A1A543DE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78479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C855824-AEFB-32B9-DF8A-EAF2514B34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63DC0DA-1AD6-A62D-5BE7-4114870E2E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91369E0-51A4-DBE8-8856-3C243CF29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A1601-9AA1-4E60-9774-05B78B9E6FF4}" type="datetimeFigureOut">
              <a:rPr lang="ru-RU" smtClean="0"/>
              <a:t>24.08.2023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E10FA57-2D50-71B8-AFDA-FDB3233D4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DDB0632-0176-62FF-E2BF-0A16249CC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3C2EE-F031-41CD-BD5F-96A1A543DE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51611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1" y="609601"/>
            <a:ext cx="10363200" cy="42672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7983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953000"/>
            <a:ext cx="8534401" cy="1219200"/>
          </a:xfrm>
        </p:spPr>
        <p:txBody>
          <a:bodyPr>
            <a:normAutofit/>
          </a:bodyPr>
          <a:lstStyle>
            <a:lvl1pPr marL="0" indent="0" algn="ctr">
              <a:buNone/>
              <a:defRPr sz="2359">
                <a:solidFill>
                  <a:schemeClr val="tx1">
                    <a:tint val="75000"/>
                  </a:schemeClr>
                </a:solidFill>
              </a:defRPr>
            </a:lvl1pPr>
            <a:lvl2pPr marL="4572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/>
            <a:fld id="{7978C7DA-F5C6-43AD-95AE-C94ED66BB7E3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lv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114210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7F21BC3-DAF0-4AF5-9D06-EC23629FD82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551774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5" y="1371601"/>
            <a:ext cx="10363200" cy="2505075"/>
          </a:xfrm>
        </p:spPr>
        <p:txBody>
          <a:bodyPr anchor="b"/>
          <a:lstStyle>
            <a:lvl1pPr algn="ctr" defTabSz="91440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8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5" y="4068763"/>
            <a:ext cx="10363200" cy="1131887"/>
          </a:xfrm>
        </p:spPr>
        <p:txBody>
          <a:bodyPr anchor="t"/>
          <a:lstStyle>
            <a:lvl1pPr marL="0" indent="0" algn="ctr">
              <a:buNone/>
              <a:defRPr sz="1996">
                <a:solidFill>
                  <a:schemeClr val="tx1">
                    <a:tint val="75000"/>
                  </a:schemeClr>
                </a:solidFill>
              </a:defRPr>
            </a:lvl1pPr>
            <a:lvl2pPr marL="457203" indent="0">
              <a:buNone/>
              <a:defRPr sz="1814">
                <a:solidFill>
                  <a:schemeClr val="tx1">
                    <a:tint val="75000"/>
                  </a:schemeClr>
                </a:solidFill>
              </a:defRPr>
            </a:lvl2pPr>
            <a:lvl3pPr marL="914406" indent="0">
              <a:buNone/>
              <a:defRPr sz="1633">
                <a:solidFill>
                  <a:schemeClr val="tx1">
                    <a:tint val="75000"/>
                  </a:schemeClr>
                </a:solidFill>
              </a:defRPr>
            </a:lvl3pPr>
            <a:lvl4pPr marL="1371609" indent="0">
              <a:buNone/>
              <a:defRPr sz="1361">
                <a:solidFill>
                  <a:schemeClr val="tx1">
                    <a:tint val="75000"/>
                  </a:schemeClr>
                </a:solidFill>
              </a:defRPr>
            </a:lvl4pPr>
            <a:lvl5pPr marL="1828812" indent="0">
              <a:buNone/>
              <a:defRPr sz="1361">
                <a:solidFill>
                  <a:schemeClr val="tx1">
                    <a:tint val="75000"/>
                  </a:schemeClr>
                </a:solidFill>
              </a:defRPr>
            </a:lvl5pPr>
            <a:lvl6pPr marL="2286015" indent="0">
              <a:buNone/>
              <a:defRPr sz="1361">
                <a:solidFill>
                  <a:schemeClr val="tx1">
                    <a:tint val="75000"/>
                  </a:schemeClr>
                </a:solidFill>
              </a:defRPr>
            </a:lvl6pPr>
            <a:lvl7pPr marL="2743218" indent="0">
              <a:buNone/>
              <a:defRPr sz="1361">
                <a:solidFill>
                  <a:schemeClr val="tx1">
                    <a:tint val="75000"/>
                  </a:schemeClr>
                </a:solidFill>
              </a:defRPr>
            </a:lvl7pPr>
            <a:lvl8pPr marL="3200421" indent="0">
              <a:buNone/>
              <a:defRPr sz="1361">
                <a:solidFill>
                  <a:schemeClr val="tx1">
                    <a:tint val="75000"/>
                  </a:schemeClr>
                </a:solidFill>
              </a:defRPr>
            </a:lvl8pPr>
            <a:lvl9pPr marL="3657624" indent="0">
              <a:buNone/>
              <a:defRPr sz="136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2998DC0-B253-451A-A3F9-C69E901D82D8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7" name="Oval 6"/>
          <p:cNvSpPr/>
          <p:nvPr/>
        </p:nvSpPr>
        <p:spPr>
          <a:xfrm>
            <a:off x="5994400" y="3924300"/>
            <a:ext cx="113029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en-US" sz="1633" dirty="0"/>
          </a:p>
        </p:txBody>
      </p:sp>
      <p:sp>
        <p:nvSpPr>
          <p:cNvPr id="8" name="Oval 7"/>
          <p:cNvSpPr/>
          <p:nvPr/>
        </p:nvSpPr>
        <p:spPr>
          <a:xfrm>
            <a:off x="6261101" y="3924300"/>
            <a:ext cx="113029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en-US" sz="1633" dirty="0"/>
          </a:p>
        </p:txBody>
      </p:sp>
      <p:sp>
        <p:nvSpPr>
          <p:cNvPr id="9" name="Oval 8"/>
          <p:cNvSpPr/>
          <p:nvPr/>
        </p:nvSpPr>
        <p:spPr>
          <a:xfrm>
            <a:off x="5728971" y="3924300"/>
            <a:ext cx="113029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en-US" sz="1633" dirty="0"/>
          </a:p>
        </p:txBody>
      </p:sp>
    </p:spTree>
    <p:extLst>
      <p:ext uri="{BB962C8B-B14F-4D97-AF65-F5344CB8AC3E}">
        <p14:creationId xmlns:p14="http://schemas.microsoft.com/office/powerpoint/2010/main" val="4130532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359"/>
            </a:lvl1pPr>
            <a:lvl2pPr>
              <a:defRPr sz="1633"/>
            </a:lvl2pPr>
            <a:lvl3pPr>
              <a:defRPr sz="1633"/>
            </a:lvl3pPr>
            <a:lvl4pPr>
              <a:defRPr sz="1633"/>
            </a:lvl4pPr>
            <a:lvl5pPr>
              <a:defRPr sz="1633"/>
            </a:lvl5pPr>
            <a:lvl6pPr>
              <a:defRPr sz="1633"/>
            </a:lvl6pPr>
            <a:lvl7pPr>
              <a:defRPr sz="1633"/>
            </a:lvl7pPr>
            <a:lvl8pPr>
              <a:defRPr sz="1633"/>
            </a:lvl8pPr>
            <a:lvl9pPr>
              <a:defRPr sz="1633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C929A3B-6B5E-4B05-83BF-28A010EC20EF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487680" y="1600200"/>
            <a:ext cx="5388864" cy="452628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6296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5386918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359" b="0"/>
            </a:lvl1pPr>
            <a:lvl2pPr marL="457203" indent="0">
              <a:buNone/>
              <a:defRPr sz="1996" b="1"/>
            </a:lvl2pPr>
            <a:lvl3pPr marL="914406" indent="0">
              <a:buNone/>
              <a:defRPr sz="1814" b="1"/>
            </a:lvl3pPr>
            <a:lvl4pPr marL="1371609" indent="0">
              <a:buNone/>
              <a:defRPr sz="1633" b="1"/>
            </a:lvl4pPr>
            <a:lvl5pPr marL="1828812" indent="0">
              <a:buNone/>
              <a:defRPr sz="1633" b="1"/>
            </a:lvl5pPr>
            <a:lvl6pPr marL="2286015" indent="0">
              <a:buNone/>
              <a:defRPr sz="1633" b="1"/>
            </a:lvl6pPr>
            <a:lvl7pPr marL="2743218" indent="0">
              <a:buNone/>
              <a:defRPr sz="1633" b="1"/>
            </a:lvl7pPr>
            <a:lvl8pPr marL="3200421" indent="0">
              <a:buNone/>
              <a:defRPr sz="1633" b="1"/>
            </a:lvl8pPr>
            <a:lvl9pPr marL="3657624" indent="0">
              <a:buNone/>
              <a:defRPr sz="163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7600" y="1600200"/>
            <a:ext cx="5389033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359" b="0"/>
            </a:lvl1pPr>
            <a:lvl2pPr marL="457203" indent="0">
              <a:buNone/>
              <a:defRPr sz="1996" b="1"/>
            </a:lvl2pPr>
            <a:lvl3pPr marL="914406" indent="0">
              <a:buNone/>
              <a:defRPr sz="1814" b="1"/>
            </a:lvl3pPr>
            <a:lvl4pPr marL="1371609" indent="0">
              <a:buNone/>
              <a:defRPr sz="1633" b="1"/>
            </a:lvl4pPr>
            <a:lvl5pPr marL="1828812" indent="0">
              <a:buNone/>
              <a:defRPr sz="1633" b="1"/>
            </a:lvl5pPr>
            <a:lvl6pPr marL="2286015" indent="0">
              <a:buNone/>
              <a:defRPr sz="1633" b="1"/>
            </a:lvl6pPr>
            <a:lvl7pPr marL="2743218" indent="0">
              <a:buNone/>
              <a:defRPr sz="1633" b="1"/>
            </a:lvl7pPr>
            <a:lvl8pPr marL="3200421" indent="0">
              <a:buNone/>
              <a:defRPr sz="1633" b="1"/>
            </a:lvl8pPr>
            <a:lvl9pPr marL="3657624" indent="0">
              <a:buNone/>
              <a:defRPr sz="163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6518460-CC13-4B32-AD98-52FDA0822C13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09600" y="2212849"/>
            <a:ext cx="5388864" cy="391363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6230113" y="2212849"/>
            <a:ext cx="5388864" cy="391318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49183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86DABD9-4C80-441A-A667-ED110D3734A9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434396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ED1F58F-84B1-4C68-92BC-FA9DADF9CEC6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64242660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76117" y="266700"/>
            <a:ext cx="4011084" cy="2095500"/>
          </a:xfrm>
        </p:spPr>
        <p:txBody>
          <a:bodyPr anchor="b"/>
          <a:lstStyle>
            <a:lvl1pPr algn="ctr">
              <a:lnSpc>
                <a:spcPct val="100000"/>
              </a:lnSpc>
              <a:defRPr sz="2812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8850" y="273051"/>
            <a:ext cx="6661151" cy="5853113"/>
          </a:xfrm>
        </p:spPr>
        <p:txBody>
          <a:bodyPr/>
          <a:lstStyle>
            <a:lvl1pPr>
              <a:defRPr sz="3175"/>
            </a:lvl1pPr>
            <a:lvl2pPr>
              <a:defRPr sz="2812"/>
            </a:lvl2pPr>
            <a:lvl3pPr>
              <a:defRPr sz="2359"/>
            </a:lvl3pPr>
            <a:lvl4pPr>
              <a:defRPr sz="1996"/>
            </a:lvl4pPr>
            <a:lvl5pPr>
              <a:defRPr sz="1996"/>
            </a:lvl5pPr>
            <a:lvl6pPr>
              <a:defRPr sz="1996"/>
            </a:lvl6pPr>
            <a:lvl7pPr>
              <a:defRPr sz="1996"/>
            </a:lvl7pPr>
            <a:lvl8pPr>
              <a:defRPr sz="1996"/>
            </a:lvl8pPr>
            <a:lvl9pPr>
              <a:defRPr sz="1996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76117" y="2438401"/>
            <a:ext cx="4011084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33"/>
            </a:lvl1pPr>
            <a:lvl2pPr marL="457203" indent="0">
              <a:buNone/>
              <a:defRPr sz="1179"/>
            </a:lvl2pPr>
            <a:lvl3pPr marL="914406" indent="0">
              <a:buNone/>
              <a:defRPr sz="998"/>
            </a:lvl3pPr>
            <a:lvl4pPr marL="1371609" indent="0">
              <a:buNone/>
              <a:defRPr sz="907"/>
            </a:lvl4pPr>
            <a:lvl5pPr marL="1828812" indent="0">
              <a:buNone/>
              <a:defRPr sz="907"/>
            </a:lvl5pPr>
            <a:lvl6pPr marL="2286015" indent="0">
              <a:buNone/>
              <a:defRPr sz="907"/>
            </a:lvl6pPr>
            <a:lvl7pPr marL="2743218" indent="0">
              <a:buNone/>
              <a:defRPr sz="907"/>
            </a:lvl7pPr>
            <a:lvl8pPr marL="3200421" indent="0">
              <a:buNone/>
              <a:defRPr sz="907"/>
            </a:lvl8pPr>
            <a:lvl9pPr marL="3657624" indent="0">
              <a:buNone/>
              <a:defRPr sz="907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3EB0B6B-356B-4221-8AA3-AF47002A3828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1380340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9435" y="228600"/>
            <a:ext cx="7615765" cy="895350"/>
          </a:xfrm>
        </p:spPr>
        <p:txBody>
          <a:bodyPr anchor="b"/>
          <a:lstStyle>
            <a:lvl1pPr algn="ctr">
              <a:lnSpc>
                <a:spcPct val="100000"/>
              </a:lnSpc>
              <a:defRPr sz="2812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010835" y="1143000"/>
            <a:ext cx="8072966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175"/>
            </a:lvl1pPr>
            <a:lvl2pPr marL="457203" indent="0">
              <a:buNone/>
              <a:defRPr sz="2812"/>
            </a:lvl2pPr>
            <a:lvl3pPr marL="914406" indent="0">
              <a:buNone/>
              <a:defRPr sz="2359"/>
            </a:lvl3pPr>
            <a:lvl4pPr marL="1371609" indent="0">
              <a:buNone/>
              <a:defRPr sz="1996"/>
            </a:lvl4pPr>
            <a:lvl5pPr marL="1828812" indent="0">
              <a:buNone/>
              <a:defRPr sz="1996"/>
            </a:lvl5pPr>
            <a:lvl6pPr marL="2286015" indent="0">
              <a:buNone/>
              <a:defRPr sz="1996"/>
            </a:lvl6pPr>
            <a:lvl7pPr marL="2743218" indent="0">
              <a:buNone/>
              <a:defRPr sz="1996"/>
            </a:lvl7pPr>
            <a:lvl8pPr marL="3200421" indent="0">
              <a:buNone/>
              <a:defRPr sz="1996"/>
            </a:lvl8pPr>
            <a:lvl9pPr marL="3657624" indent="0">
              <a:buNone/>
              <a:defRPr sz="1996"/>
            </a:lvl9pPr>
          </a:lstStyle>
          <a:p>
            <a:r>
              <a:rPr lang="ru-RU" dirty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9435" y="5810251"/>
            <a:ext cx="7615765" cy="533400"/>
          </a:xfrm>
        </p:spPr>
        <p:txBody>
          <a:bodyPr>
            <a:normAutofit/>
          </a:bodyPr>
          <a:lstStyle>
            <a:lvl1pPr marL="0" indent="0" algn="ctr">
              <a:buNone/>
              <a:defRPr sz="1633"/>
            </a:lvl1pPr>
            <a:lvl2pPr marL="457203" indent="0">
              <a:buNone/>
              <a:defRPr sz="1179"/>
            </a:lvl2pPr>
            <a:lvl3pPr marL="914406" indent="0">
              <a:buNone/>
              <a:defRPr sz="998"/>
            </a:lvl3pPr>
            <a:lvl4pPr marL="1371609" indent="0">
              <a:buNone/>
              <a:defRPr sz="907"/>
            </a:lvl4pPr>
            <a:lvl5pPr marL="1828812" indent="0">
              <a:buNone/>
              <a:defRPr sz="907"/>
            </a:lvl5pPr>
            <a:lvl6pPr marL="2286015" indent="0">
              <a:buNone/>
              <a:defRPr sz="907"/>
            </a:lvl6pPr>
            <a:lvl7pPr marL="2743218" indent="0">
              <a:buNone/>
              <a:defRPr sz="907"/>
            </a:lvl7pPr>
            <a:lvl8pPr marL="3200421" indent="0">
              <a:buNone/>
              <a:defRPr sz="907"/>
            </a:lvl8pPr>
            <a:lvl9pPr marL="3657624" indent="0">
              <a:buNone/>
              <a:defRPr sz="907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0658850-384D-45DD-8F4F-65686F36568A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452384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E09CF4D-DA61-45F8-B7A7-A32F5C050EF6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480055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274639"/>
            <a:ext cx="27432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1" y="274639"/>
            <a:ext cx="8026399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7742819-BB0C-474C-807D-0AC2AC4E0D91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20627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62EF60-E0FC-FDAB-27C4-4CA3086FD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533FD30-E785-6279-1595-DDF36854F2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B4E7C83-4748-A839-C195-530ECA7D7D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1A1601-9AA1-4E60-9774-05B78B9E6FF4}" type="datetimeFigureOut">
              <a:rPr lang="ru-RU" smtClean="0"/>
              <a:t>24.08.2023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79B3A37-5C1A-76CC-0F73-B5B186071C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D22437D-85B2-56DF-3948-07AB904A83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03C2EE-F031-41CD-BD5F-96A1A543DE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7385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1" cy="1600200"/>
          </a:xfrm>
          <a:prstGeom prst="rect">
            <a:avLst/>
          </a:prstGeom>
        </p:spPr>
        <p:txBody>
          <a:bodyPr vert="horz" lIns="100794" tIns="50397" rIns="100794" bIns="50397" rtlCol="0" anchor="b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1" cy="4525963"/>
          </a:xfrm>
          <a:prstGeom prst="rect">
            <a:avLst/>
          </a:prstGeom>
        </p:spPr>
        <p:txBody>
          <a:bodyPr vert="horz" lIns="100794" tIns="50397" rIns="100794" bIns="50397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484464" y="6356351"/>
            <a:ext cx="2781301" cy="365125"/>
          </a:xfrm>
          <a:prstGeom prst="rect">
            <a:avLst/>
          </a:prstGeom>
        </p:spPr>
        <p:txBody>
          <a:bodyPr vert="horz" lIns="100794" tIns="50397" rIns="50397" bIns="50397" rtlCol="0" anchor="ctr"/>
          <a:lstStyle>
            <a:lvl1pPr algn="r">
              <a:defRPr sz="1179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pPr lvl="0"/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78888" y="6356351"/>
            <a:ext cx="3797300" cy="365125"/>
          </a:xfrm>
          <a:prstGeom prst="rect">
            <a:avLst/>
          </a:prstGeom>
        </p:spPr>
        <p:txBody>
          <a:bodyPr vert="horz" lIns="50397" tIns="50397" rIns="100794" bIns="50397" rtlCol="0" anchor="ctr"/>
          <a:lstStyle>
            <a:lvl1pPr algn="l">
              <a:defRPr sz="1179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pPr lvl="0"/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91037" y="6356351"/>
            <a:ext cx="749300" cy="365125"/>
          </a:xfrm>
          <a:prstGeom prst="rect">
            <a:avLst/>
          </a:prstGeom>
        </p:spPr>
        <p:txBody>
          <a:bodyPr vert="horz" lIns="30238" tIns="50397" rIns="50397" bIns="50397" rtlCol="0" anchor="ctr"/>
          <a:lstStyle>
            <a:lvl1pPr algn="l">
              <a:defRPr sz="1179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pPr lvl="0"/>
            <a:fld id="{35D6CB5E-2462-4265-B370-4CB2C2194CC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7" name="Oval 6"/>
          <p:cNvSpPr/>
          <p:nvPr/>
        </p:nvSpPr>
        <p:spPr>
          <a:xfrm>
            <a:off x="11277014" y="6499384"/>
            <a:ext cx="113029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marL="0" algn="ctr" defTabSz="914406" rtl="0" eaLnBrk="1" latinLnBrk="0" hangingPunct="1"/>
            <a:endParaRPr lang="en-US" sz="1814" kern="1200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758826" y="6499384"/>
            <a:ext cx="113029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en-US" sz="1633" dirty="0"/>
          </a:p>
        </p:txBody>
      </p:sp>
    </p:spTree>
    <p:extLst>
      <p:ext uri="{BB962C8B-B14F-4D97-AF65-F5344CB8AC3E}">
        <p14:creationId xmlns:p14="http://schemas.microsoft.com/office/powerpoint/2010/main" val="1946631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6" rtl="0" eaLnBrk="1" latinLnBrk="0" hangingPunct="1">
        <a:lnSpc>
          <a:spcPts val="5800"/>
        </a:lnSpc>
        <a:spcBef>
          <a:spcPct val="0"/>
        </a:spcBef>
        <a:buNone/>
        <a:defRPr sz="5443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+mn-lt"/>
          <a:ea typeface="+mj-ea"/>
          <a:cs typeface="+mj-cs"/>
        </a:defRPr>
      </a:lvl1pPr>
    </p:titleStyle>
    <p:bodyStyle>
      <a:lvl1pPr marL="342903" indent="-342903" algn="l" defTabSz="914406" rtl="0" eaLnBrk="1" latinLnBrk="0" hangingPunct="1">
        <a:spcBef>
          <a:spcPct val="20000"/>
        </a:spcBef>
        <a:buFont typeface="Arial" pitchFamily="34" charset="0"/>
        <a:buChar char="•"/>
        <a:defRPr sz="2359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1pPr>
      <a:lvl2pPr marL="742955" indent="-285752" algn="l" defTabSz="914406" rtl="0" eaLnBrk="1" latinLnBrk="0" hangingPunct="1">
        <a:spcBef>
          <a:spcPct val="20000"/>
        </a:spcBef>
        <a:buFont typeface="Courier New" pitchFamily="49" charset="0"/>
        <a:buChar char="o"/>
        <a:defRPr sz="1633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2pPr>
      <a:lvl3pPr marL="1143008" indent="-228602" algn="l" defTabSz="914406" rtl="0" eaLnBrk="1" latinLnBrk="0" hangingPunct="1">
        <a:spcBef>
          <a:spcPct val="20000"/>
        </a:spcBef>
        <a:buFont typeface="Arial" pitchFamily="34" charset="0"/>
        <a:buChar char="•"/>
        <a:defRPr sz="1633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3pPr>
      <a:lvl4pPr marL="1600210" indent="-228602" algn="l" defTabSz="914406" rtl="0" eaLnBrk="1" latinLnBrk="0" hangingPunct="1">
        <a:spcBef>
          <a:spcPct val="20000"/>
        </a:spcBef>
        <a:buFont typeface="Courier New" pitchFamily="49" charset="0"/>
        <a:buChar char="o"/>
        <a:defRPr sz="1633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4pPr>
      <a:lvl5pPr marL="2057413" indent="-228602" algn="l" defTabSz="914406" rtl="0" eaLnBrk="1" latinLnBrk="0" hangingPunct="1">
        <a:spcBef>
          <a:spcPct val="20000"/>
        </a:spcBef>
        <a:buFont typeface="Arial" pitchFamily="34" charset="0"/>
        <a:buChar char="•"/>
        <a:defRPr sz="1633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5pPr>
      <a:lvl6pPr marL="2514617" indent="-228602" algn="l" defTabSz="914406" rtl="0" eaLnBrk="1" latinLnBrk="0" hangingPunct="1">
        <a:spcBef>
          <a:spcPct val="20000"/>
        </a:spcBef>
        <a:buFont typeface="Courier New" pitchFamily="49" charset="0"/>
        <a:buChar char="o"/>
        <a:defRPr sz="1633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19" indent="-228602" algn="l" defTabSz="914406" rtl="0" eaLnBrk="1" latinLnBrk="0" hangingPunct="1">
        <a:spcBef>
          <a:spcPct val="20000"/>
        </a:spcBef>
        <a:buFont typeface="Arial" pitchFamily="34" charset="0"/>
        <a:buChar char="•"/>
        <a:defRPr sz="1633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23" indent="-228602" algn="l" defTabSz="914406" rtl="0" eaLnBrk="1" latinLnBrk="0" hangingPunct="1">
        <a:spcBef>
          <a:spcPct val="20000"/>
        </a:spcBef>
        <a:buFont typeface="Courier New" pitchFamily="49" charset="0"/>
        <a:buChar char="o"/>
        <a:defRPr sz="1633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25" indent="-228602" algn="l" defTabSz="914406" rtl="0" eaLnBrk="1" latinLnBrk="0" hangingPunct="1">
        <a:spcBef>
          <a:spcPct val="20000"/>
        </a:spcBef>
        <a:buFont typeface="Arial" pitchFamily="34" charset="0"/>
        <a:buChar char="•"/>
        <a:defRPr sz="1633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6" rtl="0" eaLnBrk="1" latinLnBrk="0" hangingPunct="1">
        <a:defRPr sz="1814" kern="1200">
          <a:solidFill>
            <a:schemeClr val="tx1"/>
          </a:solidFill>
          <a:latin typeface="+mn-lt"/>
          <a:ea typeface="+mn-ea"/>
          <a:cs typeface="+mn-cs"/>
        </a:defRPr>
      </a:lvl1pPr>
      <a:lvl2pPr marL="457203" algn="l" defTabSz="914406" rtl="0" eaLnBrk="1" latinLnBrk="0" hangingPunct="1">
        <a:defRPr sz="1814" kern="1200">
          <a:solidFill>
            <a:schemeClr val="tx1"/>
          </a:solidFill>
          <a:latin typeface="+mn-lt"/>
          <a:ea typeface="+mn-ea"/>
          <a:cs typeface="+mn-cs"/>
        </a:defRPr>
      </a:lvl2pPr>
      <a:lvl3pPr marL="914406" algn="l" defTabSz="914406" rtl="0" eaLnBrk="1" latinLnBrk="0" hangingPunct="1">
        <a:defRPr sz="1814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9" algn="l" defTabSz="914406" rtl="0" eaLnBrk="1" latinLnBrk="0" hangingPunct="1">
        <a:defRPr sz="1814" kern="1200">
          <a:solidFill>
            <a:schemeClr val="tx1"/>
          </a:solidFill>
          <a:latin typeface="+mn-lt"/>
          <a:ea typeface="+mn-ea"/>
          <a:cs typeface="+mn-cs"/>
        </a:defRPr>
      </a:lvl4pPr>
      <a:lvl5pPr marL="1828812" algn="l" defTabSz="914406" rtl="0" eaLnBrk="1" latinLnBrk="0" hangingPunct="1">
        <a:defRPr sz="1814" kern="1200">
          <a:solidFill>
            <a:schemeClr val="tx1"/>
          </a:solidFill>
          <a:latin typeface="+mn-lt"/>
          <a:ea typeface="+mn-ea"/>
          <a:cs typeface="+mn-cs"/>
        </a:defRPr>
      </a:lvl5pPr>
      <a:lvl6pPr marL="2286015" algn="l" defTabSz="914406" rtl="0" eaLnBrk="1" latinLnBrk="0" hangingPunct="1">
        <a:defRPr sz="1814" kern="1200">
          <a:solidFill>
            <a:schemeClr val="tx1"/>
          </a:solidFill>
          <a:latin typeface="+mn-lt"/>
          <a:ea typeface="+mn-ea"/>
          <a:cs typeface="+mn-cs"/>
        </a:defRPr>
      </a:lvl6pPr>
      <a:lvl7pPr marL="2743218" algn="l" defTabSz="914406" rtl="0" eaLnBrk="1" latinLnBrk="0" hangingPunct="1">
        <a:defRPr sz="1814" kern="1200">
          <a:solidFill>
            <a:schemeClr val="tx1"/>
          </a:solidFill>
          <a:latin typeface="+mn-lt"/>
          <a:ea typeface="+mn-ea"/>
          <a:cs typeface="+mn-cs"/>
        </a:defRPr>
      </a:lvl7pPr>
      <a:lvl8pPr marL="3200421" algn="l" defTabSz="914406" rtl="0" eaLnBrk="1" latinLnBrk="0" hangingPunct="1">
        <a:defRPr sz="1814" kern="1200">
          <a:solidFill>
            <a:schemeClr val="tx1"/>
          </a:solidFill>
          <a:latin typeface="+mn-lt"/>
          <a:ea typeface="+mn-ea"/>
          <a:cs typeface="+mn-cs"/>
        </a:defRPr>
      </a:lvl8pPr>
      <a:lvl9pPr marL="3657624" algn="l" defTabSz="914406" rtl="0" eaLnBrk="1" latinLnBrk="0" hangingPunct="1">
        <a:defRPr sz="181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eg"/><Relationship Id="rId3" Type="http://schemas.openxmlformats.org/officeDocument/2006/relationships/diagramLayout" Target="../diagrams/layout1.xml"/><Relationship Id="rId7" Type="http://schemas.openxmlformats.org/officeDocument/2006/relationships/image" Target="../media/image12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jpe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45BCDD-A896-57C6-2143-2DD83B55AED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История России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0579532-0B48-D2CE-8FB0-35D80C9A48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endParaRPr lang="ru-RU" dirty="0"/>
          </a:p>
          <a:p>
            <a:r>
              <a:rPr lang="ru-RU"/>
              <a:t>Лекция 16</a:t>
            </a:r>
            <a:endParaRPr lang="ru-RU" dirty="0"/>
          </a:p>
          <a:p>
            <a:r>
              <a:rPr lang="ru-RU" dirty="0"/>
              <a:t>Общественная мысль и общественное движение</a:t>
            </a:r>
          </a:p>
          <a:p>
            <a:r>
              <a:rPr lang="ru-RU" dirty="0"/>
              <a:t>России </a:t>
            </a:r>
            <a:r>
              <a:rPr lang="en-US" dirty="0"/>
              <a:t>II </a:t>
            </a:r>
            <a:r>
              <a:rPr lang="ru-RU" dirty="0"/>
              <a:t>половины </a:t>
            </a:r>
            <a:r>
              <a:rPr lang="en-US" dirty="0"/>
              <a:t>XIX </a:t>
            </a:r>
            <a:r>
              <a:rPr lang="ru-RU" dirty="0"/>
              <a:t>в.</a:t>
            </a:r>
          </a:p>
        </p:txBody>
      </p:sp>
    </p:spTree>
    <p:extLst>
      <p:ext uri="{BB962C8B-B14F-4D97-AF65-F5344CB8AC3E}">
        <p14:creationId xmlns:p14="http://schemas.microsoft.com/office/powerpoint/2010/main" val="14806822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80768" y="358755"/>
            <a:ext cx="8230465" cy="653244"/>
          </a:xfrm>
        </p:spPr>
        <p:txBody>
          <a:bodyPr/>
          <a:lstStyle/>
          <a:p>
            <a:r>
              <a:rPr lang="ru-RU" sz="2903" dirty="0"/>
              <a:t>Д.И. Писарев и «нигилисты»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980769" y="1207972"/>
            <a:ext cx="6270935" cy="4918192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Теоретическая основа – концепция «естественного человека» А. Руссо.</a:t>
            </a:r>
          </a:p>
          <a:p>
            <a:r>
              <a:rPr lang="ru-RU" b="1" dirty="0"/>
              <a:t>Базовое положение</a:t>
            </a:r>
            <a:r>
              <a:rPr lang="ru-RU" dirty="0"/>
              <a:t>: прогресс, основанный на неравенстве – ложный путь развития общества.</a:t>
            </a:r>
          </a:p>
          <a:p>
            <a:r>
              <a:rPr lang="ru-RU" b="1" dirty="0"/>
              <a:t>Отношение к культуре</a:t>
            </a:r>
            <a:r>
              <a:rPr lang="ru-RU" dirty="0"/>
              <a:t>: в обществе неравенства культура (как набор ценностей и форм их выражающих) закрепляет господство одних людей над другими.</a:t>
            </a:r>
          </a:p>
          <a:p>
            <a:r>
              <a:rPr lang="ru-RU" dirty="0"/>
              <a:t>Наука противопоставлена культуре, поскольку наука – это постоянное развитие, а культура – закрепление сложившихся в обществе форм несправедливости.</a:t>
            </a:r>
          </a:p>
          <a:p>
            <a:r>
              <a:rPr lang="ru-RU" dirty="0"/>
              <a:t>Отказ от «культуры неравенства» («культуры отцов») в ползу науки приведет общество к социальной справедливости.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0273" y="750702"/>
            <a:ext cx="1555363" cy="1555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Скругленный прямоугольник 3"/>
          <p:cNvSpPr/>
          <p:nvPr/>
        </p:nvSpPr>
        <p:spPr>
          <a:xfrm>
            <a:off x="8708974" y="2426377"/>
            <a:ext cx="1555363" cy="34938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829544"/>
            <a:r>
              <a:rPr lang="ru-RU" sz="1633" dirty="0">
                <a:solidFill>
                  <a:prstClr val="black"/>
                </a:solidFill>
                <a:latin typeface="Palatino Linotype"/>
              </a:rPr>
              <a:t>Д.И. Писарев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9617" y="3507988"/>
            <a:ext cx="1088338" cy="1762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89101" y="4675385"/>
            <a:ext cx="1225687" cy="15933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2794" y="2971729"/>
            <a:ext cx="1068298" cy="17036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289151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80768" y="228107"/>
            <a:ext cx="8230465" cy="718568"/>
          </a:xfrm>
        </p:spPr>
        <p:txBody>
          <a:bodyPr/>
          <a:lstStyle/>
          <a:p>
            <a:r>
              <a:rPr lang="ru-RU" sz="3266" dirty="0"/>
              <a:t>«Земля и воля» 1860-х.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980768" y="1011999"/>
            <a:ext cx="8230465" cy="5114165"/>
          </a:xfrm>
        </p:spPr>
        <p:txBody>
          <a:bodyPr>
            <a:normAutofit lnSpcReduction="10000"/>
          </a:bodyPr>
          <a:lstStyle/>
          <a:p>
            <a:r>
              <a:rPr lang="ru-RU" dirty="0"/>
              <a:t>Название (авторство Н.П. Огарева) выражает суть «русского социализма».</a:t>
            </a:r>
          </a:p>
          <a:p>
            <a:r>
              <a:rPr lang="ru-RU" dirty="0"/>
              <a:t>Время: 1861 – 1864.</a:t>
            </a:r>
          </a:p>
          <a:p>
            <a:r>
              <a:rPr lang="ru-RU" dirty="0"/>
              <a:t>Лидеры: вдохновитель Н.Г. Чернышевский, центральный кружок (СПб) – 6 человек (Н. Н. Обручев, С. С. Рымаренко, братья Н. А. и А. А. Серно-Соловьёвичи, А. А. Слепцов, В. С. Курочкин)</a:t>
            </a:r>
          </a:p>
          <a:p>
            <a:r>
              <a:rPr lang="ru-RU" dirty="0"/>
              <a:t>Состав: до 3 тыс. человек в 14 городах.</a:t>
            </a:r>
          </a:p>
          <a:p>
            <a:r>
              <a:rPr lang="ru-RU" dirty="0"/>
              <a:t>Цель: подготовка крестьянской революции.</a:t>
            </a:r>
          </a:p>
          <a:p>
            <a:r>
              <a:rPr lang="ru-RU" dirty="0"/>
              <a:t>Деятельность: «прокламационная кампания»</a:t>
            </a:r>
          </a:p>
          <a:p>
            <a:r>
              <a:rPr lang="ru-RU" dirty="0"/>
              <a:t>Итог: арест Н.Г. Чернышевского в 1862 г. и роспуск организации в 1864.</a:t>
            </a:r>
          </a:p>
        </p:txBody>
      </p:sp>
    </p:spTree>
    <p:extLst>
      <p:ext uri="{BB962C8B-B14F-4D97-AF65-F5344CB8AC3E}">
        <p14:creationId xmlns:p14="http://schemas.microsoft.com/office/powerpoint/2010/main" val="22479352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80768" y="358755"/>
            <a:ext cx="8230465" cy="522596"/>
          </a:xfrm>
        </p:spPr>
        <p:txBody>
          <a:bodyPr/>
          <a:lstStyle/>
          <a:p>
            <a:r>
              <a:rPr lang="ru-RU" sz="2903" dirty="0"/>
              <a:t>Прокламация «Молодая Россия» 1862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980769" y="1207972"/>
            <a:ext cx="8295990" cy="491819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/>
              <a:t>«Скоро, скоро наступит день, когда мы распустим великое знамя будущего, знамя красное и с громким криком «Да здравствует социальная и демократическая республика Русская!» двинемся на Зимний дворец истребить живущих там.  …с полной верою в себя, в свои силы, в сочувствие к нам народа, в славное будущее России, которой вышло на долю первой осуществить великое дело социализма, мы издадим один крик: «в топоры», и тогда... тогда бей императорскую партию, не жалея, как не жалеет она нас теперь, бей на площадях, если эта подлая сволочь осмелится выйти на них, бей в домах, бей в тесных переулках городов, бей на широких улицах столиц, бей по деревням и сёлам!»</a:t>
            </a:r>
          </a:p>
          <a:p>
            <a:pPr marL="0" indent="0" algn="r">
              <a:buNone/>
            </a:pPr>
            <a:r>
              <a:rPr lang="ru-RU" dirty="0"/>
              <a:t>Автор: Н.Г. Зайчневский</a:t>
            </a:r>
          </a:p>
        </p:txBody>
      </p:sp>
    </p:spTree>
    <p:extLst>
      <p:ext uri="{BB962C8B-B14F-4D97-AF65-F5344CB8AC3E}">
        <p14:creationId xmlns:p14="http://schemas.microsoft.com/office/powerpoint/2010/main" val="27887114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pbs.twimg.com/media/CgI0hS_UMAAALsM.jpg:lar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3945" y="293432"/>
            <a:ext cx="7030454" cy="6271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Скругленный прямоугольник 3"/>
          <p:cNvSpPr/>
          <p:nvPr/>
        </p:nvSpPr>
        <p:spPr>
          <a:xfrm>
            <a:off x="8783718" y="2187837"/>
            <a:ext cx="1754338" cy="3070245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829544"/>
            <a:r>
              <a:rPr lang="ru-RU" sz="1633" dirty="0">
                <a:solidFill>
                  <a:prstClr val="black"/>
                </a:solidFill>
                <a:latin typeface="Palatino Linotype"/>
              </a:rPr>
              <a:t>16 апреля 1866г. Член общество «</a:t>
            </a:r>
            <a:r>
              <a:rPr lang="ru-RU" sz="1633" dirty="0" err="1">
                <a:solidFill>
                  <a:prstClr val="black"/>
                </a:solidFill>
                <a:latin typeface="Palatino Linotype"/>
              </a:rPr>
              <a:t>ишутинцев</a:t>
            </a:r>
            <a:r>
              <a:rPr lang="ru-RU" sz="1633" dirty="0">
                <a:solidFill>
                  <a:prstClr val="black"/>
                </a:solidFill>
                <a:latin typeface="Palatino Linotype"/>
              </a:rPr>
              <a:t>» Д.В. Каракозов стреляет в царя.</a:t>
            </a:r>
          </a:p>
        </p:txBody>
      </p:sp>
    </p:spTree>
    <p:extLst>
      <p:ext uri="{BB962C8B-B14F-4D97-AF65-F5344CB8AC3E}">
        <p14:creationId xmlns:p14="http://schemas.microsoft.com/office/powerpoint/2010/main" val="18598411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980768" y="228107"/>
            <a:ext cx="8230465" cy="653244"/>
          </a:xfrm>
        </p:spPr>
        <p:txBody>
          <a:bodyPr/>
          <a:lstStyle/>
          <a:p>
            <a:r>
              <a:rPr lang="ru-RU" sz="3266" dirty="0"/>
              <a:t>Революция и мораль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idx="1"/>
          </p:nvPr>
        </p:nvSpPr>
        <p:spPr>
          <a:xfrm>
            <a:off x="1915242" y="946676"/>
            <a:ext cx="4040612" cy="391946"/>
          </a:xfrm>
        </p:spPr>
        <p:txBody>
          <a:bodyPr/>
          <a:lstStyle/>
          <a:p>
            <a:r>
              <a:rPr lang="ru-RU" dirty="0"/>
              <a:t>Нечаевщина</a:t>
            </a:r>
          </a:p>
        </p:txBody>
      </p:sp>
      <p:sp>
        <p:nvSpPr>
          <p:cNvPr id="6" name="Текст 5"/>
          <p:cNvSpPr>
            <a:spLocks noGrp="1"/>
          </p:cNvSpPr>
          <p:nvPr>
            <p:ph type="body" sz="quarter" idx="3"/>
          </p:nvPr>
        </p:nvSpPr>
        <p:spPr>
          <a:xfrm>
            <a:off x="6034631" y="881350"/>
            <a:ext cx="4042199" cy="326622"/>
          </a:xfrm>
        </p:spPr>
        <p:txBody>
          <a:bodyPr/>
          <a:lstStyle/>
          <a:p>
            <a:r>
              <a:rPr lang="ru-RU" dirty="0"/>
              <a:t>Кружок «чайковцев»</a:t>
            </a:r>
          </a:p>
        </p:txBody>
      </p:sp>
      <p:sp>
        <p:nvSpPr>
          <p:cNvPr id="7" name="Объект 6"/>
          <p:cNvSpPr>
            <a:spLocks noGrp="1"/>
          </p:cNvSpPr>
          <p:nvPr>
            <p:ph sz="quarter" idx="13"/>
          </p:nvPr>
        </p:nvSpPr>
        <p:spPr>
          <a:xfrm>
            <a:off x="1849917" y="1403945"/>
            <a:ext cx="4572705" cy="516062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542" dirty="0"/>
              <a:t>Революционер – человек обреченный. У него нет ни своих интересов, ни дел, ни чувств, ни привязанностей, ни собственности, ни даже имени. (…)</a:t>
            </a:r>
          </a:p>
          <a:p>
            <a:pPr marL="0" indent="0">
              <a:buNone/>
            </a:pPr>
            <a:r>
              <a:rPr lang="ru-RU" sz="1542" dirty="0"/>
              <a:t>Он презирает общественное мнение. Он презирает и ненавидит во всех ее побуждениях и проявлениях нынешнюю общественную нравственность. </a:t>
            </a:r>
            <a:r>
              <a:rPr lang="ru-RU" sz="1542" b="1" dirty="0"/>
              <a:t>Нравственно для него всё, что способствует торжеству революции.</a:t>
            </a:r>
          </a:p>
          <a:p>
            <a:pPr marL="0" indent="0">
              <a:buNone/>
            </a:pPr>
            <a:r>
              <a:rPr lang="ru-RU" sz="1542" dirty="0"/>
              <a:t>У каждого товарища должно быть под рукой несколько революционеров второго и третьего разрядов, то есть не совсем посвященных. На них он должен смотреть, как на часть общего революционного капитала, отданного в его распоряжение. Он должен экономически тратить свою часть капитала, стараясь всегда извлечь из него наибольшую пользу.</a:t>
            </a:r>
          </a:p>
          <a:p>
            <a:pPr marL="0" indent="0" algn="r">
              <a:buNone/>
            </a:pPr>
            <a:r>
              <a:rPr lang="ru-RU" sz="1542" dirty="0"/>
              <a:t>Сергей Нечаев «Катехизис революционера»</a:t>
            </a:r>
          </a:p>
        </p:txBody>
      </p:sp>
      <p:sp>
        <p:nvSpPr>
          <p:cNvPr id="8" name="Объект 7"/>
          <p:cNvSpPr>
            <a:spLocks noGrp="1"/>
          </p:cNvSpPr>
          <p:nvPr>
            <p:ph sz="quarter" idx="14"/>
          </p:nvPr>
        </p:nvSpPr>
        <p:spPr>
          <a:xfrm>
            <a:off x="6520608" y="1300775"/>
            <a:ext cx="3331542" cy="472209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542" dirty="0"/>
              <a:t>Базовым мотивом для деятельности кружка «чайковчев» стала концепция «долга (вины) образованного класса», сформулированная  А.И. Герценым. Ее главное положение: представители образованных слоев общества  пользуются трудом «трудящихся классов», тем самым накапливая «долг» перед ними. Этот долг можно отдать разными способами:</a:t>
            </a:r>
          </a:p>
          <a:p>
            <a:pPr marL="0" indent="0">
              <a:buNone/>
            </a:pPr>
            <a:r>
              <a:rPr lang="ru-RU" sz="1542" dirty="0"/>
              <a:t>А) трудом на благо угнетенных;</a:t>
            </a:r>
          </a:p>
          <a:p>
            <a:pPr marL="0" indent="0">
              <a:buNone/>
            </a:pPr>
            <a:r>
              <a:rPr lang="ru-RU" sz="1542" dirty="0"/>
              <a:t>Б) передачей угнетенным своих богатств;</a:t>
            </a:r>
          </a:p>
          <a:p>
            <a:pPr marL="0" indent="0">
              <a:buNone/>
            </a:pPr>
            <a:r>
              <a:rPr lang="ru-RU" sz="1542" dirty="0"/>
              <a:t>В) переустройством общества на основе принципа социальной справедливости.</a:t>
            </a:r>
          </a:p>
        </p:txBody>
      </p:sp>
      <p:sp>
        <p:nvSpPr>
          <p:cNvPr id="9" name="Стрелка углом 8"/>
          <p:cNvSpPr/>
          <p:nvPr/>
        </p:nvSpPr>
        <p:spPr>
          <a:xfrm rot="10800000">
            <a:off x="6357297" y="5976650"/>
            <a:ext cx="1698433" cy="657402"/>
          </a:xfrm>
          <a:prstGeom prst="ben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829544"/>
            <a:endParaRPr lang="ru-RU" sz="1633" dirty="0">
              <a:solidFill>
                <a:prstClr val="black"/>
              </a:solidFill>
              <a:latin typeface="Palatino Linotype"/>
            </a:endParaRPr>
          </a:p>
        </p:txBody>
      </p:sp>
      <p:sp>
        <p:nvSpPr>
          <p:cNvPr id="10" name="Скругленный прямоугольник 9"/>
          <p:cNvSpPr/>
          <p:nvPr/>
        </p:nvSpPr>
        <p:spPr>
          <a:xfrm>
            <a:off x="8186379" y="6305351"/>
            <a:ext cx="2090379" cy="45935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829544"/>
            <a:r>
              <a:rPr lang="ru-RU" sz="1270" dirty="0">
                <a:solidFill>
                  <a:prstClr val="black"/>
                </a:solidFill>
                <a:latin typeface="Palatino Linotype"/>
              </a:rPr>
              <a:t>Объединяющий мотив: борьба с «нечаевщиной»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8629" y="228108"/>
            <a:ext cx="776981" cy="11105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27697" y="1665243"/>
            <a:ext cx="813695" cy="1196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7069" y="3167703"/>
            <a:ext cx="816634" cy="12257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27696" y="4686385"/>
            <a:ext cx="809348" cy="11433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Скругленный прямоугольник 1"/>
          <p:cNvSpPr/>
          <p:nvPr/>
        </p:nvSpPr>
        <p:spPr>
          <a:xfrm>
            <a:off x="9639517" y="1469269"/>
            <a:ext cx="863131" cy="130649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829544"/>
            <a:r>
              <a:rPr lang="ru-RU" sz="726" dirty="0">
                <a:solidFill>
                  <a:prstClr val="black"/>
                </a:solidFill>
                <a:latin typeface="Palatino Linotype"/>
              </a:rPr>
              <a:t>М.А. </a:t>
            </a:r>
            <a:r>
              <a:rPr lang="ru-RU" sz="726" dirty="0" err="1">
                <a:solidFill>
                  <a:prstClr val="black"/>
                </a:solidFill>
                <a:latin typeface="Palatino Linotype"/>
              </a:rPr>
              <a:t>Натансон</a:t>
            </a:r>
            <a:endParaRPr lang="ru-RU" sz="726" dirty="0">
              <a:solidFill>
                <a:prstClr val="black"/>
              </a:solidFill>
              <a:latin typeface="Palatino Linotype"/>
            </a:endParaRPr>
          </a:p>
        </p:txBody>
      </p:sp>
      <p:sp>
        <p:nvSpPr>
          <p:cNvPr id="3" name="Скругленный прямоугольник 2"/>
          <p:cNvSpPr/>
          <p:nvPr/>
        </p:nvSpPr>
        <p:spPr>
          <a:xfrm>
            <a:off x="9727697" y="2971729"/>
            <a:ext cx="855378" cy="130649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829544"/>
            <a:r>
              <a:rPr lang="ru-RU" sz="544" dirty="0">
                <a:solidFill>
                  <a:prstClr val="black"/>
                </a:solidFill>
                <a:latin typeface="Palatino Linotype"/>
              </a:rPr>
              <a:t>П.А. Кропоткин</a:t>
            </a:r>
          </a:p>
        </p:txBody>
      </p:sp>
      <p:sp>
        <p:nvSpPr>
          <p:cNvPr id="11" name="Скругленный прямоугольник 10"/>
          <p:cNvSpPr/>
          <p:nvPr/>
        </p:nvSpPr>
        <p:spPr>
          <a:xfrm>
            <a:off x="9727697" y="4393419"/>
            <a:ext cx="855378" cy="211419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829544"/>
            <a:r>
              <a:rPr lang="ru-RU" sz="726" dirty="0">
                <a:solidFill>
                  <a:prstClr val="black"/>
                </a:solidFill>
                <a:latin typeface="Palatino Linotype"/>
              </a:rPr>
              <a:t>С.Л. Перовская</a:t>
            </a:r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9639517" y="5911325"/>
            <a:ext cx="943558" cy="195973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829544"/>
            <a:r>
              <a:rPr lang="ru-RU" sz="726" dirty="0">
                <a:solidFill>
                  <a:prstClr val="black"/>
                </a:solidFill>
                <a:latin typeface="Palatino Linotype"/>
              </a:rPr>
              <a:t>Н.В. Чайковский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1873" y="131977"/>
            <a:ext cx="838845" cy="12066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768399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>
          <a:xfrm>
            <a:off x="1980768" y="162783"/>
            <a:ext cx="8230465" cy="783892"/>
          </a:xfrm>
        </p:spPr>
        <p:txBody>
          <a:bodyPr/>
          <a:lstStyle/>
          <a:p>
            <a:r>
              <a:rPr lang="ru-RU" sz="3266" dirty="0"/>
              <a:t>Хождение в народ</a:t>
            </a:r>
          </a:p>
        </p:txBody>
      </p:sp>
      <p:graphicFrame>
        <p:nvGraphicFramePr>
          <p:cNvPr id="9" name="Объект 8"/>
          <p:cNvGraphicFramePr>
            <a:graphicFrameLocks noGrp="1"/>
          </p:cNvGraphicFramePr>
          <p:nvPr>
            <p:ph idx="1"/>
          </p:nvPr>
        </p:nvGraphicFramePr>
        <p:xfrm>
          <a:off x="1980049" y="1599918"/>
          <a:ext cx="6141006" cy="45264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" name="Овал 9"/>
          <p:cNvSpPr/>
          <p:nvPr/>
        </p:nvSpPr>
        <p:spPr>
          <a:xfrm>
            <a:off x="8578326" y="2187837"/>
            <a:ext cx="1763757" cy="3658164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829544"/>
            <a:r>
              <a:rPr lang="ru-RU" sz="1633" dirty="0">
                <a:solidFill>
                  <a:prstClr val="black"/>
                </a:solidFill>
                <a:latin typeface="Palatino Linotype"/>
              </a:rPr>
              <a:t>Процесс 193-х</a:t>
            </a:r>
          </a:p>
          <a:p>
            <a:pPr algn="ctr" defTabSz="829544"/>
            <a:r>
              <a:rPr lang="ru-RU" sz="1633" dirty="0">
                <a:solidFill>
                  <a:prstClr val="black"/>
                </a:solidFill>
                <a:latin typeface="Palatino Linotype"/>
              </a:rPr>
              <a:t>(дознание – более 700, следствие – 265, на суд  - 197)</a:t>
            </a:r>
          </a:p>
        </p:txBody>
      </p:sp>
      <p:sp>
        <p:nvSpPr>
          <p:cNvPr id="11" name="Овал 10"/>
          <p:cNvSpPr/>
          <p:nvPr/>
        </p:nvSpPr>
        <p:spPr>
          <a:xfrm>
            <a:off x="4658864" y="1730567"/>
            <a:ext cx="3070245" cy="104519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829544"/>
            <a:r>
              <a:rPr lang="ru-RU" sz="1633" dirty="0">
                <a:solidFill>
                  <a:prstClr val="black"/>
                </a:solidFill>
                <a:latin typeface="Palatino Linotype"/>
              </a:rPr>
              <a:t>Всего: более 30 кружков и более 2000 чел.</a:t>
            </a:r>
          </a:p>
        </p:txBody>
      </p:sp>
      <p:sp>
        <p:nvSpPr>
          <p:cNvPr id="12" name="Стрелка вниз 11"/>
          <p:cNvSpPr/>
          <p:nvPr/>
        </p:nvSpPr>
        <p:spPr>
          <a:xfrm rot="2648329">
            <a:off x="5770169" y="2828472"/>
            <a:ext cx="228635" cy="65324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29544"/>
            <a:endParaRPr lang="ru-RU" sz="1633" dirty="0">
              <a:solidFill>
                <a:prstClr val="white"/>
              </a:solidFill>
              <a:latin typeface="Palatino Linotype"/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3221729" y="5454055"/>
            <a:ext cx="5029975" cy="124116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829544"/>
            <a:r>
              <a:rPr lang="ru-RU" sz="1633" dirty="0">
                <a:solidFill>
                  <a:prstClr val="black"/>
                </a:solidFill>
                <a:latin typeface="Palatino Linotype"/>
              </a:rPr>
              <a:t>Цели: </a:t>
            </a:r>
          </a:p>
          <a:p>
            <a:pPr marL="311079" indent="-311079" algn="ctr" defTabSz="829544">
              <a:buFont typeface="+mj-lt"/>
              <a:buAutoNum type="arabicPeriod"/>
            </a:pPr>
            <a:r>
              <a:rPr lang="ru-RU" sz="1452" dirty="0">
                <a:solidFill>
                  <a:prstClr val="black"/>
                </a:solidFill>
                <a:latin typeface="Palatino Linotype"/>
              </a:rPr>
              <a:t>Познакомиться с народной жизнью</a:t>
            </a:r>
          </a:p>
          <a:p>
            <a:pPr marL="311079" indent="-311079" algn="ctr" defTabSz="829544">
              <a:buFont typeface="+mj-lt"/>
              <a:buAutoNum type="arabicPeriod"/>
            </a:pPr>
            <a:r>
              <a:rPr lang="ru-RU" sz="1452" dirty="0">
                <a:solidFill>
                  <a:prstClr val="black"/>
                </a:solidFill>
                <a:latin typeface="Palatino Linotype"/>
              </a:rPr>
              <a:t>Поднять крестьян на бунт</a:t>
            </a:r>
          </a:p>
          <a:p>
            <a:pPr marL="311079" indent="-311079" algn="ctr" defTabSz="829544">
              <a:buFont typeface="+mj-lt"/>
              <a:buAutoNum type="arabicPeriod"/>
            </a:pPr>
            <a:r>
              <a:rPr lang="ru-RU" sz="1452" dirty="0">
                <a:solidFill>
                  <a:prstClr val="black"/>
                </a:solidFill>
                <a:latin typeface="Palatino Linotype"/>
              </a:rPr>
              <a:t>Заложить основы для длительной «кружковой» пропагандистской работы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5731" y="816026"/>
            <a:ext cx="808683" cy="1167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36334" y="816026"/>
            <a:ext cx="847853" cy="1167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1215" y="816026"/>
            <a:ext cx="807924" cy="11449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Скругленный прямоугольник 2"/>
          <p:cNvSpPr/>
          <p:nvPr/>
        </p:nvSpPr>
        <p:spPr>
          <a:xfrm>
            <a:off x="2045890" y="2122513"/>
            <a:ext cx="1175838" cy="26129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29544"/>
            <a:r>
              <a:rPr lang="ru-RU" sz="907" dirty="0">
                <a:solidFill>
                  <a:prstClr val="white"/>
                </a:solidFill>
                <a:latin typeface="Palatino Linotype"/>
              </a:rPr>
              <a:t>С. Кравчинский</a:t>
            </a:r>
          </a:p>
        </p:txBody>
      </p:sp>
    </p:spTree>
    <p:extLst>
      <p:ext uri="{BB962C8B-B14F-4D97-AF65-F5344CB8AC3E}">
        <p14:creationId xmlns:p14="http://schemas.microsoft.com/office/powerpoint/2010/main" val="11716901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80768" y="293431"/>
            <a:ext cx="8230465" cy="653244"/>
          </a:xfrm>
        </p:spPr>
        <p:txBody>
          <a:bodyPr/>
          <a:lstStyle/>
          <a:p>
            <a:r>
              <a:rPr lang="ru-RU" sz="2903" dirty="0"/>
              <a:t>Из речи И. Мышкина на суде: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915242" y="1273296"/>
            <a:ext cx="8230465" cy="485286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/>
              <a:t>«Мы составляем не более как ничтожную частицу в настоящее время многочисленной в России </a:t>
            </a:r>
            <a:r>
              <a:rPr lang="ru-RU" b="1" dirty="0"/>
              <a:t>социальной революционной партии </a:t>
            </a:r>
            <a:r>
              <a:rPr lang="ru-RU" dirty="0"/>
              <a:t>… </a:t>
            </a:r>
          </a:p>
          <a:p>
            <a:pPr marL="0" indent="0">
              <a:buNone/>
            </a:pPr>
            <a:r>
              <a:rPr lang="ru-RU" b="1" dirty="0"/>
              <a:t>Цели ее </a:t>
            </a:r>
            <a:r>
              <a:rPr lang="ru-RU" dirty="0"/>
              <a:t>заключаются в том, чтобы </a:t>
            </a:r>
            <a:r>
              <a:rPr lang="ru-RU" b="1" dirty="0"/>
              <a:t>создать</a:t>
            </a:r>
            <a:r>
              <a:rPr lang="ru-RU" dirty="0"/>
              <a:t> на развалинах существующего буржуазного строя </a:t>
            </a:r>
            <a:r>
              <a:rPr lang="ru-RU" b="1" dirty="0"/>
              <a:t>тот порядок вещей, который удовлетворял бы народным требованиям</a:t>
            </a:r>
            <a:r>
              <a:rPr lang="ru-RU" dirty="0"/>
              <a:t>… </a:t>
            </a:r>
          </a:p>
          <a:p>
            <a:pPr marL="0" indent="0">
              <a:buNone/>
            </a:pPr>
            <a:r>
              <a:rPr lang="ru-RU" dirty="0"/>
              <a:t> Таким образом практическая деятельность всех друзей народа должна заключаться не в том, чтобы искусственно вызвать революцию, а в том, чтобы гарантировать успешный исход ее, потому что не нужно быть пророком, чтобы предвидеть </a:t>
            </a:r>
            <a:r>
              <a:rPr lang="ru-RU" b="1" dirty="0"/>
              <a:t>неизбежный исход вещей, неизбежность восстания</a:t>
            </a:r>
            <a:r>
              <a:rPr lang="ru-RU" dirty="0"/>
              <a:t>.</a:t>
            </a:r>
          </a:p>
          <a:p>
            <a:pPr marL="0" indent="0">
              <a:buNone/>
            </a:pPr>
            <a:r>
              <a:rPr lang="ru-RU" dirty="0"/>
              <a:t>…  существующий государственный порядок может и должен быть ниспровергнут только тогда, </a:t>
            </a:r>
            <a:r>
              <a:rPr lang="ru-RU" b="1" dirty="0"/>
              <a:t>когда этого пожелает сам народ</a:t>
            </a:r>
            <a:r>
              <a:rPr lang="ru-RU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4116200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80768" y="162782"/>
            <a:ext cx="8230465" cy="783893"/>
          </a:xfrm>
        </p:spPr>
        <p:txBody>
          <a:bodyPr/>
          <a:lstStyle/>
          <a:p>
            <a:r>
              <a:rPr lang="ru-RU" sz="2903" dirty="0"/>
              <a:t>Как отдать «долг» народу?</a:t>
            </a: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</p:nvPr>
        </p:nvGraphicFramePr>
        <p:xfrm>
          <a:off x="1980049" y="1012000"/>
          <a:ext cx="8231904" cy="5421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084219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80768" y="293431"/>
            <a:ext cx="8230465" cy="587919"/>
          </a:xfrm>
        </p:spPr>
        <p:txBody>
          <a:bodyPr/>
          <a:lstStyle/>
          <a:p>
            <a:r>
              <a:rPr lang="ru-RU" sz="3266" dirty="0"/>
              <a:t>«Земля и воля» 2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980768" y="1011999"/>
            <a:ext cx="8230465" cy="5114165"/>
          </a:xfrm>
        </p:spPr>
        <p:txBody>
          <a:bodyPr>
            <a:normAutofit/>
          </a:bodyPr>
          <a:lstStyle/>
          <a:p>
            <a:r>
              <a:rPr lang="ru-RU" dirty="0"/>
              <a:t>Место и время: Общероссийская организация 1876-1879</a:t>
            </a:r>
          </a:p>
          <a:p>
            <a:r>
              <a:rPr lang="ru-RU" dirty="0"/>
              <a:t>Состав: профессиональные революционеры + сочувствующие: учащиеся, интеллигенция, крестьяне, рабочие.</a:t>
            </a:r>
          </a:p>
          <a:p>
            <a:r>
              <a:rPr lang="ru-RU" dirty="0"/>
              <a:t>Сферы деятельности: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ru-RU" dirty="0"/>
              <a:t>издание пропагандистских материалов,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ru-RU" sz="1814" dirty="0"/>
              <a:t>«оседлая пропаганда» - поселения в деревне,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ru-RU" sz="1814" dirty="0"/>
              <a:t>рабочие кружки,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ru-RU" sz="1814" dirty="0"/>
              <a:t>пропаганда в учебных заведениях,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ru-RU" sz="1814" dirty="0"/>
              <a:t>«пропаганда действием» - «Казанская демонстрация»</a:t>
            </a:r>
          </a:p>
          <a:p>
            <a:r>
              <a:rPr lang="ru-RU" dirty="0"/>
              <a:t>Результат: раскол общества на террористов и пропагандистов.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662243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80768" y="228107"/>
            <a:ext cx="8230465" cy="849217"/>
          </a:xfrm>
        </p:spPr>
        <p:txBody>
          <a:bodyPr/>
          <a:lstStyle/>
          <a:p>
            <a:r>
              <a:rPr lang="ru-RU" sz="2903" dirty="0"/>
              <a:t>«Черный лебедь» революционного террора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980769" y="1403945"/>
            <a:ext cx="6597557" cy="4722219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6 декабря 1876 г. – «Казанская демонстрация». Арестован 31 участник, среди них А.С. Боголюбов.</a:t>
            </a:r>
          </a:p>
          <a:p>
            <a:r>
              <a:rPr lang="ru-RU" dirty="0"/>
              <a:t>25 июля 1877 г. Боголюбов высечен розгами, за то, что не снял шапку перед градоначальником Ф. Треповым.</a:t>
            </a:r>
          </a:p>
          <a:p>
            <a:r>
              <a:rPr lang="ru-RU" dirty="0"/>
              <a:t>5 февраля 1878  Вера Засулич стреляет в Трепова.</a:t>
            </a:r>
          </a:p>
          <a:p>
            <a:r>
              <a:rPr lang="ru-RU" dirty="0"/>
              <a:t>12 апреля 1878 г. Засулич оправдана судом присяжных.</a:t>
            </a:r>
          </a:p>
          <a:p>
            <a:r>
              <a:rPr lang="ru-RU" dirty="0"/>
              <a:t>Июнь 1878 г. – часть лидеров «Земли и воли» на съезде в Липецке приняли решение о переходе к индивидуальному террору в борьбе с самодержавием и образовали «Исполнительный комитет»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1570" y="1926540"/>
            <a:ext cx="1101497" cy="15420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7629" y="1142648"/>
            <a:ext cx="1094960" cy="14371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0438" y="3624973"/>
            <a:ext cx="1482261" cy="1965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363700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6984" y="2205157"/>
            <a:ext cx="4624369" cy="35441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 descr="D:\Documents\ДЛЯ_УЧЕБЫ\ХИМИЧЕСКИЙ\Презентации\Первый семестр\фото\oskar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9892" y="1599918"/>
            <a:ext cx="3412192" cy="4117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Скругленный прямоугольник 1"/>
          <p:cNvSpPr/>
          <p:nvPr/>
        </p:nvSpPr>
        <p:spPr>
          <a:xfrm>
            <a:off x="3287053" y="293431"/>
            <a:ext cx="6401786" cy="849217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829544"/>
            <a:r>
              <a:rPr lang="ru-RU" sz="1633" dirty="0">
                <a:solidFill>
                  <a:prstClr val="black"/>
                </a:solidFill>
                <a:latin typeface="Palatino Linotype"/>
              </a:rPr>
              <a:t>Выстрел Засулич: международный резонанс</a:t>
            </a:r>
          </a:p>
        </p:txBody>
      </p:sp>
    </p:spTree>
    <p:extLst>
      <p:ext uri="{BB962C8B-B14F-4D97-AF65-F5344CB8AC3E}">
        <p14:creationId xmlns:p14="http://schemas.microsoft.com/office/powerpoint/2010/main" val="25581704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80768" y="228107"/>
            <a:ext cx="8230465" cy="849217"/>
          </a:xfrm>
        </p:spPr>
        <p:txBody>
          <a:bodyPr/>
          <a:lstStyle/>
          <a:p>
            <a:r>
              <a:rPr lang="ru-RU" sz="3266" dirty="0"/>
              <a:t>Партия «Народная воля»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980768" y="1207972"/>
            <a:ext cx="8230465" cy="5160624"/>
          </a:xfrm>
        </p:spPr>
        <p:txBody>
          <a:bodyPr>
            <a:normAutofit lnSpcReduction="10000"/>
          </a:bodyPr>
          <a:lstStyle/>
          <a:p>
            <a:r>
              <a:rPr lang="ru-RU" dirty="0"/>
              <a:t>Место и время: Общероссийская организация 1876-1879</a:t>
            </a:r>
          </a:p>
          <a:p>
            <a:r>
              <a:rPr lang="ru-RU" dirty="0"/>
              <a:t>Состав: профессиональные революционеры («великий» Исполнительный </a:t>
            </a:r>
            <a:r>
              <a:rPr lang="ru-RU"/>
              <a:t>комитет - 33 чел.) </a:t>
            </a:r>
            <a:r>
              <a:rPr lang="ru-RU" dirty="0"/>
              <a:t>+ агенты ИК + организации сочувствующих:</a:t>
            </a:r>
          </a:p>
          <a:p>
            <a:r>
              <a:rPr lang="ru-RU" dirty="0"/>
              <a:t>Сферы деятельности: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ru-RU" sz="1814" dirty="0"/>
              <a:t>издание газеты «Народная воля» и других материалов;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ru-RU" sz="1814" dirty="0"/>
              <a:t>пропаганда среди рабочих (центральная организация + рабочие кружки),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ru-RU" sz="1814" dirty="0"/>
              <a:t>пропаганда в учебных заведениях,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ru-RU" sz="1814" dirty="0"/>
              <a:t>пропаганда в армии (центральная военная организация),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ru-RU" sz="1814" dirty="0"/>
              <a:t>организация покушений на высших чиновников и императора. </a:t>
            </a:r>
          </a:p>
          <a:p>
            <a:r>
              <a:rPr lang="ru-RU" dirty="0"/>
              <a:t>Результат 1. Убийство Александра </a:t>
            </a:r>
            <a:r>
              <a:rPr lang="en-US" dirty="0"/>
              <a:t>II</a:t>
            </a:r>
            <a:r>
              <a:rPr lang="ru-RU" dirty="0"/>
              <a:t>.</a:t>
            </a:r>
            <a:endParaRPr lang="en-US" dirty="0"/>
          </a:p>
          <a:p>
            <a:r>
              <a:rPr lang="ru-RU" dirty="0"/>
              <a:t>Результат 2. «Дегаевщина» и разгром партии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818126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8642" y="750702"/>
            <a:ext cx="6144821" cy="502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2751" y="130567"/>
            <a:ext cx="1276267" cy="18851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0170" y="2015726"/>
            <a:ext cx="1311178" cy="17241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2752" y="3739924"/>
            <a:ext cx="1420925" cy="21757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4" name="Picture 10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3217" y="489404"/>
            <a:ext cx="1429555" cy="23952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5" name="Picture 11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9019" y="4604838"/>
            <a:ext cx="1224602" cy="1785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8" name="Picture 2" descr="https://persons-journal.com/userfiles/images/2016/99/kibalchich.jp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1349" y="2884670"/>
            <a:ext cx="1268883" cy="1776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995821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Исполнительная">
  <a:themeElements>
    <a:clrScheme name="Исполнительная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Исполнительная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Исполнитель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1184</Words>
  <Application>Microsoft Office PowerPoint</Application>
  <PresentationFormat>Широкоэкранный</PresentationFormat>
  <Paragraphs>103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14</vt:i4>
      </vt:variant>
    </vt:vector>
  </HeadingPairs>
  <TitlesOfParts>
    <vt:vector size="23" baseType="lpstr">
      <vt:lpstr>Arial</vt:lpstr>
      <vt:lpstr>Calibri</vt:lpstr>
      <vt:lpstr>Calibri Light</vt:lpstr>
      <vt:lpstr>Century Gothic</vt:lpstr>
      <vt:lpstr>Courier New</vt:lpstr>
      <vt:lpstr>Palatino Linotype</vt:lpstr>
      <vt:lpstr>Wingdings</vt:lpstr>
      <vt:lpstr>Тема Office</vt:lpstr>
      <vt:lpstr>Исполнительная</vt:lpstr>
      <vt:lpstr>История России</vt:lpstr>
      <vt:lpstr>Д.И. Писарев и «нигилисты»</vt:lpstr>
      <vt:lpstr>«Земля и воля» 1860-х.</vt:lpstr>
      <vt:lpstr>Прокламация «Молодая Россия» 1862</vt:lpstr>
      <vt:lpstr>Презентация PowerPoint</vt:lpstr>
      <vt:lpstr>Революция и мораль</vt:lpstr>
      <vt:lpstr>Хождение в народ</vt:lpstr>
      <vt:lpstr>Из речи И. Мышкина на суде:</vt:lpstr>
      <vt:lpstr>Как отдать «долг» народу?</vt:lpstr>
      <vt:lpstr>«Земля и воля» 2</vt:lpstr>
      <vt:lpstr>«Черный лебедь» революционного террора</vt:lpstr>
      <vt:lpstr>Презентация PowerPoint</vt:lpstr>
      <vt:lpstr>Партия «Народная воля»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История России</dc:title>
  <dc:creator>Константин Соловьев</dc:creator>
  <cp:lastModifiedBy>Константин Соловьев</cp:lastModifiedBy>
  <cp:revision>1</cp:revision>
  <dcterms:created xsi:type="dcterms:W3CDTF">2023-08-24T11:46:25Z</dcterms:created>
  <dcterms:modified xsi:type="dcterms:W3CDTF">2023-08-24T11:46:47Z</dcterms:modified>
</cp:coreProperties>
</file>