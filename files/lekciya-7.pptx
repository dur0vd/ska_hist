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81" r:id="rId10"/>
    <p:sldId id="282" r:id="rId11"/>
    <p:sldId id="271" r:id="rId12"/>
    <p:sldId id="265" r:id="rId13"/>
    <p:sldId id="266" r:id="rId14"/>
    <p:sldId id="267" r:id="rId15"/>
    <p:sldId id="268" r:id="rId16"/>
    <p:sldId id="269" r:id="rId17"/>
    <p:sldId id="272" r:id="rId18"/>
    <p:sldId id="273" r:id="rId19"/>
    <p:sldId id="277" r:id="rId20"/>
    <p:sldId id="270" r:id="rId21"/>
    <p:sldId id="274" r:id="rId22"/>
    <p:sldId id="275" r:id="rId23"/>
    <p:sldId id="276" r:id="rId24"/>
    <p:sldId id="278" r:id="rId25"/>
    <p:sldId id="279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230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B0B0F2-FEF4-45F8-8343-7004415FAA22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A782B9F-B650-474F-B82F-805049CD65B6}">
      <dgm:prSet phldrT="[Текст]"/>
      <dgm:spPr/>
      <dgm:t>
        <a:bodyPr/>
        <a:lstStyle/>
        <a:p>
          <a:r>
            <a:rPr lang="ru-RU" dirty="0">
              <a:solidFill>
                <a:srgbClr val="FF0000"/>
              </a:solidFill>
            </a:rPr>
            <a:t>Проблема:</a:t>
          </a:r>
        </a:p>
        <a:p>
          <a:r>
            <a:rPr lang="ru-RU" dirty="0">
              <a:solidFill>
                <a:srgbClr val="FF0000"/>
              </a:solidFill>
            </a:rPr>
            <a:t>Дмитрий Внук венчан великим князем Всея Руси в 1498 г.  </a:t>
          </a:r>
        </a:p>
        <a:p>
          <a:r>
            <a:rPr lang="ru-RU" dirty="0"/>
            <a:t> </a:t>
          </a:r>
        </a:p>
      </dgm:t>
    </dgm:pt>
    <dgm:pt modelId="{9846185F-A080-4FD3-BBC8-C14D7B59EFF3}" type="parTrans" cxnId="{1E254DD3-87D0-487A-B55A-082DE858E9E9}">
      <dgm:prSet/>
      <dgm:spPr/>
      <dgm:t>
        <a:bodyPr/>
        <a:lstStyle/>
        <a:p>
          <a:endParaRPr lang="ru-RU"/>
        </a:p>
      </dgm:t>
    </dgm:pt>
    <dgm:pt modelId="{72E4D810-3021-4C41-8667-51A00E0EE435}" type="sibTrans" cxnId="{1E254DD3-87D0-487A-B55A-082DE858E9E9}">
      <dgm:prSet/>
      <dgm:spPr/>
      <dgm:t>
        <a:bodyPr/>
        <a:lstStyle/>
        <a:p>
          <a:endParaRPr lang="ru-RU"/>
        </a:p>
      </dgm:t>
    </dgm:pt>
    <dgm:pt modelId="{5BBD0611-F9F8-4F48-8F66-4FA2004AC2B5}">
      <dgm:prSet phldrT="[Текст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b="1" dirty="0"/>
            <a:t>Решение: </a:t>
          </a:r>
          <a:r>
            <a:rPr lang="ru-RU" dirty="0"/>
            <a:t>держать в заточении до самой смерти в 1509 г. </a:t>
          </a:r>
        </a:p>
      </dgm:t>
    </dgm:pt>
    <dgm:pt modelId="{DC6B8752-1D2A-4E17-B758-F9FAFDAA632B}" type="parTrans" cxnId="{83C7CBD7-0030-47B8-97A4-59B633E97D9F}">
      <dgm:prSet/>
      <dgm:spPr/>
      <dgm:t>
        <a:bodyPr/>
        <a:lstStyle/>
        <a:p>
          <a:endParaRPr lang="ru-RU"/>
        </a:p>
      </dgm:t>
    </dgm:pt>
    <dgm:pt modelId="{703F8D79-4323-4CF6-9920-DA626E4B5DD7}" type="sibTrans" cxnId="{83C7CBD7-0030-47B8-97A4-59B633E97D9F}">
      <dgm:prSet/>
      <dgm:spPr/>
      <dgm:t>
        <a:bodyPr/>
        <a:lstStyle/>
        <a:p>
          <a:endParaRPr lang="ru-RU"/>
        </a:p>
      </dgm:t>
    </dgm:pt>
    <dgm:pt modelId="{55CE462F-1A64-4C44-875E-9A573D4DE5A6}">
      <dgm:prSet phldrT="[Текст]"/>
      <dgm:spPr/>
      <dgm:t>
        <a:bodyPr/>
        <a:lstStyle/>
        <a:p>
          <a:r>
            <a:rPr lang="ru-RU" dirty="0">
              <a:solidFill>
                <a:srgbClr val="FF0000"/>
              </a:solidFill>
            </a:rPr>
            <a:t>Проблема:</a:t>
          </a:r>
        </a:p>
        <a:p>
          <a:r>
            <a:rPr lang="ru-RU" dirty="0">
              <a:solidFill>
                <a:srgbClr val="FF0000"/>
              </a:solidFill>
            </a:rPr>
            <a:t>Василий </a:t>
          </a:r>
          <a:r>
            <a:rPr lang="en-US" dirty="0">
              <a:solidFill>
                <a:srgbClr val="FF0000"/>
              </a:solidFill>
            </a:rPr>
            <a:t>III </a:t>
          </a:r>
          <a:r>
            <a:rPr lang="ru-RU" dirty="0">
              <a:solidFill>
                <a:srgbClr val="FF0000"/>
              </a:solidFill>
            </a:rPr>
            <a:t>не имеет детей от брака с </a:t>
          </a:r>
          <a:r>
            <a:rPr lang="ru-RU" dirty="0" err="1">
              <a:solidFill>
                <a:srgbClr val="FF0000"/>
              </a:solidFill>
            </a:rPr>
            <a:t>Соломонией</a:t>
          </a:r>
          <a:r>
            <a:rPr lang="ru-RU" dirty="0">
              <a:solidFill>
                <a:srgbClr val="FF0000"/>
              </a:solidFill>
            </a:rPr>
            <a:t> Сабуровой </a:t>
          </a:r>
        </a:p>
      </dgm:t>
    </dgm:pt>
    <dgm:pt modelId="{A1BC2891-B2B5-4ABC-BC70-363A13E08D5D}" type="parTrans" cxnId="{E396A0D5-5131-4B2B-9C3F-8BC3A305EDCA}">
      <dgm:prSet/>
      <dgm:spPr/>
      <dgm:t>
        <a:bodyPr/>
        <a:lstStyle/>
        <a:p>
          <a:endParaRPr lang="ru-RU"/>
        </a:p>
      </dgm:t>
    </dgm:pt>
    <dgm:pt modelId="{F12D1DE2-ABC6-4B25-9E08-9417970C0646}" type="sibTrans" cxnId="{E396A0D5-5131-4B2B-9C3F-8BC3A305EDCA}">
      <dgm:prSet/>
      <dgm:spPr/>
      <dgm:t>
        <a:bodyPr/>
        <a:lstStyle/>
        <a:p>
          <a:endParaRPr lang="ru-RU"/>
        </a:p>
      </dgm:t>
    </dgm:pt>
    <dgm:pt modelId="{0C193B09-5556-45F3-B9E8-C6ADC9AE50BB}">
      <dgm:prSet phldrT="[Текст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b="1" dirty="0"/>
            <a:t>Решение: </a:t>
          </a:r>
          <a:r>
            <a:rPr lang="ru-RU" dirty="0"/>
            <a:t>развод и заточении </a:t>
          </a:r>
          <a:r>
            <a:rPr lang="ru-RU" dirty="0" err="1"/>
            <a:t>Соломонии</a:t>
          </a:r>
          <a:r>
            <a:rPr lang="ru-RU" dirty="0"/>
            <a:t> в монастырь. Женитьба на Елене Глинской.</a:t>
          </a:r>
        </a:p>
      </dgm:t>
    </dgm:pt>
    <dgm:pt modelId="{E1E594A6-DA31-46E0-91B2-6E71C38FA614}" type="parTrans" cxnId="{2264FC19-3346-45E1-B8F5-32EC0504E473}">
      <dgm:prSet/>
      <dgm:spPr/>
      <dgm:t>
        <a:bodyPr/>
        <a:lstStyle/>
        <a:p>
          <a:endParaRPr lang="ru-RU"/>
        </a:p>
      </dgm:t>
    </dgm:pt>
    <dgm:pt modelId="{2298649F-2FA3-4D86-8598-9522FEABCEB9}" type="sibTrans" cxnId="{2264FC19-3346-45E1-B8F5-32EC0504E473}">
      <dgm:prSet/>
      <dgm:spPr/>
      <dgm:t>
        <a:bodyPr/>
        <a:lstStyle/>
        <a:p>
          <a:endParaRPr lang="ru-RU"/>
        </a:p>
      </dgm:t>
    </dgm:pt>
    <dgm:pt modelId="{EBD4183B-5A2F-40CD-8960-7BC43DA09A43}">
      <dgm:prSet phldrT="[Текст]"/>
      <dgm:spPr/>
      <dgm:t>
        <a:bodyPr/>
        <a:lstStyle/>
        <a:p>
          <a:r>
            <a:rPr lang="ru-RU" dirty="0">
              <a:solidFill>
                <a:srgbClr val="FF0000"/>
              </a:solidFill>
            </a:rPr>
            <a:t>Проблема:</a:t>
          </a:r>
        </a:p>
        <a:p>
          <a:r>
            <a:rPr lang="ru-RU" dirty="0">
              <a:solidFill>
                <a:srgbClr val="FF0000"/>
              </a:solidFill>
            </a:rPr>
            <a:t>смерть Василия </a:t>
          </a:r>
          <a:r>
            <a:rPr lang="en-US" dirty="0">
              <a:solidFill>
                <a:srgbClr val="FF0000"/>
              </a:solidFill>
            </a:rPr>
            <a:t>III</a:t>
          </a:r>
          <a:r>
            <a:rPr lang="ru-RU" dirty="0">
              <a:solidFill>
                <a:srgbClr val="FF0000"/>
              </a:solidFill>
            </a:rPr>
            <a:t> в 1533 (наследнику – 3 года) </a:t>
          </a:r>
        </a:p>
      </dgm:t>
    </dgm:pt>
    <dgm:pt modelId="{B3C9EFD3-303D-4E2F-BEF0-58217778D0EC}" type="parTrans" cxnId="{2C54392C-EAED-4ADB-962E-117E58CD01CF}">
      <dgm:prSet/>
      <dgm:spPr/>
      <dgm:t>
        <a:bodyPr/>
        <a:lstStyle/>
        <a:p>
          <a:endParaRPr lang="ru-RU"/>
        </a:p>
      </dgm:t>
    </dgm:pt>
    <dgm:pt modelId="{82C8E303-19A5-4921-9B3C-A04885B44F7A}" type="sibTrans" cxnId="{2C54392C-EAED-4ADB-962E-117E58CD01CF}">
      <dgm:prSet/>
      <dgm:spPr/>
      <dgm:t>
        <a:bodyPr/>
        <a:lstStyle/>
        <a:p>
          <a:endParaRPr lang="ru-RU"/>
        </a:p>
      </dgm:t>
    </dgm:pt>
    <dgm:pt modelId="{1CA33CD0-ED6C-434E-ABD7-B5E85A646C20}">
      <dgm:prSet phldrT="[Текст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r>
            <a:rPr lang="ru-RU" b="1" dirty="0"/>
            <a:t>Решение:</a:t>
          </a:r>
        </a:p>
        <a:p>
          <a:r>
            <a:rPr lang="ru-RU" dirty="0"/>
            <a:t>Елена Глинская – регент, ее фаворит Оболенский (Овчина) – во главе Думы.</a:t>
          </a:r>
        </a:p>
      </dgm:t>
    </dgm:pt>
    <dgm:pt modelId="{C68F010B-3D3F-4DFE-9231-518E0F566C27}" type="parTrans" cxnId="{A71AD245-32F9-4822-882D-127C1D52BB0F}">
      <dgm:prSet/>
      <dgm:spPr/>
      <dgm:t>
        <a:bodyPr/>
        <a:lstStyle/>
        <a:p>
          <a:endParaRPr lang="ru-RU"/>
        </a:p>
      </dgm:t>
    </dgm:pt>
    <dgm:pt modelId="{1FE81067-E957-4342-8198-14EC47BF8925}" type="sibTrans" cxnId="{A71AD245-32F9-4822-882D-127C1D52BB0F}">
      <dgm:prSet/>
      <dgm:spPr/>
      <dgm:t>
        <a:bodyPr/>
        <a:lstStyle/>
        <a:p>
          <a:endParaRPr lang="ru-RU"/>
        </a:p>
      </dgm:t>
    </dgm:pt>
    <dgm:pt modelId="{A9FE5637-B0C6-41B4-BA27-A5AFE49B1A75}" type="pres">
      <dgm:prSet presAssocID="{AAB0B0F2-FEF4-45F8-8343-7004415FAA22}" presName="theList" presStyleCnt="0">
        <dgm:presLayoutVars>
          <dgm:dir/>
          <dgm:animLvl val="lvl"/>
          <dgm:resizeHandles val="exact"/>
        </dgm:presLayoutVars>
      </dgm:prSet>
      <dgm:spPr/>
    </dgm:pt>
    <dgm:pt modelId="{7B108624-4349-4763-840E-3FCD0D15ABDB}" type="pres">
      <dgm:prSet presAssocID="{6A782B9F-B650-474F-B82F-805049CD65B6}" presName="compNode" presStyleCnt="0"/>
      <dgm:spPr/>
    </dgm:pt>
    <dgm:pt modelId="{80F6E804-4A7F-4391-A61E-724BE362FFAF}" type="pres">
      <dgm:prSet presAssocID="{6A782B9F-B650-474F-B82F-805049CD65B6}" presName="aNode" presStyleLbl="bgShp" presStyleIdx="0" presStyleCnt="3"/>
      <dgm:spPr/>
    </dgm:pt>
    <dgm:pt modelId="{F6A09B38-4323-4B1A-AE34-8668EBCF70E8}" type="pres">
      <dgm:prSet presAssocID="{6A782B9F-B650-474F-B82F-805049CD65B6}" presName="textNode" presStyleLbl="bgShp" presStyleIdx="0" presStyleCnt="3"/>
      <dgm:spPr/>
    </dgm:pt>
    <dgm:pt modelId="{157D1C59-821E-4EA1-AEBB-A9F066B4AF3D}" type="pres">
      <dgm:prSet presAssocID="{6A782B9F-B650-474F-B82F-805049CD65B6}" presName="compChildNode" presStyleCnt="0"/>
      <dgm:spPr/>
    </dgm:pt>
    <dgm:pt modelId="{7597C853-D4FC-4AA0-96B5-3E59FF855338}" type="pres">
      <dgm:prSet presAssocID="{6A782B9F-B650-474F-B82F-805049CD65B6}" presName="theInnerList" presStyleCnt="0"/>
      <dgm:spPr/>
    </dgm:pt>
    <dgm:pt modelId="{3E0A6DC3-D218-46DE-8D8E-39A73A1178B2}" type="pres">
      <dgm:prSet presAssocID="{5BBD0611-F9F8-4F48-8F66-4FA2004AC2B5}" presName="childNode" presStyleLbl="node1" presStyleIdx="0" presStyleCnt="3">
        <dgm:presLayoutVars>
          <dgm:bulletEnabled val="1"/>
        </dgm:presLayoutVars>
      </dgm:prSet>
      <dgm:spPr/>
    </dgm:pt>
    <dgm:pt modelId="{960DCBCC-0535-40C3-A9D9-83B3D322631A}" type="pres">
      <dgm:prSet presAssocID="{6A782B9F-B650-474F-B82F-805049CD65B6}" presName="aSpace" presStyleCnt="0"/>
      <dgm:spPr/>
    </dgm:pt>
    <dgm:pt modelId="{0C4A400A-DC69-4D6B-9BF9-C6975F9F372F}" type="pres">
      <dgm:prSet presAssocID="{55CE462F-1A64-4C44-875E-9A573D4DE5A6}" presName="compNode" presStyleCnt="0"/>
      <dgm:spPr/>
    </dgm:pt>
    <dgm:pt modelId="{D17B9BDC-D33E-465E-BEF4-D77FA17C4362}" type="pres">
      <dgm:prSet presAssocID="{55CE462F-1A64-4C44-875E-9A573D4DE5A6}" presName="aNode" presStyleLbl="bgShp" presStyleIdx="1" presStyleCnt="3"/>
      <dgm:spPr/>
    </dgm:pt>
    <dgm:pt modelId="{1C8ACD0D-384D-4A8A-9FD9-90882752ED88}" type="pres">
      <dgm:prSet presAssocID="{55CE462F-1A64-4C44-875E-9A573D4DE5A6}" presName="textNode" presStyleLbl="bgShp" presStyleIdx="1" presStyleCnt="3"/>
      <dgm:spPr/>
    </dgm:pt>
    <dgm:pt modelId="{43C33E3C-4386-4347-8258-327A30CBF25F}" type="pres">
      <dgm:prSet presAssocID="{55CE462F-1A64-4C44-875E-9A573D4DE5A6}" presName="compChildNode" presStyleCnt="0"/>
      <dgm:spPr/>
    </dgm:pt>
    <dgm:pt modelId="{1473B9D8-F69B-4900-8C04-43A2A350325B}" type="pres">
      <dgm:prSet presAssocID="{55CE462F-1A64-4C44-875E-9A573D4DE5A6}" presName="theInnerList" presStyleCnt="0"/>
      <dgm:spPr/>
    </dgm:pt>
    <dgm:pt modelId="{D2FE391B-C253-438C-B512-B151B4DCADFA}" type="pres">
      <dgm:prSet presAssocID="{0C193B09-5556-45F3-B9E8-C6ADC9AE50BB}" presName="childNode" presStyleLbl="node1" presStyleIdx="1" presStyleCnt="3">
        <dgm:presLayoutVars>
          <dgm:bulletEnabled val="1"/>
        </dgm:presLayoutVars>
      </dgm:prSet>
      <dgm:spPr/>
    </dgm:pt>
    <dgm:pt modelId="{5AD6A7E8-54C3-4403-B110-D38E76D37DC1}" type="pres">
      <dgm:prSet presAssocID="{55CE462F-1A64-4C44-875E-9A573D4DE5A6}" presName="aSpace" presStyleCnt="0"/>
      <dgm:spPr/>
    </dgm:pt>
    <dgm:pt modelId="{B650E297-10A0-44E6-AF97-F851AA3AD851}" type="pres">
      <dgm:prSet presAssocID="{EBD4183B-5A2F-40CD-8960-7BC43DA09A43}" presName="compNode" presStyleCnt="0"/>
      <dgm:spPr/>
    </dgm:pt>
    <dgm:pt modelId="{904275A0-CFD1-4A82-AAC4-17923627BFDE}" type="pres">
      <dgm:prSet presAssocID="{EBD4183B-5A2F-40CD-8960-7BC43DA09A43}" presName="aNode" presStyleLbl="bgShp" presStyleIdx="2" presStyleCnt="3"/>
      <dgm:spPr/>
    </dgm:pt>
    <dgm:pt modelId="{3EC8B7E7-F074-4FBF-A0F8-223794C6726D}" type="pres">
      <dgm:prSet presAssocID="{EBD4183B-5A2F-40CD-8960-7BC43DA09A43}" presName="textNode" presStyleLbl="bgShp" presStyleIdx="2" presStyleCnt="3"/>
      <dgm:spPr/>
    </dgm:pt>
    <dgm:pt modelId="{6D6E8F34-D877-4415-8757-636DB9790555}" type="pres">
      <dgm:prSet presAssocID="{EBD4183B-5A2F-40CD-8960-7BC43DA09A43}" presName="compChildNode" presStyleCnt="0"/>
      <dgm:spPr/>
    </dgm:pt>
    <dgm:pt modelId="{7995889D-936E-4DED-AAF0-A9E7957D2F43}" type="pres">
      <dgm:prSet presAssocID="{EBD4183B-5A2F-40CD-8960-7BC43DA09A43}" presName="theInnerList" presStyleCnt="0"/>
      <dgm:spPr/>
    </dgm:pt>
    <dgm:pt modelId="{81DF6329-D544-47EB-BAEC-FD5EF7EF7825}" type="pres">
      <dgm:prSet presAssocID="{1CA33CD0-ED6C-434E-ABD7-B5E85A646C20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7F00E905-752E-4A4B-90AA-1860F560E5F9}" type="presOf" srcId="{55CE462F-1A64-4C44-875E-9A573D4DE5A6}" destId="{1C8ACD0D-384D-4A8A-9FD9-90882752ED88}" srcOrd="1" destOrd="0" presId="urn:microsoft.com/office/officeart/2005/8/layout/lProcess2"/>
    <dgm:cxn modelId="{8728900E-574F-4A4E-BA3F-A3A3B5BB8B30}" type="presOf" srcId="{55CE462F-1A64-4C44-875E-9A573D4DE5A6}" destId="{D17B9BDC-D33E-465E-BEF4-D77FA17C4362}" srcOrd="0" destOrd="0" presId="urn:microsoft.com/office/officeart/2005/8/layout/lProcess2"/>
    <dgm:cxn modelId="{2264FC19-3346-45E1-B8F5-32EC0504E473}" srcId="{55CE462F-1A64-4C44-875E-9A573D4DE5A6}" destId="{0C193B09-5556-45F3-B9E8-C6ADC9AE50BB}" srcOrd="0" destOrd="0" parTransId="{E1E594A6-DA31-46E0-91B2-6E71C38FA614}" sibTransId="{2298649F-2FA3-4D86-8598-9522FEABCEB9}"/>
    <dgm:cxn modelId="{2C54392C-EAED-4ADB-962E-117E58CD01CF}" srcId="{AAB0B0F2-FEF4-45F8-8343-7004415FAA22}" destId="{EBD4183B-5A2F-40CD-8960-7BC43DA09A43}" srcOrd="2" destOrd="0" parTransId="{B3C9EFD3-303D-4E2F-BEF0-58217778D0EC}" sibTransId="{82C8E303-19A5-4921-9B3C-A04885B44F7A}"/>
    <dgm:cxn modelId="{1DF2B52C-6A60-450A-A90C-D3DE810A542A}" type="presOf" srcId="{EBD4183B-5A2F-40CD-8960-7BC43DA09A43}" destId="{904275A0-CFD1-4A82-AAC4-17923627BFDE}" srcOrd="0" destOrd="0" presId="urn:microsoft.com/office/officeart/2005/8/layout/lProcess2"/>
    <dgm:cxn modelId="{CB915338-E72A-493E-9380-C4DE5E1A7B39}" type="presOf" srcId="{5BBD0611-F9F8-4F48-8F66-4FA2004AC2B5}" destId="{3E0A6DC3-D218-46DE-8D8E-39A73A1178B2}" srcOrd="0" destOrd="0" presId="urn:microsoft.com/office/officeart/2005/8/layout/lProcess2"/>
    <dgm:cxn modelId="{A71AD245-32F9-4822-882D-127C1D52BB0F}" srcId="{EBD4183B-5A2F-40CD-8960-7BC43DA09A43}" destId="{1CA33CD0-ED6C-434E-ABD7-B5E85A646C20}" srcOrd="0" destOrd="0" parTransId="{C68F010B-3D3F-4DFE-9231-518E0F566C27}" sibTransId="{1FE81067-E957-4342-8198-14EC47BF8925}"/>
    <dgm:cxn modelId="{4D399468-25A0-4190-B067-76F560318B4F}" type="presOf" srcId="{0C193B09-5556-45F3-B9E8-C6ADC9AE50BB}" destId="{D2FE391B-C253-438C-B512-B151B4DCADFA}" srcOrd="0" destOrd="0" presId="urn:microsoft.com/office/officeart/2005/8/layout/lProcess2"/>
    <dgm:cxn modelId="{6FD9184B-C086-4626-890F-4B90CBF202F5}" type="presOf" srcId="{1CA33CD0-ED6C-434E-ABD7-B5E85A646C20}" destId="{81DF6329-D544-47EB-BAEC-FD5EF7EF7825}" srcOrd="0" destOrd="0" presId="urn:microsoft.com/office/officeart/2005/8/layout/lProcess2"/>
    <dgm:cxn modelId="{2B4AEC8E-7C3F-429D-A007-AC8E18460104}" type="presOf" srcId="{6A782B9F-B650-474F-B82F-805049CD65B6}" destId="{80F6E804-4A7F-4391-A61E-724BE362FFAF}" srcOrd="0" destOrd="0" presId="urn:microsoft.com/office/officeart/2005/8/layout/lProcess2"/>
    <dgm:cxn modelId="{6A1303B6-3177-4C14-B5FC-5E1A96A20335}" type="presOf" srcId="{EBD4183B-5A2F-40CD-8960-7BC43DA09A43}" destId="{3EC8B7E7-F074-4FBF-A0F8-223794C6726D}" srcOrd="1" destOrd="0" presId="urn:microsoft.com/office/officeart/2005/8/layout/lProcess2"/>
    <dgm:cxn modelId="{44269DC0-01E7-4158-9E18-2EFD485A7390}" type="presOf" srcId="{6A782B9F-B650-474F-B82F-805049CD65B6}" destId="{F6A09B38-4323-4B1A-AE34-8668EBCF70E8}" srcOrd="1" destOrd="0" presId="urn:microsoft.com/office/officeart/2005/8/layout/lProcess2"/>
    <dgm:cxn modelId="{1E254DD3-87D0-487A-B55A-082DE858E9E9}" srcId="{AAB0B0F2-FEF4-45F8-8343-7004415FAA22}" destId="{6A782B9F-B650-474F-B82F-805049CD65B6}" srcOrd="0" destOrd="0" parTransId="{9846185F-A080-4FD3-BBC8-C14D7B59EFF3}" sibTransId="{72E4D810-3021-4C41-8667-51A00E0EE435}"/>
    <dgm:cxn modelId="{E396A0D5-5131-4B2B-9C3F-8BC3A305EDCA}" srcId="{AAB0B0F2-FEF4-45F8-8343-7004415FAA22}" destId="{55CE462F-1A64-4C44-875E-9A573D4DE5A6}" srcOrd="1" destOrd="0" parTransId="{A1BC2891-B2B5-4ABC-BC70-363A13E08D5D}" sibTransId="{F12D1DE2-ABC6-4B25-9E08-9417970C0646}"/>
    <dgm:cxn modelId="{83C7CBD7-0030-47B8-97A4-59B633E97D9F}" srcId="{6A782B9F-B650-474F-B82F-805049CD65B6}" destId="{5BBD0611-F9F8-4F48-8F66-4FA2004AC2B5}" srcOrd="0" destOrd="0" parTransId="{DC6B8752-1D2A-4E17-B758-F9FAFDAA632B}" sibTransId="{703F8D79-4323-4CF6-9920-DA626E4B5DD7}"/>
    <dgm:cxn modelId="{3E404DE5-8186-4061-99C9-EF912E323481}" type="presOf" srcId="{AAB0B0F2-FEF4-45F8-8343-7004415FAA22}" destId="{A9FE5637-B0C6-41B4-BA27-A5AFE49B1A75}" srcOrd="0" destOrd="0" presId="urn:microsoft.com/office/officeart/2005/8/layout/lProcess2"/>
    <dgm:cxn modelId="{6112DEFD-3B93-44C1-928C-8363E7F08AE0}" type="presParOf" srcId="{A9FE5637-B0C6-41B4-BA27-A5AFE49B1A75}" destId="{7B108624-4349-4763-840E-3FCD0D15ABDB}" srcOrd="0" destOrd="0" presId="urn:microsoft.com/office/officeart/2005/8/layout/lProcess2"/>
    <dgm:cxn modelId="{7BCBAC24-8B13-450B-A3F3-D9554B0A7ADA}" type="presParOf" srcId="{7B108624-4349-4763-840E-3FCD0D15ABDB}" destId="{80F6E804-4A7F-4391-A61E-724BE362FFAF}" srcOrd="0" destOrd="0" presId="urn:microsoft.com/office/officeart/2005/8/layout/lProcess2"/>
    <dgm:cxn modelId="{25FA5C46-A843-473E-87B3-23963131CD9B}" type="presParOf" srcId="{7B108624-4349-4763-840E-3FCD0D15ABDB}" destId="{F6A09B38-4323-4B1A-AE34-8668EBCF70E8}" srcOrd="1" destOrd="0" presId="urn:microsoft.com/office/officeart/2005/8/layout/lProcess2"/>
    <dgm:cxn modelId="{0BFE8DD4-307C-4A12-A135-A2295E127DA6}" type="presParOf" srcId="{7B108624-4349-4763-840E-3FCD0D15ABDB}" destId="{157D1C59-821E-4EA1-AEBB-A9F066B4AF3D}" srcOrd="2" destOrd="0" presId="urn:microsoft.com/office/officeart/2005/8/layout/lProcess2"/>
    <dgm:cxn modelId="{E31918B2-B2CA-406C-A725-AD2B53D7256A}" type="presParOf" srcId="{157D1C59-821E-4EA1-AEBB-A9F066B4AF3D}" destId="{7597C853-D4FC-4AA0-96B5-3E59FF855338}" srcOrd="0" destOrd="0" presId="urn:microsoft.com/office/officeart/2005/8/layout/lProcess2"/>
    <dgm:cxn modelId="{BAD8BD24-BEAD-4434-AD7F-4EA9722BA7E3}" type="presParOf" srcId="{7597C853-D4FC-4AA0-96B5-3E59FF855338}" destId="{3E0A6DC3-D218-46DE-8D8E-39A73A1178B2}" srcOrd="0" destOrd="0" presId="urn:microsoft.com/office/officeart/2005/8/layout/lProcess2"/>
    <dgm:cxn modelId="{6C11BCA5-B02F-4A8F-B443-A818AFF34292}" type="presParOf" srcId="{A9FE5637-B0C6-41B4-BA27-A5AFE49B1A75}" destId="{960DCBCC-0535-40C3-A9D9-83B3D322631A}" srcOrd="1" destOrd="0" presId="urn:microsoft.com/office/officeart/2005/8/layout/lProcess2"/>
    <dgm:cxn modelId="{2935FB34-5919-4D46-977D-E94B5C3C7779}" type="presParOf" srcId="{A9FE5637-B0C6-41B4-BA27-A5AFE49B1A75}" destId="{0C4A400A-DC69-4D6B-9BF9-C6975F9F372F}" srcOrd="2" destOrd="0" presId="urn:microsoft.com/office/officeart/2005/8/layout/lProcess2"/>
    <dgm:cxn modelId="{4B44877F-B8A1-46C1-9923-9279A6C4F5E9}" type="presParOf" srcId="{0C4A400A-DC69-4D6B-9BF9-C6975F9F372F}" destId="{D17B9BDC-D33E-465E-BEF4-D77FA17C4362}" srcOrd="0" destOrd="0" presId="urn:microsoft.com/office/officeart/2005/8/layout/lProcess2"/>
    <dgm:cxn modelId="{6DE74BF8-A6B7-4D40-8A3F-219DC3390504}" type="presParOf" srcId="{0C4A400A-DC69-4D6B-9BF9-C6975F9F372F}" destId="{1C8ACD0D-384D-4A8A-9FD9-90882752ED88}" srcOrd="1" destOrd="0" presId="urn:microsoft.com/office/officeart/2005/8/layout/lProcess2"/>
    <dgm:cxn modelId="{E02FF798-E33A-45D6-8419-0FDD6B0F6C5C}" type="presParOf" srcId="{0C4A400A-DC69-4D6B-9BF9-C6975F9F372F}" destId="{43C33E3C-4386-4347-8258-327A30CBF25F}" srcOrd="2" destOrd="0" presId="urn:microsoft.com/office/officeart/2005/8/layout/lProcess2"/>
    <dgm:cxn modelId="{3888A8C3-B46C-4C10-AAE1-8E9A13BD099E}" type="presParOf" srcId="{43C33E3C-4386-4347-8258-327A30CBF25F}" destId="{1473B9D8-F69B-4900-8C04-43A2A350325B}" srcOrd="0" destOrd="0" presId="urn:microsoft.com/office/officeart/2005/8/layout/lProcess2"/>
    <dgm:cxn modelId="{4039B7FA-CD42-4E83-B67E-DBC29BB4EDB7}" type="presParOf" srcId="{1473B9D8-F69B-4900-8C04-43A2A350325B}" destId="{D2FE391B-C253-438C-B512-B151B4DCADFA}" srcOrd="0" destOrd="0" presId="urn:microsoft.com/office/officeart/2005/8/layout/lProcess2"/>
    <dgm:cxn modelId="{1BACDB84-CD55-4539-B4FA-48AB078DA75B}" type="presParOf" srcId="{A9FE5637-B0C6-41B4-BA27-A5AFE49B1A75}" destId="{5AD6A7E8-54C3-4403-B110-D38E76D37DC1}" srcOrd="3" destOrd="0" presId="urn:microsoft.com/office/officeart/2005/8/layout/lProcess2"/>
    <dgm:cxn modelId="{0CD579DF-AA46-449F-BACD-126C38D92A46}" type="presParOf" srcId="{A9FE5637-B0C6-41B4-BA27-A5AFE49B1A75}" destId="{B650E297-10A0-44E6-AF97-F851AA3AD851}" srcOrd="4" destOrd="0" presId="urn:microsoft.com/office/officeart/2005/8/layout/lProcess2"/>
    <dgm:cxn modelId="{16499D39-4BA0-4903-B809-7FFEE10A7E2A}" type="presParOf" srcId="{B650E297-10A0-44E6-AF97-F851AA3AD851}" destId="{904275A0-CFD1-4A82-AAC4-17923627BFDE}" srcOrd="0" destOrd="0" presId="urn:microsoft.com/office/officeart/2005/8/layout/lProcess2"/>
    <dgm:cxn modelId="{6FB82A28-563D-46F4-AEF6-1C0E9311AA13}" type="presParOf" srcId="{B650E297-10A0-44E6-AF97-F851AA3AD851}" destId="{3EC8B7E7-F074-4FBF-A0F8-223794C6726D}" srcOrd="1" destOrd="0" presId="urn:microsoft.com/office/officeart/2005/8/layout/lProcess2"/>
    <dgm:cxn modelId="{32006E0B-3448-4E97-A1CF-481002FEC26A}" type="presParOf" srcId="{B650E297-10A0-44E6-AF97-F851AA3AD851}" destId="{6D6E8F34-D877-4415-8757-636DB9790555}" srcOrd="2" destOrd="0" presId="urn:microsoft.com/office/officeart/2005/8/layout/lProcess2"/>
    <dgm:cxn modelId="{445D05CC-DE5B-4735-930E-38A009E8421D}" type="presParOf" srcId="{6D6E8F34-D877-4415-8757-636DB9790555}" destId="{7995889D-936E-4DED-AAF0-A9E7957D2F43}" srcOrd="0" destOrd="0" presId="urn:microsoft.com/office/officeart/2005/8/layout/lProcess2"/>
    <dgm:cxn modelId="{87450540-1298-4D7B-93CE-8191A9BF16A4}" type="presParOf" srcId="{7995889D-936E-4DED-AAF0-A9E7957D2F43}" destId="{81DF6329-D544-47EB-BAEC-FD5EF7EF7825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8E00A0-0B1D-44D2-A4B2-46395DA808A5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BAC3899-F56E-4DBF-BBAE-53D769568986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glow rad="2286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b="1" dirty="0"/>
            <a:t>Проблема: </a:t>
          </a:r>
          <a:r>
            <a:rPr lang="ru-RU" dirty="0"/>
            <a:t>смерть Елены Глинской 1538 г. </a:t>
          </a:r>
        </a:p>
      </dgm:t>
    </dgm:pt>
    <dgm:pt modelId="{C10A05FE-3A95-4437-801A-C54E523C7A95}" type="parTrans" cxnId="{5D0A4BC3-42DC-4A8B-85A8-E5229C481937}">
      <dgm:prSet/>
      <dgm:spPr/>
      <dgm:t>
        <a:bodyPr/>
        <a:lstStyle/>
        <a:p>
          <a:endParaRPr lang="ru-RU"/>
        </a:p>
      </dgm:t>
    </dgm:pt>
    <dgm:pt modelId="{E79234E0-0058-4E45-94C1-6B81B65F5F3E}" type="sibTrans" cxnId="{5D0A4BC3-42DC-4A8B-85A8-E5229C481937}">
      <dgm:prSet/>
      <dgm:spPr/>
      <dgm:t>
        <a:bodyPr/>
        <a:lstStyle/>
        <a:p>
          <a:endParaRPr lang="ru-RU"/>
        </a:p>
      </dgm:t>
    </dgm:pt>
    <dgm:pt modelId="{27ADBF6D-057D-47B3-9C21-26474CA6AC16}">
      <dgm:prSet phldrT="[Текст]"/>
      <dgm:spPr/>
      <dgm:t>
        <a:bodyPr/>
        <a:lstStyle/>
        <a:p>
          <a:r>
            <a:rPr lang="ru-RU" dirty="0"/>
            <a:t>Во главе правительства князя Шуйские</a:t>
          </a:r>
        </a:p>
      </dgm:t>
    </dgm:pt>
    <dgm:pt modelId="{F511AAA7-77D5-4862-86C0-D9B173F91C3C}" type="parTrans" cxnId="{EEE68432-5898-4875-959D-213F1CF8BD60}">
      <dgm:prSet/>
      <dgm:spPr/>
      <dgm:t>
        <a:bodyPr/>
        <a:lstStyle/>
        <a:p>
          <a:endParaRPr lang="ru-RU"/>
        </a:p>
      </dgm:t>
    </dgm:pt>
    <dgm:pt modelId="{F2601218-2C83-4BAE-9D85-D77B6BAADCDF}" type="sibTrans" cxnId="{EEE68432-5898-4875-959D-213F1CF8BD60}">
      <dgm:prSet/>
      <dgm:spPr/>
      <dgm:t>
        <a:bodyPr/>
        <a:lstStyle/>
        <a:p>
          <a:endParaRPr lang="ru-RU"/>
        </a:p>
      </dgm:t>
    </dgm:pt>
    <dgm:pt modelId="{6F7E52C9-80C0-4AC5-A49E-7FA271B29692}">
      <dgm:prSet phldrT="[Текст]"/>
      <dgm:spPr/>
      <dgm:t>
        <a:bodyPr/>
        <a:lstStyle/>
        <a:p>
          <a:r>
            <a:rPr lang="ru-RU" dirty="0"/>
            <a:t>Во главе правительства князя Глинские</a:t>
          </a:r>
        </a:p>
      </dgm:t>
    </dgm:pt>
    <dgm:pt modelId="{7AE10259-D5FF-474A-8F75-644F77D31DA4}" type="parTrans" cxnId="{8C06268D-B61A-4FC2-B0E1-A9845392D06E}">
      <dgm:prSet/>
      <dgm:spPr/>
      <dgm:t>
        <a:bodyPr/>
        <a:lstStyle/>
        <a:p>
          <a:endParaRPr lang="ru-RU"/>
        </a:p>
      </dgm:t>
    </dgm:pt>
    <dgm:pt modelId="{3CF8BCD3-9609-4E6D-9417-FFE787FE834E}" type="sibTrans" cxnId="{8C06268D-B61A-4FC2-B0E1-A9845392D06E}">
      <dgm:prSet/>
      <dgm:spPr/>
      <dgm:t>
        <a:bodyPr/>
        <a:lstStyle/>
        <a:p>
          <a:endParaRPr lang="ru-RU"/>
        </a:p>
      </dgm:t>
    </dgm:pt>
    <dgm:pt modelId="{A05A12DC-F000-4782-8003-4C029070567A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glow rad="1397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b="1" dirty="0"/>
            <a:t>Проблема: </a:t>
          </a:r>
          <a:r>
            <a:rPr lang="ru-RU" dirty="0"/>
            <a:t>Корыстолюбие и самодурство бояр подрывают доверие к власти</a:t>
          </a:r>
        </a:p>
      </dgm:t>
    </dgm:pt>
    <dgm:pt modelId="{D02B7430-AD1D-449E-B5F5-512CA531A54D}" type="parTrans" cxnId="{F6D498D7-76F9-4366-8456-CF4EFA9F3943}">
      <dgm:prSet/>
      <dgm:spPr/>
      <dgm:t>
        <a:bodyPr/>
        <a:lstStyle/>
        <a:p>
          <a:endParaRPr lang="ru-RU"/>
        </a:p>
      </dgm:t>
    </dgm:pt>
    <dgm:pt modelId="{3ED1C098-3A70-417B-B952-0C361F6DCB76}" type="sibTrans" cxnId="{F6D498D7-76F9-4366-8456-CF4EFA9F3943}">
      <dgm:prSet/>
      <dgm:spPr/>
      <dgm:t>
        <a:bodyPr/>
        <a:lstStyle/>
        <a:p>
          <a:endParaRPr lang="ru-RU"/>
        </a:p>
      </dgm:t>
    </dgm:pt>
    <dgm:pt modelId="{F527DCD8-1069-42D6-97A3-7DE17D63E4AD}">
      <dgm:prSet phldrT="[Текст]"/>
      <dgm:spPr/>
      <dgm:t>
        <a:bodyPr/>
        <a:lstStyle/>
        <a:p>
          <a:r>
            <a:rPr lang="ru-RU" dirty="0"/>
            <a:t>Венчание на царство Ивана </a:t>
          </a:r>
          <a:r>
            <a:rPr lang="en-US" dirty="0"/>
            <a:t>IV </a:t>
          </a:r>
          <a:r>
            <a:rPr lang="ru-RU" dirty="0"/>
            <a:t>в 1547 г. </a:t>
          </a:r>
        </a:p>
      </dgm:t>
    </dgm:pt>
    <dgm:pt modelId="{8156F54B-9C5D-4B57-8043-D08683760285}" type="parTrans" cxnId="{E08A20D2-0FAC-4891-8418-4DA09634C1EE}">
      <dgm:prSet/>
      <dgm:spPr/>
      <dgm:t>
        <a:bodyPr/>
        <a:lstStyle/>
        <a:p>
          <a:endParaRPr lang="ru-RU"/>
        </a:p>
      </dgm:t>
    </dgm:pt>
    <dgm:pt modelId="{C00CF12A-349A-4FEC-9E00-76D234A9C3CD}" type="sibTrans" cxnId="{E08A20D2-0FAC-4891-8418-4DA09634C1EE}">
      <dgm:prSet/>
      <dgm:spPr/>
      <dgm:t>
        <a:bodyPr/>
        <a:lstStyle/>
        <a:p>
          <a:endParaRPr lang="ru-RU"/>
        </a:p>
      </dgm:t>
    </dgm:pt>
    <dgm:pt modelId="{EA4EA378-6D75-494E-ACD4-A2342AE0D294}">
      <dgm:prSet phldrT="[Текст]"/>
      <dgm:spPr/>
      <dgm:t>
        <a:bodyPr/>
        <a:lstStyle/>
        <a:p>
          <a:r>
            <a:rPr lang="ru-RU" dirty="0"/>
            <a:t>Московское восстание 1547 г., поддержанное жителями еще более чем 10 городов</a:t>
          </a:r>
        </a:p>
      </dgm:t>
    </dgm:pt>
    <dgm:pt modelId="{7FD7CE80-EF28-41B7-A6B2-82AF52174FA0}" type="parTrans" cxnId="{35976D9A-8640-48E8-9FE3-C3E3BA6FE127}">
      <dgm:prSet/>
      <dgm:spPr/>
      <dgm:t>
        <a:bodyPr/>
        <a:lstStyle/>
        <a:p>
          <a:endParaRPr lang="ru-RU"/>
        </a:p>
      </dgm:t>
    </dgm:pt>
    <dgm:pt modelId="{B8FFD958-201C-4569-947E-45EDE15FAE3F}" type="sibTrans" cxnId="{35976D9A-8640-48E8-9FE3-C3E3BA6FE127}">
      <dgm:prSet/>
      <dgm:spPr/>
      <dgm:t>
        <a:bodyPr/>
        <a:lstStyle/>
        <a:p>
          <a:endParaRPr lang="ru-RU"/>
        </a:p>
      </dgm:t>
    </dgm:pt>
    <dgm:pt modelId="{7920A40F-15AE-4DC2-BFB2-C6254E033AD6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Переход всей полноты власти  в руки Ивана </a:t>
          </a:r>
          <a:r>
            <a:rPr lang="en-US" dirty="0"/>
            <a:t>IV</a:t>
          </a:r>
          <a:r>
            <a:rPr lang="ru-RU" dirty="0"/>
            <a:t>,</a:t>
          </a:r>
          <a:r>
            <a:rPr lang="en-US" dirty="0"/>
            <a:t> </a:t>
          </a:r>
          <a:r>
            <a:rPr lang="ru-RU" dirty="0"/>
            <a:t>при недоверии городского населения к деятельности центрального правительства</a:t>
          </a:r>
        </a:p>
      </dgm:t>
    </dgm:pt>
    <dgm:pt modelId="{93F12F33-086F-45BB-BAC1-B2875CF2CA8F}" type="parTrans" cxnId="{99E13974-E8AC-4C9D-8F3D-7BC31A0D20DF}">
      <dgm:prSet/>
      <dgm:spPr/>
      <dgm:t>
        <a:bodyPr/>
        <a:lstStyle/>
        <a:p>
          <a:endParaRPr lang="ru-RU"/>
        </a:p>
      </dgm:t>
    </dgm:pt>
    <dgm:pt modelId="{C37BAD29-ADC7-4861-87D3-8965D4BACE4F}" type="sibTrans" cxnId="{99E13974-E8AC-4C9D-8F3D-7BC31A0D20DF}">
      <dgm:prSet/>
      <dgm:spPr/>
      <dgm:t>
        <a:bodyPr/>
        <a:lstStyle/>
        <a:p>
          <a:endParaRPr lang="ru-RU"/>
        </a:p>
      </dgm:t>
    </dgm:pt>
    <dgm:pt modelId="{A34799B1-1106-4B66-93AD-3D78C20C5289}">
      <dgm:prSet phldrT="[Текст]"/>
      <dgm:spPr/>
      <dgm:t>
        <a:bodyPr/>
        <a:lstStyle/>
        <a:p>
          <a:r>
            <a:rPr lang="ru-RU" dirty="0"/>
            <a:t>«Собор примирения (покаяния)» осени 1547 г.</a:t>
          </a:r>
        </a:p>
      </dgm:t>
    </dgm:pt>
    <dgm:pt modelId="{17250456-7AC5-415B-890D-9027C99B330B}" type="parTrans" cxnId="{48692B7E-31AC-4E09-8241-BA40CB3A5CDA}">
      <dgm:prSet/>
      <dgm:spPr/>
      <dgm:t>
        <a:bodyPr/>
        <a:lstStyle/>
        <a:p>
          <a:endParaRPr lang="ru-RU"/>
        </a:p>
      </dgm:t>
    </dgm:pt>
    <dgm:pt modelId="{91814C36-38DD-4AA1-85CB-AD65FB352E31}" type="sibTrans" cxnId="{48692B7E-31AC-4E09-8241-BA40CB3A5CDA}">
      <dgm:prSet/>
      <dgm:spPr/>
      <dgm:t>
        <a:bodyPr/>
        <a:lstStyle/>
        <a:p>
          <a:endParaRPr lang="ru-RU"/>
        </a:p>
      </dgm:t>
    </dgm:pt>
    <dgm:pt modelId="{4AC6663C-EF79-44FA-A7AE-263D21EAA6A0}">
      <dgm:prSet phldrT="[Текст]"/>
      <dgm:spPr/>
      <dgm:t>
        <a:bodyPr/>
        <a:lstStyle/>
        <a:p>
          <a:r>
            <a:rPr lang="ru-RU" dirty="0"/>
            <a:t>Формирования правительства нового типа </a:t>
          </a:r>
          <a:r>
            <a:rPr lang="ru-RU"/>
            <a:t>– Избранной </a:t>
          </a:r>
          <a:r>
            <a:rPr lang="ru-RU" dirty="0"/>
            <a:t>Рады.</a:t>
          </a:r>
        </a:p>
      </dgm:t>
    </dgm:pt>
    <dgm:pt modelId="{8C22E912-3AF2-4865-B678-A53204E75175}" type="parTrans" cxnId="{F30A77BB-068F-4405-8C6C-780C1974B7C2}">
      <dgm:prSet/>
      <dgm:spPr/>
      <dgm:t>
        <a:bodyPr/>
        <a:lstStyle/>
        <a:p>
          <a:endParaRPr lang="ru-RU"/>
        </a:p>
      </dgm:t>
    </dgm:pt>
    <dgm:pt modelId="{7B2BE3D0-3957-4E3A-A397-A553F4D78E8F}" type="sibTrans" cxnId="{F30A77BB-068F-4405-8C6C-780C1974B7C2}">
      <dgm:prSet/>
      <dgm:spPr/>
      <dgm:t>
        <a:bodyPr/>
        <a:lstStyle/>
        <a:p>
          <a:endParaRPr lang="ru-RU"/>
        </a:p>
      </dgm:t>
    </dgm:pt>
    <dgm:pt modelId="{DC84BAC2-B03B-4A9B-9F01-311560585CFA}" type="pres">
      <dgm:prSet presAssocID="{AB8E00A0-0B1D-44D2-A4B2-46395DA808A5}" presName="Name0" presStyleCnt="0">
        <dgm:presLayoutVars>
          <dgm:dir/>
          <dgm:animLvl val="lvl"/>
          <dgm:resizeHandles val="exact"/>
        </dgm:presLayoutVars>
      </dgm:prSet>
      <dgm:spPr/>
    </dgm:pt>
    <dgm:pt modelId="{92EDE09E-F702-44A2-954F-1F5BBF3F935B}" type="pres">
      <dgm:prSet presAssocID="{7920A40F-15AE-4DC2-BFB2-C6254E033AD6}" presName="boxAndChildren" presStyleCnt="0"/>
      <dgm:spPr/>
    </dgm:pt>
    <dgm:pt modelId="{3621950C-5315-4D31-BA73-D4E9B6EE1C82}" type="pres">
      <dgm:prSet presAssocID="{7920A40F-15AE-4DC2-BFB2-C6254E033AD6}" presName="parentTextBox" presStyleLbl="node1" presStyleIdx="0" presStyleCnt="3"/>
      <dgm:spPr/>
    </dgm:pt>
    <dgm:pt modelId="{250DC99D-1BC9-4CBB-836B-EADE14F009E2}" type="pres">
      <dgm:prSet presAssocID="{7920A40F-15AE-4DC2-BFB2-C6254E033AD6}" presName="entireBox" presStyleLbl="node1" presStyleIdx="0" presStyleCnt="3"/>
      <dgm:spPr/>
    </dgm:pt>
    <dgm:pt modelId="{98574296-207A-4C39-B953-F38CD7DD54E0}" type="pres">
      <dgm:prSet presAssocID="{7920A40F-15AE-4DC2-BFB2-C6254E033AD6}" presName="descendantBox" presStyleCnt="0"/>
      <dgm:spPr/>
    </dgm:pt>
    <dgm:pt modelId="{FB5B522B-5013-473D-81DE-3674F430B21F}" type="pres">
      <dgm:prSet presAssocID="{A34799B1-1106-4B66-93AD-3D78C20C5289}" presName="childTextBox" presStyleLbl="fgAccFollowNode1" presStyleIdx="0" presStyleCnt="6">
        <dgm:presLayoutVars>
          <dgm:bulletEnabled val="1"/>
        </dgm:presLayoutVars>
      </dgm:prSet>
      <dgm:spPr/>
    </dgm:pt>
    <dgm:pt modelId="{0CAC63CD-894D-470E-9BAF-EDB8A7546F19}" type="pres">
      <dgm:prSet presAssocID="{4AC6663C-EF79-44FA-A7AE-263D21EAA6A0}" presName="childTextBox" presStyleLbl="fgAccFollowNode1" presStyleIdx="1" presStyleCnt="6">
        <dgm:presLayoutVars>
          <dgm:bulletEnabled val="1"/>
        </dgm:presLayoutVars>
      </dgm:prSet>
      <dgm:spPr/>
    </dgm:pt>
    <dgm:pt modelId="{3B67E78E-A1A8-4EE3-B5EE-EA51B009E049}" type="pres">
      <dgm:prSet presAssocID="{3ED1C098-3A70-417B-B952-0C361F6DCB76}" presName="sp" presStyleCnt="0"/>
      <dgm:spPr/>
    </dgm:pt>
    <dgm:pt modelId="{D87315E8-D301-44D8-B513-B4A818987496}" type="pres">
      <dgm:prSet presAssocID="{A05A12DC-F000-4782-8003-4C029070567A}" presName="arrowAndChildren" presStyleCnt="0"/>
      <dgm:spPr/>
    </dgm:pt>
    <dgm:pt modelId="{B8035411-F831-4D23-94A9-B83E0D56BE43}" type="pres">
      <dgm:prSet presAssocID="{A05A12DC-F000-4782-8003-4C029070567A}" presName="parentTextArrow" presStyleLbl="node1" presStyleIdx="0" presStyleCnt="3"/>
      <dgm:spPr/>
    </dgm:pt>
    <dgm:pt modelId="{DB7046EA-1DC3-483B-A0FF-0A262CEF876B}" type="pres">
      <dgm:prSet presAssocID="{A05A12DC-F000-4782-8003-4C029070567A}" presName="arrow" presStyleLbl="node1" presStyleIdx="1" presStyleCnt="3"/>
      <dgm:spPr/>
    </dgm:pt>
    <dgm:pt modelId="{C8A5A969-2124-408B-8B34-B5C02AD1C24E}" type="pres">
      <dgm:prSet presAssocID="{A05A12DC-F000-4782-8003-4C029070567A}" presName="descendantArrow" presStyleCnt="0"/>
      <dgm:spPr/>
    </dgm:pt>
    <dgm:pt modelId="{B8DCEC7A-477A-4DF8-978A-EA986D58495B}" type="pres">
      <dgm:prSet presAssocID="{F527DCD8-1069-42D6-97A3-7DE17D63E4AD}" presName="childTextArrow" presStyleLbl="fgAccFollowNode1" presStyleIdx="2" presStyleCnt="6">
        <dgm:presLayoutVars>
          <dgm:bulletEnabled val="1"/>
        </dgm:presLayoutVars>
      </dgm:prSet>
      <dgm:spPr/>
    </dgm:pt>
    <dgm:pt modelId="{2E24E418-81C6-4603-A8A3-CDCADDFFE8F1}" type="pres">
      <dgm:prSet presAssocID="{EA4EA378-6D75-494E-ACD4-A2342AE0D294}" presName="childTextArrow" presStyleLbl="fgAccFollowNode1" presStyleIdx="3" presStyleCnt="6">
        <dgm:presLayoutVars>
          <dgm:bulletEnabled val="1"/>
        </dgm:presLayoutVars>
      </dgm:prSet>
      <dgm:spPr/>
    </dgm:pt>
    <dgm:pt modelId="{968496BD-4301-463F-A870-4EF37A0B3B1C}" type="pres">
      <dgm:prSet presAssocID="{E79234E0-0058-4E45-94C1-6B81B65F5F3E}" presName="sp" presStyleCnt="0"/>
      <dgm:spPr/>
    </dgm:pt>
    <dgm:pt modelId="{4CC71F82-85E0-4FC4-B507-3DFCDB139E54}" type="pres">
      <dgm:prSet presAssocID="{DBAC3899-F56E-4DBF-BBAE-53D769568986}" presName="arrowAndChildren" presStyleCnt="0"/>
      <dgm:spPr/>
    </dgm:pt>
    <dgm:pt modelId="{3AA42EED-AEB0-4481-A598-45E5C932AB69}" type="pres">
      <dgm:prSet presAssocID="{DBAC3899-F56E-4DBF-BBAE-53D769568986}" presName="parentTextArrow" presStyleLbl="node1" presStyleIdx="1" presStyleCnt="3"/>
      <dgm:spPr/>
    </dgm:pt>
    <dgm:pt modelId="{72922C2A-1BB6-4F4B-95B9-16A75ADB5BE0}" type="pres">
      <dgm:prSet presAssocID="{DBAC3899-F56E-4DBF-BBAE-53D769568986}" presName="arrow" presStyleLbl="node1" presStyleIdx="2" presStyleCnt="3"/>
      <dgm:spPr/>
    </dgm:pt>
    <dgm:pt modelId="{8614DE9B-028E-4ECB-BAA0-909A9BC17DBF}" type="pres">
      <dgm:prSet presAssocID="{DBAC3899-F56E-4DBF-BBAE-53D769568986}" presName="descendantArrow" presStyleCnt="0"/>
      <dgm:spPr/>
    </dgm:pt>
    <dgm:pt modelId="{D98530F7-6868-421A-B014-F12E574F2225}" type="pres">
      <dgm:prSet presAssocID="{27ADBF6D-057D-47B3-9C21-26474CA6AC16}" presName="childTextArrow" presStyleLbl="fgAccFollowNode1" presStyleIdx="4" presStyleCnt="6">
        <dgm:presLayoutVars>
          <dgm:bulletEnabled val="1"/>
        </dgm:presLayoutVars>
      </dgm:prSet>
      <dgm:spPr/>
    </dgm:pt>
    <dgm:pt modelId="{385B6585-228E-4DF8-AADA-50DC0CC64E55}" type="pres">
      <dgm:prSet presAssocID="{6F7E52C9-80C0-4AC5-A49E-7FA271B29692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AF7C9F0D-D4D4-481F-9905-0DBC99814636}" type="presOf" srcId="{4AC6663C-EF79-44FA-A7AE-263D21EAA6A0}" destId="{0CAC63CD-894D-470E-9BAF-EDB8A7546F19}" srcOrd="0" destOrd="0" presId="urn:microsoft.com/office/officeart/2005/8/layout/process4"/>
    <dgm:cxn modelId="{B7871A13-247E-40F5-B2E5-C5017856160A}" type="presOf" srcId="{F527DCD8-1069-42D6-97A3-7DE17D63E4AD}" destId="{B8DCEC7A-477A-4DF8-978A-EA986D58495B}" srcOrd="0" destOrd="0" presId="urn:microsoft.com/office/officeart/2005/8/layout/process4"/>
    <dgm:cxn modelId="{7D4F891C-C641-43B4-B679-D31AAB4C98AB}" type="presOf" srcId="{A05A12DC-F000-4782-8003-4C029070567A}" destId="{DB7046EA-1DC3-483B-A0FF-0A262CEF876B}" srcOrd="1" destOrd="0" presId="urn:microsoft.com/office/officeart/2005/8/layout/process4"/>
    <dgm:cxn modelId="{EEE68432-5898-4875-959D-213F1CF8BD60}" srcId="{DBAC3899-F56E-4DBF-BBAE-53D769568986}" destId="{27ADBF6D-057D-47B3-9C21-26474CA6AC16}" srcOrd="0" destOrd="0" parTransId="{F511AAA7-77D5-4862-86C0-D9B173F91C3C}" sibTransId="{F2601218-2C83-4BAE-9D85-D77B6BAADCDF}"/>
    <dgm:cxn modelId="{F258E336-1ED7-494A-93B4-38BF34A872F6}" type="presOf" srcId="{A05A12DC-F000-4782-8003-4C029070567A}" destId="{B8035411-F831-4D23-94A9-B83E0D56BE43}" srcOrd="0" destOrd="0" presId="urn:microsoft.com/office/officeart/2005/8/layout/process4"/>
    <dgm:cxn modelId="{46CA9761-88B0-485A-9F0B-2F72CEFDB5BC}" type="presOf" srcId="{DBAC3899-F56E-4DBF-BBAE-53D769568986}" destId="{72922C2A-1BB6-4F4B-95B9-16A75ADB5BE0}" srcOrd="1" destOrd="0" presId="urn:microsoft.com/office/officeart/2005/8/layout/process4"/>
    <dgm:cxn modelId="{627C4045-4952-467E-93F7-6CEE8C5EB2F3}" type="presOf" srcId="{AB8E00A0-0B1D-44D2-A4B2-46395DA808A5}" destId="{DC84BAC2-B03B-4A9B-9F01-311560585CFA}" srcOrd="0" destOrd="0" presId="urn:microsoft.com/office/officeart/2005/8/layout/process4"/>
    <dgm:cxn modelId="{876BC968-DDB4-42C1-8D21-308361BB4296}" type="presOf" srcId="{7920A40F-15AE-4DC2-BFB2-C6254E033AD6}" destId="{3621950C-5315-4D31-BA73-D4E9B6EE1C82}" srcOrd="0" destOrd="0" presId="urn:microsoft.com/office/officeart/2005/8/layout/process4"/>
    <dgm:cxn modelId="{99E13974-E8AC-4C9D-8F3D-7BC31A0D20DF}" srcId="{AB8E00A0-0B1D-44D2-A4B2-46395DA808A5}" destId="{7920A40F-15AE-4DC2-BFB2-C6254E033AD6}" srcOrd="2" destOrd="0" parTransId="{93F12F33-086F-45BB-BAC1-B2875CF2CA8F}" sibTransId="{C37BAD29-ADC7-4861-87D3-8965D4BACE4F}"/>
    <dgm:cxn modelId="{BF10AE55-C49C-437E-9FE3-8B563A9D7CE6}" type="presOf" srcId="{EA4EA378-6D75-494E-ACD4-A2342AE0D294}" destId="{2E24E418-81C6-4603-A8A3-CDCADDFFE8F1}" srcOrd="0" destOrd="0" presId="urn:microsoft.com/office/officeart/2005/8/layout/process4"/>
    <dgm:cxn modelId="{48692B7E-31AC-4E09-8241-BA40CB3A5CDA}" srcId="{7920A40F-15AE-4DC2-BFB2-C6254E033AD6}" destId="{A34799B1-1106-4B66-93AD-3D78C20C5289}" srcOrd="0" destOrd="0" parTransId="{17250456-7AC5-415B-890D-9027C99B330B}" sibTransId="{91814C36-38DD-4AA1-85CB-AD65FB352E31}"/>
    <dgm:cxn modelId="{9EB66689-4AD2-4CB2-903B-619FD73CEC50}" type="presOf" srcId="{7920A40F-15AE-4DC2-BFB2-C6254E033AD6}" destId="{250DC99D-1BC9-4CBB-836B-EADE14F009E2}" srcOrd="1" destOrd="0" presId="urn:microsoft.com/office/officeart/2005/8/layout/process4"/>
    <dgm:cxn modelId="{4898C38B-F934-4CCC-AAE7-5A96BD851620}" type="presOf" srcId="{6F7E52C9-80C0-4AC5-A49E-7FA271B29692}" destId="{385B6585-228E-4DF8-AADA-50DC0CC64E55}" srcOrd="0" destOrd="0" presId="urn:microsoft.com/office/officeart/2005/8/layout/process4"/>
    <dgm:cxn modelId="{8C06268D-B61A-4FC2-B0E1-A9845392D06E}" srcId="{DBAC3899-F56E-4DBF-BBAE-53D769568986}" destId="{6F7E52C9-80C0-4AC5-A49E-7FA271B29692}" srcOrd="1" destOrd="0" parTransId="{7AE10259-D5FF-474A-8F75-644F77D31DA4}" sibTransId="{3CF8BCD3-9609-4E6D-9417-FFE787FE834E}"/>
    <dgm:cxn modelId="{35976D9A-8640-48E8-9FE3-C3E3BA6FE127}" srcId="{A05A12DC-F000-4782-8003-4C029070567A}" destId="{EA4EA378-6D75-494E-ACD4-A2342AE0D294}" srcOrd="1" destOrd="0" parTransId="{7FD7CE80-EF28-41B7-A6B2-82AF52174FA0}" sibTransId="{B8FFD958-201C-4569-947E-45EDE15FAE3F}"/>
    <dgm:cxn modelId="{B8BAA0A9-644A-44DD-BF33-D9C3AC660F87}" type="presOf" srcId="{27ADBF6D-057D-47B3-9C21-26474CA6AC16}" destId="{D98530F7-6868-421A-B014-F12E574F2225}" srcOrd="0" destOrd="0" presId="urn:microsoft.com/office/officeart/2005/8/layout/process4"/>
    <dgm:cxn modelId="{F30A77BB-068F-4405-8C6C-780C1974B7C2}" srcId="{7920A40F-15AE-4DC2-BFB2-C6254E033AD6}" destId="{4AC6663C-EF79-44FA-A7AE-263D21EAA6A0}" srcOrd="1" destOrd="0" parTransId="{8C22E912-3AF2-4865-B678-A53204E75175}" sibTransId="{7B2BE3D0-3957-4E3A-A397-A553F4D78E8F}"/>
    <dgm:cxn modelId="{5D0A4BC3-42DC-4A8B-85A8-E5229C481937}" srcId="{AB8E00A0-0B1D-44D2-A4B2-46395DA808A5}" destId="{DBAC3899-F56E-4DBF-BBAE-53D769568986}" srcOrd="0" destOrd="0" parTransId="{C10A05FE-3A95-4437-801A-C54E523C7A95}" sibTransId="{E79234E0-0058-4E45-94C1-6B81B65F5F3E}"/>
    <dgm:cxn modelId="{E08A20D2-0FAC-4891-8418-4DA09634C1EE}" srcId="{A05A12DC-F000-4782-8003-4C029070567A}" destId="{F527DCD8-1069-42D6-97A3-7DE17D63E4AD}" srcOrd="0" destOrd="0" parTransId="{8156F54B-9C5D-4B57-8043-D08683760285}" sibTransId="{C00CF12A-349A-4FEC-9E00-76D234A9C3CD}"/>
    <dgm:cxn modelId="{F6D498D7-76F9-4366-8456-CF4EFA9F3943}" srcId="{AB8E00A0-0B1D-44D2-A4B2-46395DA808A5}" destId="{A05A12DC-F000-4782-8003-4C029070567A}" srcOrd="1" destOrd="0" parTransId="{D02B7430-AD1D-449E-B5F5-512CA531A54D}" sibTransId="{3ED1C098-3A70-417B-B952-0C361F6DCB76}"/>
    <dgm:cxn modelId="{2C1CDDF2-3A36-4129-B58D-0B506E1D47CD}" type="presOf" srcId="{DBAC3899-F56E-4DBF-BBAE-53D769568986}" destId="{3AA42EED-AEB0-4481-A598-45E5C932AB69}" srcOrd="0" destOrd="0" presId="urn:microsoft.com/office/officeart/2005/8/layout/process4"/>
    <dgm:cxn modelId="{B72320FB-B1B9-49DA-8990-A7DDA97ECE59}" type="presOf" srcId="{A34799B1-1106-4B66-93AD-3D78C20C5289}" destId="{FB5B522B-5013-473D-81DE-3674F430B21F}" srcOrd="0" destOrd="0" presId="urn:microsoft.com/office/officeart/2005/8/layout/process4"/>
    <dgm:cxn modelId="{5A59E89C-90AE-4325-83DD-735E0148B983}" type="presParOf" srcId="{DC84BAC2-B03B-4A9B-9F01-311560585CFA}" destId="{92EDE09E-F702-44A2-954F-1F5BBF3F935B}" srcOrd="0" destOrd="0" presId="urn:microsoft.com/office/officeart/2005/8/layout/process4"/>
    <dgm:cxn modelId="{F9637D08-428E-4AE0-BAE6-A5C55C596D57}" type="presParOf" srcId="{92EDE09E-F702-44A2-954F-1F5BBF3F935B}" destId="{3621950C-5315-4D31-BA73-D4E9B6EE1C82}" srcOrd="0" destOrd="0" presId="urn:microsoft.com/office/officeart/2005/8/layout/process4"/>
    <dgm:cxn modelId="{7D542B9F-C7CC-461D-9E29-F8CBE3C14A1F}" type="presParOf" srcId="{92EDE09E-F702-44A2-954F-1F5BBF3F935B}" destId="{250DC99D-1BC9-4CBB-836B-EADE14F009E2}" srcOrd="1" destOrd="0" presId="urn:microsoft.com/office/officeart/2005/8/layout/process4"/>
    <dgm:cxn modelId="{87FE61BE-48D4-4370-9E68-C45C8492146C}" type="presParOf" srcId="{92EDE09E-F702-44A2-954F-1F5BBF3F935B}" destId="{98574296-207A-4C39-B953-F38CD7DD54E0}" srcOrd="2" destOrd="0" presId="urn:microsoft.com/office/officeart/2005/8/layout/process4"/>
    <dgm:cxn modelId="{5B88E215-14B5-4F6D-9F8D-8CC53ED11159}" type="presParOf" srcId="{98574296-207A-4C39-B953-F38CD7DD54E0}" destId="{FB5B522B-5013-473D-81DE-3674F430B21F}" srcOrd="0" destOrd="0" presId="urn:microsoft.com/office/officeart/2005/8/layout/process4"/>
    <dgm:cxn modelId="{243546BB-7052-4EAE-82DF-2FB939A419EE}" type="presParOf" srcId="{98574296-207A-4C39-B953-F38CD7DD54E0}" destId="{0CAC63CD-894D-470E-9BAF-EDB8A7546F19}" srcOrd="1" destOrd="0" presId="urn:microsoft.com/office/officeart/2005/8/layout/process4"/>
    <dgm:cxn modelId="{D70F1642-2687-4C46-A2DD-BA11E3F718F2}" type="presParOf" srcId="{DC84BAC2-B03B-4A9B-9F01-311560585CFA}" destId="{3B67E78E-A1A8-4EE3-B5EE-EA51B009E049}" srcOrd="1" destOrd="0" presId="urn:microsoft.com/office/officeart/2005/8/layout/process4"/>
    <dgm:cxn modelId="{B0C41840-291A-49C2-ADA3-99AC3CD0EB3B}" type="presParOf" srcId="{DC84BAC2-B03B-4A9B-9F01-311560585CFA}" destId="{D87315E8-D301-44D8-B513-B4A818987496}" srcOrd="2" destOrd="0" presId="urn:microsoft.com/office/officeart/2005/8/layout/process4"/>
    <dgm:cxn modelId="{1B8EAE2E-D4C2-4ECB-95EA-3308E8FD2E32}" type="presParOf" srcId="{D87315E8-D301-44D8-B513-B4A818987496}" destId="{B8035411-F831-4D23-94A9-B83E0D56BE43}" srcOrd="0" destOrd="0" presId="urn:microsoft.com/office/officeart/2005/8/layout/process4"/>
    <dgm:cxn modelId="{EF98F148-4353-42B7-A020-07945D1A1B4E}" type="presParOf" srcId="{D87315E8-D301-44D8-B513-B4A818987496}" destId="{DB7046EA-1DC3-483B-A0FF-0A262CEF876B}" srcOrd="1" destOrd="0" presId="urn:microsoft.com/office/officeart/2005/8/layout/process4"/>
    <dgm:cxn modelId="{E77A3BAC-5E88-42F3-83D1-050CA2E6422D}" type="presParOf" srcId="{D87315E8-D301-44D8-B513-B4A818987496}" destId="{C8A5A969-2124-408B-8B34-B5C02AD1C24E}" srcOrd="2" destOrd="0" presId="urn:microsoft.com/office/officeart/2005/8/layout/process4"/>
    <dgm:cxn modelId="{DB9379F1-6F50-4CB6-A21E-597E789509DF}" type="presParOf" srcId="{C8A5A969-2124-408B-8B34-B5C02AD1C24E}" destId="{B8DCEC7A-477A-4DF8-978A-EA986D58495B}" srcOrd="0" destOrd="0" presId="urn:microsoft.com/office/officeart/2005/8/layout/process4"/>
    <dgm:cxn modelId="{AAD1C00C-7142-413E-A8B6-3E689E0FB812}" type="presParOf" srcId="{C8A5A969-2124-408B-8B34-B5C02AD1C24E}" destId="{2E24E418-81C6-4603-A8A3-CDCADDFFE8F1}" srcOrd="1" destOrd="0" presId="urn:microsoft.com/office/officeart/2005/8/layout/process4"/>
    <dgm:cxn modelId="{90B6CDE0-ED77-4DD2-877E-454233B16754}" type="presParOf" srcId="{DC84BAC2-B03B-4A9B-9F01-311560585CFA}" destId="{968496BD-4301-463F-A870-4EF37A0B3B1C}" srcOrd="3" destOrd="0" presId="urn:microsoft.com/office/officeart/2005/8/layout/process4"/>
    <dgm:cxn modelId="{BEAE97DA-D804-4862-A269-D916DCBF19AF}" type="presParOf" srcId="{DC84BAC2-B03B-4A9B-9F01-311560585CFA}" destId="{4CC71F82-85E0-4FC4-B507-3DFCDB139E54}" srcOrd="4" destOrd="0" presId="urn:microsoft.com/office/officeart/2005/8/layout/process4"/>
    <dgm:cxn modelId="{B130D388-323A-441F-A9EE-97B3B52F2BE5}" type="presParOf" srcId="{4CC71F82-85E0-4FC4-B507-3DFCDB139E54}" destId="{3AA42EED-AEB0-4481-A598-45E5C932AB69}" srcOrd="0" destOrd="0" presId="urn:microsoft.com/office/officeart/2005/8/layout/process4"/>
    <dgm:cxn modelId="{9AE055D0-A656-4959-B35A-C0FF6C1826FD}" type="presParOf" srcId="{4CC71F82-85E0-4FC4-B507-3DFCDB139E54}" destId="{72922C2A-1BB6-4F4B-95B9-16A75ADB5BE0}" srcOrd="1" destOrd="0" presId="urn:microsoft.com/office/officeart/2005/8/layout/process4"/>
    <dgm:cxn modelId="{0F1757F9-C612-4F63-B569-407C54FD5047}" type="presParOf" srcId="{4CC71F82-85E0-4FC4-B507-3DFCDB139E54}" destId="{8614DE9B-028E-4ECB-BAA0-909A9BC17DBF}" srcOrd="2" destOrd="0" presId="urn:microsoft.com/office/officeart/2005/8/layout/process4"/>
    <dgm:cxn modelId="{57316367-3DD6-4C0A-BF0A-199212784318}" type="presParOf" srcId="{8614DE9B-028E-4ECB-BAA0-909A9BC17DBF}" destId="{D98530F7-6868-421A-B014-F12E574F2225}" srcOrd="0" destOrd="0" presId="urn:microsoft.com/office/officeart/2005/8/layout/process4"/>
    <dgm:cxn modelId="{FB66EB9C-9A6D-424C-8F7D-156FC06657BC}" type="presParOf" srcId="{8614DE9B-028E-4ECB-BAA0-909A9BC17DBF}" destId="{385B6585-228E-4DF8-AADA-50DC0CC64E55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33D9BE-7829-4D79-928A-E9ADEB69CDF1}" type="doc">
      <dgm:prSet loTypeId="urn:microsoft.com/office/officeart/2005/8/layout/bProcess2" loCatId="process" qsTypeId="urn:microsoft.com/office/officeart/2005/8/quickstyle/simple3" qsCatId="simple" csTypeId="urn:microsoft.com/office/officeart/2005/8/colors/accent1_2" csCatId="accent1" phldr="1"/>
      <dgm:spPr/>
    </dgm:pt>
    <dgm:pt modelId="{D2591911-A7BD-4405-A498-363FA1576DA2}">
      <dgm:prSet phldrT="[Текст]" custT="1"/>
      <dgm:spPr/>
      <dgm:t>
        <a:bodyPr/>
        <a:lstStyle/>
        <a:p>
          <a:r>
            <a:rPr lang="ru-RU" sz="1400" dirty="0"/>
            <a:t>Отъезд в </a:t>
          </a:r>
          <a:r>
            <a:rPr lang="ru-RU" sz="1200" dirty="0"/>
            <a:t>Александровскую </a:t>
          </a:r>
          <a:r>
            <a:rPr lang="ru-RU" sz="1400" dirty="0"/>
            <a:t>слободу.</a:t>
          </a:r>
        </a:p>
      </dgm:t>
    </dgm:pt>
    <dgm:pt modelId="{607F94C6-0F1C-41F8-9995-7B11FC2C335F}" type="parTrans" cxnId="{D4531629-BD58-4B12-82E3-AFFB7CA6C571}">
      <dgm:prSet/>
      <dgm:spPr/>
      <dgm:t>
        <a:bodyPr/>
        <a:lstStyle/>
        <a:p>
          <a:endParaRPr lang="ru-RU"/>
        </a:p>
      </dgm:t>
    </dgm:pt>
    <dgm:pt modelId="{F93396C7-4410-4730-8D89-E432FC0DBFA0}" type="sibTrans" cxnId="{D4531629-BD58-4B12-82E3-AFFB7CA6C571}">
      <dgm:prSet/>
      <dgm:spPr/>
      <dgm:t>
        <a:bodyPr/>
        <a:lstStyle/>
        <a:p>
          <a:endParaRPr lang="ru-RU"/>
        </a:p>
      </dgm:t>
    </dgm:pt>
    <dgm:pt modelId="{AA3E838A-ADA3-42C3-B8E1-4CFDB58C6F9C}">
      <dgm:prSet phldrT="[Текст]" custT="1"/>
      <dgm:spPr/>
      <dgm:t>
        <a:bodyPr/>
        <a:lstStyle/>
        <a:p>
          <a:r>
            <a:rPr lang="ru-RU" sz="1400" dirty="0"/>
            <a:t>Демонстра-тивный отказ от власти</a:t>
          </a:r>
        </a:p>
      </dgm:t>
    </dgm:pt>
    <dgm:pt modelId="{D8268AC7-0531-43E7-A841-71EB6E7CA6FA}" type="parTrans" cxnId="{A2613525-B907-4D88-A292-CF92453E3AEE}">
      <dgm:prSet/>
      <dgm:spPr/>
      <dgm:t>
        <a:bodyPr/>
        <a:lstStyle/>
        <a:p>
          <a:endParaRPr lang="ru-RU"/>
        </a:p>
      </dgm:t>
    </dgm:pt>
    <dgm:pt modelId="{0F498378-A793-4C51-A057-D17AA91849E6}" type="sibTrans" cxnId="{A2613525-B907-4D88-A292-CF92453E3AEE}">
      <dgm:prSet/>
      <dgm:spPr/>
      <dgm:t>
        <a:bodyPr/>
        <a:lstStyle/>
        <a:p>
          <a:endParaRPr lang="ru-RU"/>
        </a:p>
      </dgm:t>
    </dgm:pt>
    <dgm:pt modelId="{8ED605CD-B69F-4A56-96CF-F7865D7A97A4}">
      <dgm:prSet phldrT="[Текст]" custT="1"/>
      <dgm:spPr/>
      <dgm:t>
        <a:bodyPr/>
        <a:lstStyle/>
        <a:p>
          <a:r>
            <a:rPr lang="ru-RU" sz="1400" dirty="0"/>
            <a:t>Имитация стояния</a:t>
          </a:r>
        </a:p>
      </dgm:t>
    </dgm:pt>
    <dgm:pt modelId="{119EF7A1-A98B-449D-ADE8-C7AB31CA5D49}" type="parTrans" cxnId="{492DC9C2-B205-49FA-BEC0-6E2010E59FC1}">
      <dgm:prSet/>
      <dgm:spPr/>
      <dgm:t>
        <a:bodyPr/>
        <a:lstStyle/>
        <a:p>
          <a:endParaRPr lang="ru-RU"/>
        </a:p>
      </dgm:t>
    </dgm:pt>
    <dgm:pt modelId="{3BB234CA-963C-4358-AB64-1DC2528ED3F0}" type="sibTrans" cxnId="{492DC9C2-B205-49FA-BEC0-6E2010E59FC1}">
      <dgm:prSet/>
      <dgm:spPr/>
      <dgm:t>
        <a:bodyPr/>
        <a:lstStyle/>
        <a:p>
          <a:endParaRPr lang="ru-RU"/>
        </a:p>
      </dgm:t>
    </dgm:pt>
    <dgm:pt modelId="{B9F741EB-0E00-4DA4-BCCF-2A198EB3F3A7}">
      <dgm:prSet custT="1"/>
      <dgm:spPr/>
      <dgm:t>
        <a:bodyPr/>
        <a:lstStyle/>
        <a:p>
          <a:r>
            <a:rPr lang="ru-RU" sz="1400" dirty="0"/>
            <a:t>Отправка письма к народу</a:t>
          </a:r>
        </a:p>
      </dgm:t>
    </dgm:pt>
    <dgm:pt modelId="{32B015A8-7AD1-4676-82B5-F4925786FADD}" type="parTrans" cxnId="{A508AD86-AB2A-4E37-9639-1C840F3F5D83}">
      <dgm:prSet/>
      <dgm:spPr/>
      <dgm:t>
        <a:bodyPr/>
        <a:lstStyle/>
        <a:p>
          <a:endParaRPr lang="ru-RU"/>
        </a:p>
      </dgm:t>
    </dgm:pt>
    <dgm:pt modelId="{2A6C6C0C-E754-4B4E-B78B-4CE6BA923569}" type="sibTrans" cxnId="{A508AD86-AB2A-4E37-9639-1C840F3F5D83}">
      <dgm:prSet/>
      <dgm:spPr/>
      <dgm:t>
        <a:bodyPr/>
        <a:lstStyle/>
        <a:p>
          <a:endParaRPr lang="ru-RU"/>
        </a:p>
      </dgm:t>
    </dgm:pt>
    <dgm:pt modelId="{483366AB-DB3E-48CC-BF05-89D0A750D179}">
      <dgm:prSet custT="1"/>
      <dgm:spPr/>
      <dgm:t>
        <a:bodyPr/>
        <a:lstStyle/>
        <a:p>
          <a:r>
            <a:rPr lang="ru-RU" sz="1400" dirty="0"/>
            <a:t>Делегация Думы к царю</a:t>
          </a:r>
        </a:p>
      </dgm:t>
    </dgm:pt>
    <dgm:pt modelId="{CA58AF4E-2AE2-4CCB-BB40-71E94471E425}" type="parTrans" cxnId="{F169238B-D1A4-4742-8905-DC20E90C3AC4}">
      <dgm:prSet/>
      <dgm:spPr/>
      <dgm:t>
        <a:bodyPr/>
        <a:lstStyle/>
        <a:p>
          <a:endParaRPr lang="ru-RU"/>
        </a:p>
      </dgm:t>
    </dgm:pt>
    <dgm:pt modelId="{6018C6BF-F6BB-451F-911A-3A37AB4E629C}" type="sibTrans" cxnId="{F169238B-D1A4-4742-8905-DC20E90C3AC4}">
      <dgm:prSet/>
      <dgm:spPr/>
      <dgm:t>
        <a:bodyPr/>
        <a:lstStyle/>
        <a:p>
          <a:endParaRPr lang="ru-RU"/>
        </a:p>
      </dgm:t>
    </dgm:pt>
    <dgm:pt modelId="{BF090F8B-7976-46DE-9BFF-B121BF418B5A}">
      <dgm:prSet custT="1"/>
      <dgm:spPr/>
      <dgm:t>
        <a:bodyPr/>
        <a:lstStyle/>
        <a:p>
          <a:r>
            <a:rPr lang="ru-RU" sz="1400" dirty="0"/>
            <a:t>Торжественное возвращение к власти  на собственных условиях</a:t>
          </a:r>
        </a:p>
      </dgm:t>
    </dgm:pt>
    <dgm:pt modelId="{5C8B761E-6C72-498B-B03C-401F4169C144}" type="parTrans" cxnId="{B1098D85-804A-4921-A008-782DCA2559CE}">
      <dgm:prSet/>
      <dgm:spPr/>
      <dgm:t>
        <a:bodyPr/>
        <a:lstStyle/>
        <a:p>
          <a:endParaRPr lang="ru-RU"/>
        </a:p>
      </dgm:t>
    </dgm:pt>
    <dgm:pt modelId="{20AB1709-121E-4DD9-A698-96F3A69898DF}" type="sibTrans" cxnId="{B1098D85-804A-4921-A008-782DCA2559CE}">
      <dgm:prSet/>
      <dgm:spPr/>
      <dgm:t>
        <a:bodyPr/>
        <a:lstStyle/>
        <a:p>
          <a:endParaRPr lang="ru-RU"/>
        </a:p>
      </dgm:t>
    </dgm:pt>
    <dgm:pt modelId="{EEFBF3E4-A71D-492F-A8DD-558626ED274B}" type="pres">
      <dgm:prSet presAssocID="{AC33D9BE-7829-4D79-928A-E9ADEB69CDF1}" presName="diagram" presStyleCnt="0">
        <dgm:presLayoutVars>
          <dgm:dir/>
          <dgm:resizeHandles/>
        </dgm:presLayoutVars>
      </dgm:prSet>
      <dgm:spPr/>
    </dgm:pt>
    <dgm:pt modelId="{D228200E-46E3-401C-88D8-30E7603877D8}" type="pres">
      <dgm:prSet presAssocID="{D2591911-A7BD-4405-A498-363FA1576DA2}" presName="firstNode" presStyleLbl="node1" presStyleIdx="0" presStyleCnt="6" custScaleX="157241" custLinFactNeighborX="16765" custLinFactNeighborY="-40183">
        <dgm:presLayoutVars>
          <dgm:bulletEnabled val="1"/>
        </dgm:presLayoutVars>
      </dgm:prSet>
      <dgm:spPr/>
    </dgm:pt>
    <dgm:pt modelId="{96FA0E5B-CBCE-457E-A8A6-E28D22F2E40A}" type="pres">
      <dgm:prSet presAssocID="{F93396C7-4410-4730-8D89-E432FC0DBFA0}" presName="sibTrans" presStyleLbl="sibTrans2D1" presStyleIdx="0" presStyleCnt="5"/>
      <dgm:spPr/>
    </dgm:pt>
    <dgm:pt modelId="{D8234C1D-A68B-4571-AD2C-C75E583DA790}" type="pres">
      <dgm:prSet presAssocID="{AA3E838A-ADA3-42C3-B8E1-4CFDB58C6F9C}" presName="middleNode" presStyleCnt="0"/>
      <dgm:spPr/>
    </dgm:pt>
    <dgm:pt modelId="{EA474F9C-1F7D-4CB7-81DE-4675E67F33A9}" type="pres">
      <dgm:prSet presAssocID="{AA3E838A-ADA3-42C3-B8E1-4CFDB58C6F9C}" presName="padding" presStyleLbl="node1" presStyleIdx="0" presStyleCnt="6"/>
      <dgm:spPr/>
    </dgm:pt>
    <dgm:pt modelId="{92E38CA2-EDDA-428D-86BA-5AE031CB82CA}" type="pres">
      <dgm:prSet presAssocID="{AA3E838A-ADA3-42C3-B8E1-4CFDB58C6F9C}" presName="shape" presStyleLbl="node1" presStyleIdx="1" presStyleCnt="6" custScaleX="218011" custScaleY="185973" custLinFactNeighborX="7863" custLinFactNeighborY="-36374">
        <dgm:presLayoutVars>
          <dgm:bulletEnabled val="1"/>
        </dgm:presLayoutVars>
      </dgm:prSet>
      <dgm:spPr/>
    </dgm:pt>
    <dgm:pt modelId="{92AEFAB2-EFB9-46D6-B63A-653BF0ABC9B0}" type="pres">
      <dgm:prSet presAssocID="{0F498378-A793-4C51-A057-D17AA91849E6}" presName="sibTrans" presStyleLbl="sibTrans2D1" presStyleIdx="1" presStyleCnt="5"/>
      <dgm:spPr/>
    </dgm:pt>
    <dgm:pt modelId="{31DB5B55-E94D-4D26-BBCF-B344B5ABB737}" type="pres">
      <dgm:prSet presAssocID="{8ED605CD-B69F-4A56-96CF-F7865D7A97A4}" presName="middleNode" presStyleCnt="0"/>
      <dgm:spPr/>
    </dgm:pt>
    <dgm:pt modelId="{0B234899-C58B-439B-9079-F60B77CCA2AC}" type="pres">
      <dgm:prSet presAssocID="{8ED605CD-B69F-4A56-96CF-F7865D7A97A4}" presName="padding" presStyleLbl="node1" presStyleIdx="1" presStyleCnt="6"/>
      <dgm:spPr/>
    </dgm:pt>
    <dgm:pt modelId="{AEDFFDD9-0D28-4461-940B-BE26DB207296}" type="pres">
      <dgm:prSet presAssocID="{8ED605CD-B69F-4A56-96CF-F7865D7A97A4}" presName="shape" presStyleLbl="node1" presStyleIdx="2" presStyleCnt="6" custScaleX="170367" custScaleY="125849" custLinFactNeighborX="-3259" custLinFactNeighborY="-37984">
        <dgm:presLayoutVars>
          <dgm:bulletEnabled val="1"/>
        </dgm:presLayoutVars>
      </dgm:prSet>
      <dgm:spPr/>
    </dgm:pt>
    <dgm:pt modelId="{3F21F716-C434-4C7C-B581-B150CFDE3D7F}" type="pres">
      <dgm:prSet presAssocID="{3BB234CA-963C-4358-AB64-1DC2528ED3F0}" presName="sibTrans" presStyleLbl="sibTrans2D1" presStyleIdx="2" presStyleCnt="5"/>
      <dgm:spPr/>
    </dgm:pt>
    <dgm:pt modelId="{3808DD68-1326-4A2F-9F1F-3793803E0816}" type="pres">
      <dgm:prSet presAssocID="{B9F741EB-0E00-4DA4-BCCF-2A198EB3F3A7}" presName="middleNode" presStyleCnt="0"/>
      <dgm:spPr/>
    </dgm:pt>
    <dgm:pt modelId="{A0D5B451-AFE4-4BD4-8B99-0D5F92469D72}" type="pres">
      <dgm:prSet presAssocID="{B9F741EB-0E00-4DA4-BCCF-2A198EB3F3A7}" presName="padding" presStyleLbl="node1" presStyleIdx="2" presStyleCnt="6"/>
      <dgm:spPr/>
    </dgm:pt>
    <dgm:pt modelId="{F18FFA73-9F3D-4FC0-89A1-A36F792B81A3}" type="pres">
      <dgm:prSet presAssocID="{B9F741EB-0E00-4DA4-BCCF-2A198EB3F3A7}" presName="shape" presStyleLbl="node1" presStyleIdx="3" presStyleCnt="6" custScaleX="194156" custScaleY="163904" custLinFactNeighborX="230" custLinFactNeighborY="-32568">
        <dgm:presLayoutVars>
          <dgm:bulletEnabled val="1"/>
        </dgm:presLayoutVars>
      </dgm:prSet>
      <dgm:spPr/>
    </dgm:pt>
    <dgm:pt modelId="{572902EF-7855-4B85-A096-62F80C482C13}" type="pres">
      <dgm:prSet presAssocID="{2A6C6C0C-E754-4B4E-B78B-4CE6BA923569}" presName="sibTrans" presStyleLbl="sibTrans2D1" presStyleIdx="3" presStyleCnt="5"/>
      <dgm:spPr/>
    </dgm:pt>
    <dgm:pt modelId="{7C276E3D-172C-4798-AAE3-971748ECEDA6}" type="pres">
      <dgm:prSet presAssocID="{483366AB-DB3E-48CC-BF05-89D0A750D179}" presName="middleNode" presStyleCnt="0"/>
      <dgm:spPr/>
    </dgm:pt>
    <dgm:pt modelId="{CC589816-6F2B-483E-BCC2-B8E91C8176F6}" type="pres">
      <dgm:prSet presAssocID="{483366AB-DB3E-48CC-BF05-89D0A750D179}" presName="padding" presStyleLbl="node1" presStyleIdx="3" presStyleCnt="6"/>
      <dgm:spPr/>
    </dgm:pt>
    <dgm:pt modelId="{7AD6F54B-5124-462D-9ACF-1F217F7D9574}" type="pres">
      <dgm:prSet presAssocID="{483366AB-DB3E-48CC-BF05-89D0A750D179}" presName="shape" presStyleLbl="node1" presStyleIdx="4" presStyleCnt="6" custScaleX="194527" custScaleY="172524" custLinFactNeighborX="-38331" custLinFactNeighborY="-15866">
        <dgm:presLayoutVars>
          <dgm:bulletEnabled val="1"/>
        </dgm:presLayoutVars>
      </dgm:prSet>
      <dgm:spPr/>
    </dgm:pt>
    <dgm:pt modelId="{9C033882-E315-46CB-85A1-DE10B008C929}" type="pres">
      <dgm:prSet presAssocID="{6018C6BF-F6BB-451F-911A-3A37AB4E629C}" presName="sibTrans" presStyleLbl="sibTrans2D1" presStyleIdx="4" presStyleCnt="5"/>
      <dgm:spPr/>
    </dgm:pt>
    <dgm:pt modelId="{4F87EBCD-BCD5-41F7-882C-B26519858E1D}" type="pres">
      <dgm:prSet presAssocID="{BF090F8B-7976-46DE-9BFF-B121BF418B5A}" presName="lastNode" presStyleLbl="node1" presStyleIdx="5" presStyleCnt="6" custScaleX="145787" custLinFactNeighborX="-27967" custLinFactNeighborY="-3594">
        <dgm:presLayoutVars>
          <dgm:bulletEnabled val="1"/>
        </dgm:presLayoutVars>
      </dgm:prSet>
      <dgm:spPr/>
    </dgm:pt>
  </dgm:ptLst>
  <dgm:cxnLst>
    <dgm:cxn modelId="{18DE5E0A-65CB-4134-B57F-3FAD2C8590AC}" type="presOf" srcId="{D2591911-A7BD-4405-A498-363FA1576DA2}" destId="{D228200E-46E3-401C-88D8-30E7603877D8}" srcOrd="0" destOrd="0" presId="urn:microsoft.com/office/officeart/2005/8/layout/bProcess2"/>
    <dgm:cxn modelId="{A2613525-B907-4D88-A292-CF92453E3AEE}" srcId="{AC33D9BE-7829-4D79-928A-E9ADEB69CDF1}" destId="{AA3E838A-ADA3-42C3-B8E1-4CFDB58C6F9C}" srcOrd="1" destOrd="0" parTransId="{D8268AC7-0531-43E7-A841-71EB6E7CA6FA}" sibTransId="{0F498378-A793-4C51-A057-D17AA91849E6}"/>
    <dgm:cxn modelId="{D4531629-BD58-4B12-82E3-AFFB7CA6C571}" srcId="{AC33D9BE-7829-4D79-928A-E9ADEB69CDF1}" destId="{D2591911-A7BD-4405-A498-363FA1576DA2}" srcOrd="0" destOrd="0" parTransId="{607F94C6-0F1C-41F8-9995-7B11FC2C335F}" sibTransId="{F93396C7-4410-4730-8D89-E432FC0DBFA0}"/>
    <dgm:cxn modelId="{3957C430-064B-4D77-BDF3-E437D3D4855E}" type="presOf" srcId="{8ED605CD-B69F-4A56-96CF-F7865D7A97A4}" destId="{AEDFFDD9-0D28-4461-940B-BE26DB207296}" srcOrd="0" destOrd="0" presId="urn:microsoft.com/office/officeart/2005/8/layout/bProcess2"/>
    <dgm:cxn modelId="{F05E4448-0093-4854-8186-8AA73DF8FC3E}" type="presOf" srcId="{B9F741EB-0E00-4DA4-BCCF-2A198EB3F3A7}" destId="{F18FFA73-9F3D-4FC0-89A1-A36F792B81A3}" srcOrd="0" destOrd="0" presId="urn:microsoft.com/office/officeart/2005/8/layout/bProcess2"/>
    <dgm:cxn modelId="{0D156B6B-79D5-4F95-AB6F-81E73DA5F9CA}" type="presOf" srcId="{0F498378-A793-4C51-A057-D17AA91849E6}" destId="{92AEFAB2-EFB9-46D6-B63A-653BF0ABC9B0}" srcOrd="0" destOrd="0" presId="urn:microsoft.com/office/officeart/2005/8/layout/bProcess2"/>
    <dgm:cxn modelId="{B1098D85-804A-4921-A008-782DCA2559CE}" srcId="{AC33D9BE-7829-4D79-928A-E9ADEB69CDF1}" destId="{BF090F8B-7976-46DE-9BFF-B121BF418B5A}" srcOrd="5" destOrd="0" parTransId="{5C8B761E-6C72-498B-B03C-401F4169C144}" sibTransId="{20AB1709-121E-4DD9-A698-96F3A69898DF}"/>
    <dgm:cxn modelId="{A508AD86-AB2A-4E37-9639-1C840F3F5D83}" srcId="{AC33D9BE-7829-4D79-928A-E9ADEB69CDF1}" destId="{B9F741EB-0E00-4DA4-BCCF-2A198EB3F3A7}" srcOrd="3" destOrd="0" parTransId="{32B015A8-7AD1-4676-82B5-F4925786FADD}" sibTransId="{2A6C6C0C-E754-4B4E-B78B-4CE6BA923569}"/>
    <dgm:cxn modelId="{F169238B-D1A4-4742-8905-DC20E90C3AC4}" srcId="{AC33D9BE-7829-4D79-928A-E9ADEB69CDF1}" destId="{483366AB-DB3E-48CC-BF05-89D0A750D179}" srcOrd="4" destOrd="0" parTransId="{CA58AF4E-2AE2-4CCB-BB40-71E94471E425}" sibTransId="{6018C6BF-F6BB-451F-911A-3A37AB4E629C}"/>
    <dgm:cxn modelId="{05F77992-C93C-4954-AEC5-36CD83B53D6D}" type="presOf" srcId="{483366AB-DB3E-48CC-BF05-89D0A750D179}" destId="{7AD6F54B-5124-462D-9ACF-1F217F7D9574}" srcOrd="0" destOrd="0" presId="urn:microsoft.com/office/officeart/2005/8/layout/bProcess2"/>
    <dgm:cxn modelId="{F2A9229E-89D2-4C89-9986-01F602DB3704}" type="presOf" srcId="{6018C6BF-F6BB-451F-911A-3A37AB4E629C}" destId="{9C033882-E315-46CB-85A1-DE10B008C929}" srcOrd="0" destOrd="0" presId="urn:microsoft.com/office/officeart/2005/8/layout/bProcess2"/>
    <dgm:cxn modelId="{492DC9C2-B205-49FA-BEC0-6E2010E59FC1}" srcId="{AC33D9BE-7829-4D79-928A-E9ADEB69CDF1}" destId="{8ED605CD-B69F-4A56-96CF-F7865D7A97A4}" srcOrd="2" destOrd="0" parTransId="{119EF7A1-A98B-449D-ADE8-C7AB31CA5D49}" sibTransId="{3BB234CA-963C-4358-AB64-1DC2528ED3F0}"/>
    <dgm:cxn modelId="{D5BD6AD0-D5A5-4A54-8EB5-70BC9C47BD83}" type="presOf" srcId="{AC33D9BE-7829-4D79-928A-E9ADEB69CDF1}" destId="{EEFBF3E4-A71D-492F-A8DD-558626ED274B}" srcOrd="0" destOrd="0" presId="urn:microsoft.com/office/officeart/2005/8/layout/bProcess2"/>
    <dgm:cxn modelId="{859625D8-30DF-4909-8BA1-4CC209357D7D}" type="presOf" srcId="{3BB234CA-963C-4358-AB64-1DC2528ED3F0}" destId="{3F21F716-C434-4C7C-B581-B150CFDE3D7F}" srcOrd="0" destOrd="0" presId="urn:microsoft.com/office/officeart/2005/8/layout/bProcess2"/>
    <dgm:cxn modelId="{31A25DD9-3393-46C6-AC28-E593D6F389B2}" type="presOf" srcId="{BF090F8B-7976-46DE-9BFF-B121BF418B5A}" destId="{4F87EBCD-BCD5-41F7-882C-B26519858E1D}" srcOrd="0" destOrd="0" presId="urn:microsoft.com/office/officeart/2005/8/layout/bProcess2"/>
    <dgm:cxn modelId="{654BFCD9-ED74-421E-9FAD-DE9B4C863E70}" type="presOf" srcId="{F93396C7-4410-4730-8D89-E432FC0DBFA0}" destId="{96FA0E5B-CBCE-457E-A8A6-E28D22F2E40A}" srcOrd="0" destOrd="0" presId="urn:microsoft.com/office/officeart/2005/8/layout/bProcess2"/>
    <dgm:cxn modelId="{81835EDB-E894-4799-AF1C-CD03F2587A15}" type="presOf" srcId="{2A6C6C0C-E754-4B4E-B78B-4CE6BA923569}" destId="{572902EF-7855-4B85-A096-62F80C482C13}" srcOrd="0" destOrd="0" presId="urn:microsoft.com/office/officeart/2005/8/layout/bProcess2"/>
    <dgm:cxn modelId="{D631D7E9-FD9A-4F67-80DE-D7BAC7459673}" type="presOf" srcId="{AA3E838A-ADA3-42C3-B8E1-4CFDB58C6F9C}" destId="{92E38CA2-EDDA-428D-86BA-5AE031CB82CA}" srcOrd="0" destOrd="0" presId="urn:microsoft.com/office/officeart/2005/8/layout/bProcess2"/>
    <dgm:cxn modelId="{6BFBB92E-FD9E-472D-A410-02D79C91141A}" type="presParOf" srcId="{EEFBF3E4-A71D-492F-A8DD-558626ED274B}" destId="{D228200E-46E3-401C-88D8-30E7603877D8}" srcOrd="0" destOrd="0" presId="urn:microsoft.com/office/officeart/2005/8/layout/bProcess2"/>
    <dgm:cxn modelId="{2E471F9E-69F1-4E12-9F21-4C72C97961D7}" type="presParOf" srcId="{EEFBF3E4-A71D-492F-A8DD-558626ED274B}" destId="{96FA0E5B-CBCE-457E-A8A6-E28D22F2E40A}" srcOrd="1" destOrd="0" presId="urn:microsoft.com/office/officeart/2005/8/layout/bProcess2"/>
    <dgm:cxn modelId="{F85A5E6E-0042-429C-AEA8-BE9EB4A35144}" type="presParOf" srcId="{EEFBF3E4-A71D-492F-A8DD-558626ED274B}" destId="{D8234C1D-A68B-4571-AD2C-C75E583DA790}" srcOrd="2" destOrd="0" presId="urn:microsoft.com/office/officeart/2005/8/layout/bProcess2"/>
    <dgm:cxn modelId="{3F19B476-6765-4EAD-9435-079AF5A1BBA4}" type="presParOf" srcId="{D8234C1D-A68B-4571-AD2C-C75E583DA790}" destId="{EA474F9C-1F7D-4CB7-81DE-4675E67F33A9}" srcOrd="0" destOrd="0" presId="urn:microsoft.com/office/officeart/2005/8/layout/bProcess2"/>
    <dgm:cxn modelId="{ECE75E7F-6AC4-4406-A889-72D7648A2B1F}" type="presParOf" srcId="{D8234C1D-A68B-4571-AD2C-C75E583DA790}" destId="{92E38CA2-EDDA-428D-86BA-5AE031CB82CA}" srcOrd="1" destOrd="0" presId="urn:microsoft.com/office/officeart/2005/8/layout/bProcess2"/>
    <dgm:cxn modelId="{BA4E3E78-A6D1-4423-B163-1E812667F193}" type="presParOf" srcId="{EEFBF3E4-A71D-492F-A8DD-558626ED274B}" destId="{92AEFAB2-EFB9-46D6-B63A-653BF0ABC9B0}" srcOrd="3" destOrd="0" presId="urn:microsoft.com/office/officeart/2005/8/layout/bProcess2"/>
    <dgm:cxn modelId="{3B257953-1DD7-4E38-96EB-7AE685ECAA97}" type="presParOf" srcId="{EEFBF3E4-A71D-492F-A8DD-558626ED274B}" destId="{31DB5B55-E94D-4D26-BBCF-B344B5ABB737}" srcOrd="4" destOrd="0" presId="urn:microsoft.com/office/officeart/2005/8/layout/bProcess2"/>
    <dgm:cxn modelId="{D927C738-0C7F-40E8-AD05-09D14F46E59B}" type="presParOf" srcId="{31DB5B55-E94D-4D26-BBCF-B344B5ABB737}" destId="{0B234899-C58B-439B-9079-F60B77CCA2AC}" srcOrd="0" destOrd="0" presId="urn:microsoft.com/office/officeart/2005/8/layout/bProcess2"/>
    <dgm:cxn modelId="{8E498813-F52E-4F1B-B5DB-6A5289AA8CC6}" type="presParOf" srcId="{31DB5B55-E94D-4D26-BBCF-B344B5ABB737}" destId="{AEDFFDD9-0D28-4461-940B-BE26DB207296}" srcOrd="1" destOrd="0" presId="urn:microsoft.com/office/officeart/2005/8/layout/bProcess2"/>
    <dgm:cxn modelId="{9A401908-4861-43B0-89D7-5677336DCDF8}" type="presParOf" srcId="{EEFBF3E4-A71D-492F-A8DD-558626ED274B}" destId="{3F21F716-C434-4C7C-B581-B150CFDE3D7F}" srcOrd="5" destOrd="0" presId="urn:microsoft.com/office/officeart/2005/8/layout/bProcess2"/>
    <dgm:cxn modelId="{FE3A060C-A940-4EDE-9BFF-08E6F325E163}" type="presParOf" srcId="{EEFBF3E4-A71D-492F-A8DD-558626ED274B}" destId="{3808DD68-1326-4A2F-9F1F-3793803E0816}" srcOrd="6" destOrd="0" presId="urn:microsoft.com/office/officeart/2005/8/layout/bProcess2"/>
    <dgm:cxn modelId="{77243137-790F-4A70-A2AA-193F244DA554}" type="presParOf" srcId="{3808DD68-1326-4A2F-9F1F-3793803E0816}" destId="{A0D5B451-AFE4-4BD4-8B99-0D5F92469D72}" srcOrd="0" destOrd="0" presId="urn:microsoft.com/office/officeart/2005/8/layout/bProcess2"/>
    <dgm:cxn modelId="{5E2C9AE6-1329-4186-9B80-DFF56F8BB1BB}" type="presParOf" srcId="{3808DD68-1326-4A2F-9F1F-3793803E0816}" destId="{F18FFA73-9F3D-4FC0-89A1-A36F792B81A3}" srcOrd="1" destOrd="0" presId="urn:microsoft.com/office/officeart/2005/8/layout/bProcess2"/>
    <dgm:cxn modelId="{C625498C-00AD-4135-BCF3-509660474FA1}" type="presParOf" srcId="{EEFBF3E4-A71D-492F-A8DD-558626ED274B}" destId="{572902EF-7855-4B85-A096-62F80C482C13}" srcOrd="7" destOrd="0" presId="urn:microsoft.com/office/officeart/2005/8/layout/bProcess2"/>
    <dgm:cxn modelId="{B9E7741D-913F-4DAD-9E70-4BC4F8B9412F}" type="presParOf" srcId="{EEFBF3E4-A71D-492F-A8DD-558626ED274B}" destId="{7C276E3D-172C-4798-AAE3-971748ECEDA6}" srcOrd="8" destOrd="0" presId="urn:microsoft.com/office/officeart/2005/8/layout/bProcess2"/>
    <dgm:cxn modelId="{6E8ADF7B-30DD-46D8-9F20-73E90301BE8B}" type="presParOf" srcId="{7C276E3D-172C-4798-AAE3-971748ECEDA6}" destId="{CC589816-6F2B-483E-BCC2-B8E91C8176F6}" srcOrd="0" destOrd="0" presId="urn:microsoft.com/office/officeart/2005/8/layout/bProcess2"/>
    <dgm:cxn modelId="{44827832-A0B3-49C4-9DEB-DD21AA007E8E}" type="presParOf" srcId="{7C276E3D-172C-4798-AAE3-971748ECEDA6}" destId="{7AD6F54B-5124-462D-9ACF-1F217F7D9574}" srcOrd="1" destOrd="0" presId="urn:microsoft.com/office/officeart/2005/8/layout/bProcess2"/>
    <dgm:cxn modelId="{88F4E442-2B70-4855-82FE-47E322DC62C5}" type="presParOf" srcId="{EEFBF3E4-A71D-492F-A8DD-558626ED274B}" destId="{9C033882-E315-46CB-85A1-DE10B008C929}" srcOrd="9" destOrd="0" presId="urn:microsoft.com/office/officeart/2005/8/layout/bProcess2"/>
    <dgm:cxn modelId="{5FF04B4D-FE06-47BF-9EE0-C9EA4B71FD69}" type="presParOf" srcId="{EEFBF3E4-A71D-492F-A8DD-558626ED274B}" destId="{4F87EBCD-BCD5-41F7-882C-B26519858E1D}" srcOrd="10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F6E804-4A7F-4391-A61E-724BE362FFAF}">
      <dsp:nvSpPr>
        <dsp:cNvPr id="0" name=""/>
        <dsp:cNvSpPr/>
      </dsp:nvSpPr>
      <dsp:spPr>
        <a:xfrm>
          <a:off x="949" y="0"/>
          <a:ext cx="2468242" cy="4848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FF0000"/>
              </a:solidFill>
            </a:rPr>
            <a:t>Проблема: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FF0000"/>
              </a:solidFill>
            </a:rPr>
            <a:t>Дмитрий Внук венчан великим князем Всея Руси в 1498 г. 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 </a:t>
          </a:r>
        </a:p>
      </dsp:txBody>
      <dsp:txXfrm>
        <a:off x="949" y="0"/>
        <a:ext cx="2468242" cy="1454460"/>
      </dsp:txXfrm>
    </dsp:sp>
    <dsp:sp modelId="{3E0A6DC3-D218-46DE-8D8E-39A73A1178B2}">
      <dsp:nvSpPr>
        <dsp:cNvPr id="0" name=""/>
        <dsp:cNvSpPr/>
      </dsp:nvSpPr>
      <dsp:spPr>
        <a:xfrm>
          <a:off x="247773" y="1454460"/>
          <a:ext cx="1974594" cy="31513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/>
            <a:t>Решение: </a:t>
          </a:r>
          <a:r>
            <a:rPr lang="ru-RU" sz="2300" kern="1200" dirty="0"/>
            <a:t>держать в заточении до самой смерти в 1509 г. </a:t>
          </a:r>
        </a:p>
      </dsp:txBody>
      <dsp:txXfrm>
        <a:off x="305607" y="1512294"/>
        <a:ext cx="1858926" cy="3035662"/>
      </dsp:txXfrm>
    </dsp:sp>
    <dsp:sp modelId="{D17B9BDC-D33E-465E-BEF4-D77FA17C4362}">
      <dsp:nvSpPr>
        <dsp:cNvPr id="0" name=""/>
        <dsp:cNvSpPr/>
      </dsp:nvSpPr>
      <dsp:spPr>
        <a:xfrm>
          <a:off x="2654310" y="0"/>
          <a:ext cx="2468242" cy="4848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FF0000"/>
              </a:solidFill>
            </a:rPr>
            <a:t>Проблема: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FF0000"/>
              </a:solidFill>
            </a:rPr>
            <a:t>Василий </a:t>
          </a:r>
          <a:r>
            <a:rPr lang="en-US" sz="1600" kern="1200" dirty="0">
              <a:solidFill>
                <a:srgbClr val="FF0000"/>
              </a:solidFill>
            </a:rPr>
            <a:t>III </a:t>
          </a:r>
          <a:r>
            <a:rPr lang="ru-RU" sz="1600" kern="1200" dirty="0">
              <a:solidFill>
                <a:srgbClr val="FF0000"/>
              </a:solidFill>
            </a:rPr>
            <a:t>не имеет детей от брака с </a:t>
          </a:r>
          <a:r>
            <a:rPr lang="ru-RU" sz="1600" kern="1200" dirty="0" err="1">
              <a:solidFill>
                <a:srgbClr val="FF0000"/>
              </a:solidFill>
            </a:rPr>
            <a:t>Соломонией</a:t>
          </a:r>
          <a:r>
            <a:rPr lang="ru-RU" sz="1600" kern="1200" dirty="0">
              <a:solidFill>
                <a:srgbClr val="FF0000"/>
              </a:solidFill>
            </a:rPr>
            <a:t> Сабуровой </a:t>
          </a:r>
        </a:p>
      </dsp:txBody>
      <dsp:txXfrm>
        <a:off x="2654310" y="0"/>
        <a:ext cx="2468242" cy="1454460"/>
      </dsp:txXfrm>
    </dsp:sp>
    <dsp:sp modelId="{D2FE391B-C253-438C-B512-B151B4DCADFA}">
      <dsp:nvSpPr>
        <dsp:cNvPr id="0" name=""/>
        <dsp:cNvSpPr/>
      </dsp:nvSpPr>
      <dsp:spPr>
        <a:xfrm>
          <a:off x="2901134" y="1454460"/>
          <a:ext cx="1974594" cy="31513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/>
            <a:t>Решение: </a:t>
          </a:r>
          <a:r>
            <a:rPr lang="ru-RU" sz="2300" kern="1200" dirty="0"/>
            <a:t>развод и заточении </a:t>
          </a:r>
          <a:r>
            <a:rPr lang="ru-RU" sz="2300" kern="1200" dirty="0" err="1"/>
            <a:t>Соломонии</a:t>
          </a:r>
          <a:r>
            <a:rPr lang="ru-RU" sz="2300" kern="1200" dirty="0"/>
            <a:t> в монастырь. Женитьба на Елене Глинской.</a:t>
          </a:r>
        </a:p>
      </dsp:txBody>
      <dsp:txXfrm>
        <a:off x="2958968" y="1512294"/>
        <a:ext cx="1858926" cy="3035662"/>
      </dsp:txXfrm>
    </dsp:sp>
    <dsp:sp modelId="{904275A0-CFD1-4A82-AAC4-17923627BFDE}">
      <dsp:nvSpPr>
        <dsp:cNvPr id="0" name=""/>
        <dsp:cNvSpPr/>
      </dsp:nvSpPr>
      <dsp:spPr>
        <a:xfrm>
          <a:off x="5307671" y="0"/>
          <a:ext cx="2468242" cy="4848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FF0000"/>
              </a:solidFill>
            </a:rPr>
            <a:t>Проблема: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FF0000"/>
              </a:solidFill>
            </a:rPr>
            <a:t>смерть Василия </a:t>
          </a:r>
          <a:r>
            <a:rPr lang="en-US" sz="1600" kern="1200" dirty="0">
              <a:solidFill>
                <a:srgbClr val="FF0000"/>
              </a:solidFill>
            </a:rPr>
            <a:t>III</a:t>
          </a:r>
          <a:r>
            <a:rPr lang="ru-RU" sz="1600" kern="1200" dirty="0">
              <a:solidFill>
                <a:srgbClr val="FF0000"/>
              </a:solidFill>
            </a:rPr>
            <a:t> в 1533 (наследнику – 3 года) </a:t>
          </a:r>
        </a:p>
      </dsp:txBody>
      <dsp:txXfrm>
        <a:off x="5307671" y="0"/>
        <a:ext cx="2468242" cy="1454460"/>
      </dsp:txXfrm>
    </dsp:sp>
    <dsp:sp modelId="{81DF6329-D544-47EB-BAEC-FD5EF7EF7825}">
      <dsp:nvSpPr>
        <dsp:cNvPr id="0" name=""/>
        <dsp:cNvSpPr/>
      </dsp:nvSpPr>
      <dsp:spPr>
        <a:xfrm>
          <a:off x="5554496" y="1454460"/>
          <a:ext cx="1974594" cy="315133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/>
            <a:t>Решение: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Елена Глинская – регент, ее фаворит Оболенский (Овчина) – во главе Думы.</a:t>
          </a:r>
        </a:p>
      </dsp:txBody>
      <dsp:txXfrm>
        <a:off x="5612330" y="1512294"/>
        <a:ext cx="1858926" cy="30356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DC99D-1BC9-4CBB-836B-EADE14F009E2}">
      <dsp:nvSpPr>
        <dsp:cNvPr id="0" name=""/>
        <dsp:cNvSpPr/>
      </dsp:nvSpPr>
      <dsp:spPr>
        <a:xfrm>
          <a:off x="0" y="3406931"/>
          <a:ext cx="8229600" cy="1118231"/>
        </a:xfrm>
        <a:prstGeom prst="rect">
          <a:avLst/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Переход всей полноты власти  в руки Ивана </a:t>
          </a:r>
          <a:r>
            <a:rPr lang="en-US" sz="1400" kern="1200" dirty="0"/>
            <a:t>IV</a:t>
          </a:r>
          <a:r>
            <a:rPr lang="ru-RU" sz="1400" kern="1200" dirty="0"/>
            <a:t>,</a:t>
          </a:r>
          <a:r>
            <a:rPr lang="en-US" sz="1400" kern="1200" dirty="0"/>
            <a:t> </a:t>
          </a:r>
          <a:r>
            <a:rPr lang="ru-RU" sz="1400" kern="1200" dirty="0"/>
            <a:t>при недоверии городского населения к деятельности центрального правительства</a:t>
          </a:r>
        </a:p>
      </dsp:txBody>
      <dsp:txXfrm>
        <a:off x="0" y="3406931"/>
        <a:ext cx="8229600" cy="603844"/>
      </dsp:txXfrm>
    </dsp:sp>
    <dsp:sp modelId="{FB5B522B-5013-473D-81DE-3674F430B21F}">
      <dsp:nvSpPr>
        <dsp:cNvPr id="0" name=""/>
        <dsp:cNvSpPr/>
      </dsp:nvSpPr>
      <dsp:spPr>
        <a:xfrm>
          <a:off x="0" y="3988412"/>
          <a:ext cx="4114799" cy="51438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«Собор примирения (покаяния)» осени 1547 г.</a:t>
          </a:r>
        </a:p>
      </dsp:txBody>
      <dsp:txXfrm>
        <a:off x="0" y="3988412"/>
        <a:ext cx="4114799" cy="514386"/>
      </dsp:txXfrm>
    </dsp:sp>
    <dsp:sp modelId="{0CAC63CD-894D-470E-9BAF-EDB8A7546F19}">
      <dsp:nvSpPr>
        <dsp:cNvPr id="0" name=""/>
        <dsp:cNvSpPr/>
      </dsp:nvSpPr>
      <dsp:spPr>
        <a:xfrm>
          <a:off x="4114800" y="3988412"/>
          <a:ext cx="4114799" cy="51438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Формирования правительства нового типа </a:t>
          </a:r>
          <a:r>
            <a:rPr lang="ru-RU" sz="1500" kern="1200"/>
            <a:t>– Избранной </a:t>
          </a:r>
          <a:r>
            <a:rPr lang="ru-RU" sz="1500" kern="1200" dirty="0"/>
            <a:t>Рады.</a:t>
          </a:r>
        </a:p>
      </dsp:txBody>
      <dsp:txXfrm>
        <a:off x="4114800" y="3988412"/>
        <a:ext cx="4114799" cy="514386"/>
      </dsp:txXfrm>
    </dsp:sp>
    <dsp:sp modelId="{DB7046EA-1DC3-483B-A0FF-0A262CEF876B}">
      <dsp:nvSpPr>
        <dsp:cNvPr id="0" name=""/>
        <dsp:cNvSpPr/>
      </dsp:nvSpPr>
      <dsp:spPr>
        <a:xfrm rot="10800000">
          <a:off x="0" y="1703865"/>
          <a:ext cx="8229600" cy="1719839"/>
        </a:xfrm>
        <a:prstGeom prst="upArrowCallout">
          <a:avLst/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glow rad="139700">
            <a:schemeClr val="accent5">
              <a:satMod val="175000"/>
              <a:alpha val="40000"/>
            </a:schemeClr>
          </a:glo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/>
            <a:t>Проблема: </a:t>
          </a:r>
          <a:r>
            <a:rPr lang="ru-RU" sz="1400" kern="1200" dirty="0"/>
            <a:t>Корыстолюбие и самодурство бояр подрывают доверие к власти</a:t>
          </a:r>
        </a:p>
      </dsp:txBody>
      <dsp:txXfrm rot="-10800000">
        <a:off x="0" y="1703865"/>
        <a:ext cx="8229600" cy="603663"/>
      </dsp:txXfrm>
    </dsp:sp>
    <dsp:sp modelId="{B8DCEC7A-477A-4DF8-978A-EA986D58495B}">
      <dsp:nvSpPr>
        <dsp:cNvPr id="0" name=""/>
        <dsp:cNvSpPr/>
      </dsp:nvSpPr>
      <dsp:spPr>
        <a:xfrm>
          <a:off x="0" y="2307529"/>
          <a:ext cx="4114799" cy="514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Венчание на царство Ивана </a:t>
          </a:r>
          <a:r>
            <a:rPr lang="en-US" sz="1500" kern="1200" dirty="0"/>
            <a:t>IV </a:t>
          </a:r>
          <a:r>
            <a:rPr lang="ru-RU" sz="1500" kern="1200" dirty="0"/>
            <a:t>в 1547 г. </a:t>
          </a:r>
        </a:p>
      </dsp:txBody>
      <dsp:txXfrm>
        <a:off x="0" y="2307529"/>
        <a:ext cx="4114799" cy="514231"/>
      </dsp:txXfrm>
    </dsp:sp>
    <dsp:sp modelId="{2E24E418-81C6-4603-A8A3-CDCADDFFE8F1}">
      <dsp:nvSpPr>
        <dsp:cNvPr id="0" name=""/>
        <dsp:cNvSpPr/>
      </dsp:nvSpPr>
      <dsp:spPr>
        <a:xfrm>
          <a:off x="4114800" y="2307529"/>
          <a:ext cx="4114799" cy="514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Московское восстание 1547 г., поддержанное жителями еще более чем 10 городов</a:t>
          </a:r>
        </a:p>
      </dsp:txBody>
      <dsp:txXfrm>
        <a:off x="4114800" y="2307529"/>
        <a:ext cx="4114799" cy="514231"/>
      </dsp:txXfrm>
    </dsp:sp>
    <dsp:sp modelId="{72922C2A-1BB6-4F4B-95B9-16A75ADB5BE0}">
      <dsp:nvSpPr>
        <dsp:cNvPr id="0" name=""/>
        <dsp:cNvSpPr/>
      </dsp:nvSpPr>
      <dsp:spPr>
        <a:xfrm rot="10800000">
          <a:off x="0" y="799"/>
          <a:ext cx="8229600" cy="1719839"/>
        </a:xfrm>
        <a:prstGeom prst="upArrowCallout">
          <a:avLst/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glow rad="228600">
            <a:schemeClr val="accent5">
              <a:satMod val="175000"/>
              <a:alpha val="40000"/>
            </a:schemeClr>
          </a:glo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/>
            <a:t>Проблема: </a:t>
          </a:r>
          <a:r>
            <a:rPr lang="ru-RU" sz="1400" kern="1200" dirty="0"/>
            <a:t>смерть Елены Глинской 1538 г. </a:t>
          </a:r>
        </a:p>
      </dsp:txBody>
      <dsp:txXfrm rot="-10800000">
        <a:off x="0" y="799"/>
        <a:ext cx="8229600" cy="603663"/>
      </dsp:txXfrm>
    </dsp:sp>
    <dsp:sp modelId="{D98530F7-6868-421A-B014-F12E574F2225}">
      <dsp:nvSpPr>
        <dsp:cNvPr id="0" name=""/>
        <dsp:cNvSpPr/>
      </dsp:nvSpPr>
      <dsp:spPr>
        <a:xfrm>
          <a:off x="0" y="604463"/>
          <a:ext cx="4114799" cy="514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Во главе правительства князя Шуйские</a:t>
          </a:r>
        </a:p>
      </dsp:txBody>
      <dsp:txXfrm>
        <a:off x="0" y="604463"/>
        <a:ext cx="4114799" cy="514231"/>
      </dsp:txXfrm>
    </dsp:sp>
    <dsp:sp modelId="{385B6585-228E-4DF8-AADA-50DC0CC64E55}">
      <dsp:nvSpPr>
        <dsp:cNvPr id="0" name=""/>
        <dsp:cNvSpPr/>
      </dsp:nvSpPr>
      <dsp:spPr>
        <a:xfrm>
          <a:off x="4114800" y="604463"/>
          <a:ext cx="4114799" cy="514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Во главе правительства князя Глинские</a:t>
          </a:r>
        </a:p>
      </dsp:txBody>
      <dsp:txXfrm>
        <a:off x="4114800" y="604463"/>
        <a:ext cx="4114799" cy="5142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8200E-46E3-401C-88D8-30E7603877D8}">
      <dsp:nvSpPr>
        <dsp:cNvPr id="0" name=""/>
        <dsp:cNvSpPr/>
      </dsp:nvSpPr>
      <dsp:spPr>
        <a:xfrm>
          <a:off x="216019" y="293944"/>
          <a:ext cx="2019465" cy="128431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Отъезд в </a:t>
          </a:r>
          <a:r>
            <a:rPr lang="ru-RU" sz="1200" kern="1200" dirty="0"/>
            <a:t>Александровскую </a:t>
          </a:r>
          <a:r>
            <a:rPr lang="ru-RU" sz="1400" kern="1200" dirty="0"/>
            <a:t>слободу.</a:t>
          </a:r>
        </a:p>
      </dsp:txBody>
      <dsp:txXfrm>
        <a:off x="511763" y="482027"/>
        <a:ext cx="1427977" cy="908146"/>
      </dsp:txXfrm>
    </dsp:sp>
    <dsp:sp modelId="{96FA0E5B-CBCE-457E-A8A6-E28D22F2E40A}">
      <dsp:nvSpPr>
        <dsp:cNvPr id="0" name=""/>
        <dsp:cNvSpPr/>
      </dsp:nvSpPr>
      <dsp:spPr>
        <a:xfrm rot="11042651">
          <a:off x="931999" y="1799467"/>
          <a:ext cx="449509" cy="225076"/>
        </a:xfrm>
        <a:prstGeom prst="triangl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2E38CA2-EDDA-428D-86BA-5AE031CB82CA}">
      <dsp:nvSpPr>
        <dsp:cNvPr id="0" name=""/>
        <dsp:cNvSpPr/>
      </dsp:nvSpPr>
      <dsp:spPr>
        <a:xfrm>
          <a:off x="144014" y="2232248"/>
          <a:ext cx="1867561" cy="159311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Демонстра-тивный отказ от власти</a:t>
          </a:r>
        </a:p>
      </dsp:txBody>
      <dsp:txXfrm>
        <a:off x="417512" y="2465554"/>
        <a:ext cx="1320565" cy="1126500"/>
      </dsp:txXfrm>
    </dsp:sp>
    <dsp:sp modelId="{92AEFAB2-EFB9-46D6-B63A-653BF0ABC9B0}">
      <dsp:nvSpPr>
        <dsp:cNvPr id="0" name=""/>
        <dsp:cNvSpPr/>
      </dsp:nvSpPr>
      <dsp:spPr>
        <a:xfrm rot="5602166">
          <a:off x="2155588" y="2992955"/>
          <a:ext cx="449509" cy="225076"/>
        </a:xfrm>
        <a:prstGeom prst="triangl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EDFFDD9-0D28-4461-940B-BE26DB207296}">
      <dsp:nvSpPr>
        <dsp:cNvPr id="0" name=""/>
        <dsp:cNvSpPr/>
      </dsp:nvSpPr>
      <dsp:spPr>
        <a:xfrm>
          <a:off x="2736301" y="2630378"/>
          <a:ext cx="1459425" cy="10780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Имитация стояния</a:t>
          </a:r>
        </a:p>
      </dsp:txBody>
      <dsp:txXfrm>
        <a:off x="2950029" y="2788257"/>
        <a:ext cx="1031969" cy="762310"/>
      </dsp:txXfrm>
    </dsp:sp>
    <dsp:sp modelId="{3F21F716-C434-4C7C-B581-B150CFDE3D7F}">
      <dsp:nvSpPr>
        <dsp:cNvPr id="0" name=""/>
        <dsp:cNvSpPr/>
      </dsp:nvSpPr>
      <dsp:spPr>
        <a:xfrm rot="58798">
          <a:off x="3254919" y="2258338"/>
          <a:ext cx="449509" cy="225076"/>
        </a:xfrm>
        <a:prstGeom prst="triangl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18FFA73-9F3D-4FC0-89A1-A36F792B81A3}">
      <dsp:nvSpPr>
        <dsp:cNvPr id="0" name=""/>
        <dsp:cNvSpPr/>
      </dsp:nvSpPr>
      <dsp:spPr>
        <a:xfrm>
          <a:off x="2664297" y="720081"/>
          <a:ext cx="1663211" cy="140406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Отправка письма к народу</a:t>
          </a:r>
        </a:p>
      </dsp:txBody>
      <dsp:txXfrm>
        <a:off x="2907869" y="925701"/>
        <a:ext cx="1176067" cy="992821"/>
      </dsp:txXfrm>
    </dsp:sp>
    <dsp:sp modelId="{572902EF-7855-4B85-A096-62F80C482C13}">
      <dsp:nvSpPr>
        <dsp:cNvPr id="0" name=""/>
        <dsp:cNvSpPr/>
      </dsp:nvSpPr>
      <dsp:spPr>
        <a:xfrm rot="5696807">
          <a:off x="4316308" y="1400035"/>
          <a:ext cx="449509" cy="225076"/>
        </a:xfrm>
        <a:prstGeom prst="triangl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AD6F54B-5124-462D-9ACF-1F217F7D9574}">
      <dsp:nvSpPr>
        <dsp:cNvPr id="0" name=""/>
        <dsp:cNvSpPr/>
      </dsp:nvSpPr>
      <dsp:spPr>
        <a:xfrm>
          <a:off x="4742322" y="863156"/>
          <a:ext cx="1666389" cy="147790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Делегация Думы к царю</a:t>
          </a:r>
        </a:p>
      </dsp:txBody>
      <dsp:txXfrm>
        <a:off x="4986359" y="1079590"/>
        <a:ext cx="1178315" cy="1045035"/>
      </dsp:txXfrm>
    </dsp:sp>
    <dsp:sp modelId="{9C033882-E315-46CB-85A1-DE10B008C929}">
      <dsp:nvSpPr>
        <dsp:cNvPr id="0" name=""/>
        <dsp:cNvSpPr/>
      </dsp:nvSpPr>
      <dsp:spPr>
        <a:xfrm rot="10855179">
          <a:off x="5334470" y="2504506"/>
          <a:ext cx="449509" cy="225076"/>
        </a:xfrm>
        <a:prstGeom prst="triangl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F87EBCD-BCD5-41F7-882C-B26519858E1D}">
      <dsp:nvSpPr>
        <dsp:cNvPr id="0" name=""/>
        <dsp:cNvSpPr/>
      </dsp:nvSpPr>
      <dsp:spPr>
        <a:xfrm>
          <a:off x="4608510" y="2880325"/>
          <a:ext cx="1872360" cy="128431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Торжественное возвращение к власти  на собственных условиях</a:t>
          </a:r>
        </a:p>
      </dsp:txBody>
      <dsp:txXfrm>
        <a:off x="4882711" y="3068408"/>
        <a:ext cx="1323958" cy="908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1324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618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74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916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716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71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6710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775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636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48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7298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4A130-FC0A-40E5-9063-BBEF5C03266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C7A70-E4EC-41C4-BA0B-99E76151EE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795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196752"/>
            <a:ext cx="7772400" cy="1470025"/>
          </a:xfrm>
        </p:spPr>
        <p:txBody>
          <a:bodyPr/>
          <a:lstStyle/>
          <a:p>
            <a:r>
              <a:rPr lang="ru-RU" sz="4800" dirty="0"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</a:rPr>
              <a:t>История России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284984"/>
            <a:ext cx="6400800" cy="1296144"/>
          </a:xfrm>
        </p:spPr>
        <p:txBody>
          <a:bodyPr>
            <a:normAutofit fontScale="77500" lnSpcReduction="20000"/>
          </a:bodyPr>
          <a:lstStyle/>
          <a:p>
            <a:r>
              <a:rPr lang="ru-RU" sz="3600">
                <a:solidFill>
                  <a:schemeClr val="tx1"/>
                </a:solidFill>
              </a:rPr>
              <a:t>Лекция 7.</a:t>
            </a:r>
            <a:br>
              <a:rPr lang="ru-RU" sz="3600" dirty="0">
                <a:solidFill>
                  <a:schemeClr val="tx1"/>
                </a:solidFill>
              </a:rPr>
            </a:br>
            <a:r>
              <a:rPr lang="ru-RU" sz="3600" dirty="0">
                <a:solidFill>
                  <a:schemeClr val="tx1"/>
                </a:solidFill>
              </a:rPr>
              <a:t>Московская Русь - Россия</a:t>
            </a:r>
          </a:p>
          <a:p>
            <a:r>
              <a:rPr lang="ru-RU" sz="3600" dirty="0">
                <a:solidFill>
                  <a:schemeClr val="tx1"/>
                </a:solidFill>
              </a:rPr>
              <a:t>в XVI веке</a:t>
            </a:r>
          </a:p>
        </p:txBody>
      </p:sp>
    </p:spTree>
    <p:extLst>
      <p:ext uri="{BB962C8B-B14F-4D97-AF65-F5344CB8AC3E}">
        <p14:creationId xmlns:p14="http://schemas.microsoft.com/office/powerpoint/2010/main" val="144532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3395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400" dirty="0"/>
              <a:t>Европа: предпосылки формирования централизованных государств в форме сословно-представительной монархии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00807"/>
            <a:ext cx="8229600" cy="3600401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Падение значения рыцарства вследствие истощения земельного фонда, роста городов и городского населения.</a:t>
            </a:r>
          </a:p>
          <a:p>
            <a:r>
              <a:rPr lang="ru-RU" dirty="0"/>
              <a:t>Формирование региональных рынков и переориентация экономики с натуральной на рыночную.</a:t>
            </a:r>
            <a:endParaRPr lang="en-US" dirty="0"/>
          </a:p>
          <a:p>
            <a:r>
              <a:rPr lang="ru-RU" dirty="0"/>
              <a:t>Начало формирования идеологии Возрождения.</a:t>
            </a:r>
          </a:p>
          <a:p>
            <a:r>
              <a:rPr lang="ru-RU" dirty="0"/>
              <a:t>Восстановление античной традиции городского самоуправления.</a:t>
            </a:r>
            <a:endParaRPr lang="en-US" dirty="0"/>
          </a:p>
          <a:p>
            <a:r>
              <a:rPr lang="ru-RU" dirty="0"/>
              <a:t>Создание университетов: к. </a:t>
            </a:r>
            <a:r>
              <a:rPr lang="en-US" dirty="0"/>
              <a:t>XI</a:t>
            </a:r>
            <a:r>
              <a:rPr lang="ru-RU" dirty="0"/>
              <a:t> – </a:t>
            </a:r>
            <a:r>
              <a:rPr lang="en-US" dirty="0"/>
              <a:t>XIII </a:t>
            </a:r>
            <a:r>
              <a:rPr lang="ru-RU" dirty="0"/>
              <a:t>вв.</a:t>
            </a:r>
          </a:p>
          <a:p>
            <a:r>
              <a:rPr lang="ru-RU" dirty="0"/>
              <a:t>Появление инновационных технологий: огнестрельное оружие, мануфактуры, бумага: </a:t>
            </a:r>
            <a:r>
              <a:rPr lang="en-US" dirty="0"/>
              <a:t>XIV</a:t>
            </a:r>
            <a:r>
              <a:rPr lang="ru-RU" dirty="0"/>
              <a:t> в.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331640" y="5301208"/>
            <a:ext cx="6768752" cy="10801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Основной итог: экономически сильное «третье сословие» становится главной опорой централизованного государства </a:t>
            </a:r>
          </a:p>
        </p:txBody>
      </p:sp>
    </p:spTree>
    <p:extLst>
      <p:ext uri="{BB962C8B-B14F-4D97-AF65-F5344CB8AC3E}">
        <p14:creationId xmlns:p14="http://schemas.microsoft.com/office/powerpoint/2010/main" val="342247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100811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3600" dirty="0"/>
              <a:t>Первые элементы сословности в управлении монархии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Испания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1137 г . Первый орган местного самоуправления – Кортес – создается в Леоне. </a:t>
            </a:r>
          </a:p>
          <a:p>
            <a:r>
              <a:rPr lang="ru-RU" dirty="0"/>
              <a:t>1188 г. В Кортесах появились представители горожан.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Русь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702397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1139 г. великий князь Всеволод </a:t>
            </a:r>
            <a:r>
              <a:rPr lang="ru-RU" dirty="0" err="1"/>
              <a:t>Ольгович</a:t>
            </a:r>
            <a:r>
              <a:rPr lang="ru-RU" dirty="0"/>
              <a:t>, накануне своей смерти избрал себе в наследники брата Игоря, оформил «ряд» между городской общиной и братом.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  <a:p>
            <a:r>
              <a:rPr lang="ru-RU" dirty="0"/>
              <a:t>В 1187 г. Ярослав </a:t>
            </a:r>
            <a:r>
              <a:rPr lang="ru-RU" dirty="0" err="1"/>
              <a:t>Осмомысл</a:t>
            </a:r>
            <a:r>
              <a:rPr lang="ru-RU" dirty="0"/>
              <a:t>, «созвав всю галичскую землю», заключил ряд о передаче власти Олегу Настасьичу в обход старшего сына Ярослава - Владимира. </a:t>
            </a:r>
          </a:p>
        </p:txBody>
      </p:sp>
    </p:spTree>
    <p:extLst>
      <p:ext uri="{BB962C8B-B14F-4D97-AF65-F5344CB8AC3E}">
        <p14:creationId xmlns:p14="http://schemas.microsoft.com/office/powerpoint/2010/main" val="2499271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9553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dirty="0"/>
              <a:t>Сословия получают право на управление 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Англия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1215 г. Иоанн Безземельный предоставил баронам «Великую хартию вольностей» — первую конституцию английской феодальной монархии. 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Россия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1211 г. великий князь владимирский Всеволод Юрьевич попытался обойти старшего своего сына Константина и оставить власть второму сыну Юрию. Представители дружины и городов заключили «ряд» с избранным действующим князем наследником.</a:t>
            </a:r>
          </a:p>
        </p:txBody>
      </p:sp>
    </p:spTree>
    <p:extLst>
      <p:ext uri="{BB962C8B-B14F-4D97-AF65-F5344CB8AC3E}">
        <p14:creationId xmlns:p14="http://schemas.microsoft.com/office/powerpoint/2010/main" val="332825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3304" y="404664"/>
            <a:ext cx="8229600" cy="8354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600" dirty="0"/>
              <a:t>Начало сословной монархии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4040188" cy="504056"/>
          </a:xfrm>
        </p:spPr>
        <p:txBody>
          <a:bodyPr/>
          <a:lstStyle/>
          <a:p>
            <a:r>
              <a:rPr lang="ru-RU" dirty="0"/>
              <a:t>Англия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060849"/>
            <a:ext cx="4040188" cy="79208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1265 г. Был созван Первый английский Парламент.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04410" y="1412776"/>
            <a:ext cx="4041775" cy="504056"/>
          </a:xfrm>
        </p:spPr>
        <p:txBody>
          <a:bodyPr/>
          <a:lstStyle/>
          <a:p>
            <a:r>
              <a:rPr lang="ru-RU" dirty="0"/>
              <a:t>Русь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72584" y="2060849"/>
            <a:ext cx="4041648" cy="252028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1262 Восстания горожан Ростова, Суздаля, Владимира и Ярославля против откупщиков-мусульман, сборщиков дани. Поручение сбора дани русским князьям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04" y="3212976"/>
            <a:ext cx="381000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5004048" y="4869160"/>
            <a:ext cx="3744416" cy="101272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Последний всплеск городской активности на «подордынской» территории.</a:t>
            </a:r>
          </a:p>
        </p:txBody>
      </p:sp>
    </p:spTree>
    <p:extLst>
      <p:ext uri="{BB962C8B-B14F-4D97-AF65-F5344CB8AC3E}">
        <p14:creationId xmlns:p14="http://schemas.microsoft.com/office/powerpoint/2010/main" val="290903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864096"/>
          </a:xfrm>
        </p:spPr>
        <p:txBody>
          <a:bodyPr>
            <a:normAutofit/>
          </a:bodyPr>
          <a:lstStyle/>
          <a:p>
            <a:r>
              <a:rPr lang="ru-RU" sz="3600" dirty="0"/>
              <a:t>Формирование сословных монархий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467544" y="1340768"/>
            <a:ext cx="3931920" cy="43204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Франция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467544" y="1772816"/>
            <a:ext cx="3931920" cy="1728192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Создание «провинциальных штатов» – с 1308.</a:t>
            </a:r>
          </a:p>
          <a:p>
            <a:r>
              <a:rPr lang="ru-RU" dirty="0"/>
              <a:t>«Генеральные штаты» получают право на утверждение налогов – 1314 г.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>
          <a:xfrm>
            <a:off x="4716016" y="1340768"/>
            <a:ext cx="3931920" cy="43204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Россия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>
          <a:xfrm>
            <a:off x="4788024" y="1916832"/>
            <a:ext cx="3931920" cy="208823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1308 – митрополитом всея Руси становится Петр.</a:t>
            </a:r>
          </a:p>
          <a:p>
            <a:r>
              <a:rPr lang="ru-RU" dirty="0"/>
              <a:t>1314 Юрий Данилович Московский и Михаил Ярославич Тверской ведут борьбу за власть над Новгородом и за влияние на Орду.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60" y="3645024"/>
            <a:ext cx="2448272" cy="2643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096777"/>
            <a:ext cx="3168352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986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8640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600" dirty="0"/>
              <a:t>Формирование сословных монархий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40789" y="1412776"/>
            <a:ext cx="3931920" cy="38444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Швеция / Польша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988840"/>
            <a:ext cx="3898776" cy="2304256"/>
          </a:xfrm>
        </p:spPr>
        <p:txBody>
          <a:bodyPr>
            <a:normAutofit fontScale="92500"/>
          </a:bodyPr>
          <a:lstStyle/>
          <a:p>
            <a:r>
              <a:rPr lang="ru-RU" dirty="0"/>
              <a:t>1435 г. Созыв первого парламента в Швеции</a:t>
            </a:r>
          </a:p>
          <a:p>
            <a:r>
              <a:rPr lang="ru-RU" dirty="0"/>
              <a:t>1454 Казимир </a:t>
            </a:r>
            <a:r>
              <a:rPr lang="en-US" dirty="0"/>
              <a:t>IV </a:t>
            </a:r>
            <a:r>
              <a:rPr lang="ru-RU" dirty="0"/>
              <a:t>«дарует» «Нешавские статуты», аналогичные английской Хартии вольностей.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1412776"/>
            <a:ext cx="3931920" cy="36004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Русь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6016" y="1988840"/>
            <a:ext cx="4041648" cy="391318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1433-1434	гг. Юрий Звенигородский, выгнав своего племянника Василия </a:t>
            </a:r>
            <a:r>
              <a:rPr lang="en-US" dirty="0"/>
              <a:t>II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правит в Москве. Начало «Феодальной войны».</a:t>
            </a:r>
          </a:p>
          <a:p>
            <a:r>
              <a:rPr lang="ru-RU" dirty="0"/>
              <a:t>1456. Поход великого князя Василия II Темного на Новгород. </a:t>
            </a:r>
            <a:r>
              <a:rPr lang="ru-RU" b="1" dirty="0"/>
              <a:t>Первое ограничение новгородских вольностей.</a:t>
            </a:r>
            <a:endParaRPr lang="en-US" b="1" dirty="0"/>
          </a:p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444141"/>
            <a:ext cx="2726282" cy="212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1753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2675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dirty="0"/>
              <a:t>Принципиальная разница в итогах централизации власти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Сословная монархия в странах Европы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558381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Усиление полномочий монарха (кроме Польши), за счет ослабления власти сеньоров (грандов, лордов).</a:t>
            </a:r>
          </a:p>
          <a:p>
            <a:r>
              <a:rPr lang="ru-RU" dirty="0"/>
              <a:t>Определяющая роль </a:t>
            </a:r>
            <a:r>
              <a:rPr lang="ru-RU" b="1" dirty="0"/>
              <a:t>региональных сословных парламентов </a:t>
            </a:r>
            <a:r>
              <a:rPr lang="ru-RU" dirty="0"/>
              <a:t>в местной жизни.</a:t>
            </a:r>
          </a:p>
          <a:p>
            <a:r>
              <a:rPr lang="ru-RU" dirty="0"/>
              <a:t>Получение парламентами, представляющими три сословия (духовенство, рыцарство и горожан) прав на утверждение налогов.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38864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Россия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4008" y="2060848"/>
            <a:ext cx="4041648" cy="3913187"/>
          </a:xfrm>
        </p:spPr>
        <p:txBody>
          <a:bodyPr>
            <a:normAutofit/>
          </a:bodyPr>
          <a:lstStyle/>
          <a:p>
            <a:r>
              <a:rPr lang="ru-RU" dirty="0"/>
              <a:t>Персонификация власти в лице великого князя.</a:t>
            </a:r>
          </a:p>
          <a:p>
            <a:r>
              <a:rPr lang="ru-RU" dirty="0"/>
              <a:t>Слабая институциональность.</a:t>
            </a:r>
          </a:p>
          <a:p>
            <a:r>
              <a:rPr lang="ru-RU" dirty="0"/>
              <a:t>Традиционализм и изоляционизм в проведении политики.</a:t>
            </a:r>
          </a:p>
          <a:p>
            <a:r>
              <a:rPr lang="ru-RU" b="1" dirty="0"/>
              <a:t>Бюрократические методы управления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737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363272" cy="57606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/>
              <a:t>Проблемы власти </a:t>
            </a:r>
            <a:r>
              <a:rPr lang="en-US" sz="3200" dirty="0"/>
              <a:t>I </a:t>
            </a:r>
            <a:r>
              <a:rPr lang="ru-RU" sz="3200" dirty="0"/>
              <a:t>трети </a:t>
            </a:r>
            <a:r>
              <a:rPr lang="en-US" sz="3200" dirty="0"/>
              <a:t>XVI </a:t>
            </a:r>
            <a:r>
              <a:rPr lang="ru-RU" sz="3200" dirty="0"/>
              <a:t>века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563296"/>
              </p:ext>
            </p:extLst>
          </p:nvPr>
        </p:nvGraphicFramePr>
        <p:xfrm>
          <a:off x="107504" y="1268760"/>
          <a:ext cx="7776864" cy="48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521" y="3429000"/>
            <a:ext cx="1549767" cy="248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5148064" y="6165304"/>
            <a:ext cx="3816424" cy="4320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Елена Глинская (реконструкция</a:t>
            </a:r>
          </a:p>
        </p:txBody>
      </p:sp>
    </p:spTree>
    <p:extLst>
      <p:ext uri="{BB962C8B-B14F-4D97-AF65-F5344CB8AC3E}">
        <p14:creationId xmlns:p14="http://schemas.microsoft.com/office/powerpoint/2010/main" val="1274203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/>
              <a:t>Дефицит легитимности государственной власти второй  четверти </a:t>
            </a:r>
            <a:r>
              <a:rPr lang="en-US" sz="2800" dirty="0"/>
              <a:t>XVI </a:t>
            </a:r>
            <a:r>
              <a:rPr lang="ru-RU" sz="2800" dirty="0"/>
              <a:t>века .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43301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3347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36815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2800" dirty="0"/>
              <a:t>Завершение политики централизации, начатой Иваном </a:t>
            </a:r>
            <a:r>
              <a:rPr lang="en-US" sz="2800" dirty="0"/>
              <a:t>III </a:t>
            </a:r>
            <a:r>
              <a:rPr lang="ru-RU" sz="2800" dirty="0"/>
              <a:t>и продолженной Василием </a:t>
            </a:r>
            <a:r>
              <a:rPr lang="en-US" sz="2800" dirty="0"/>
              <a:t>III – </a:t>
            </a:r>
            <a:r>
              <a:rPr lang="ru-RU" sz="2800" dirty="0"/>
              <a:t>венчание на царство Ивана </a:t>
            </a:r>
            <a:r>
              <a:rPr lang="en-US" sz="2800" dirty="0"/>
              <a:t>IV</a:t>
            </a:r>
            <a:endParaRPr lang="ru-RU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32" y="1772815"/>
            <a:ext cx="7122368" cy="3641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Скругленный прямоугольник 9"/>
          <p:cNvSpPr/>
          <p:nvPr/>
        </p:nvSpPr>
        <p:spPr>
          <a:xfrm>
            <a:off x="683568" y="5414126"/>
            <a:ext cx="8064896" cy="1327242"/>
          </a:xfrm>
          <a:prstGeom prst="roundRect">
            <a:avLst/>
          </a:prstGeom>
          <a:gradFill rotWithShape="1">
            <a:gsLst>
              <a:gs pos="0">
                <a:srgbClr val="969696">
                  <a:tint val="50000"/>
                  <a:shade val="86000"/>
                  <a:satMod val="140000"/>
                </a:srgbClr>
              </a:gs>
              <a:gs pos="45000">
                <a:srgbClr val="969696">
                  <a:tint val="48000"/>
                  <a:satMod val="150000"/>
                </a:srgbClr>
              </a:gs>
              <a:gs pos="100000">
                <a:srgbClr val="969696">
                  <a:tint val="28000"/>
                  <a:satMod val="160000"/>
                </a:srgbClr>
              </a:gs>
            </a:gsLst>
            <a:path path="circle">
              <a:fillToRect l="100000" t="100000" r="100000" b="100000"/>
            </a:path>
          </a:gradFill>
          <a:ln w="9525" cap="flat" cmpd="sng" algn="ctr">
            <a:solidFill>
              <a:srgbClr val="969696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Псалом 91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Ибо вот, враги Твои, Господи, — вот, враги Твои гибнут, и рассыпаются все делающие беззаконие;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а мой рог Ты возносишь, 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как рог единорога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и я умащен свежим елеем;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и око мое смотрит на врагов моих, и уши мои слышат о восстающих на меня злодеях.</a:t>
            </a:r>
          </a:p>
        </p:txBody>
      </p:sp>
    </p:spTree>
    <p:extLst>
      <p:ext uri="{BB962C8B-B14F-4D97-AF65-F5344CB8AC3E}">
        <p14:creationId xmlns:p14="http://schemas.microsoft.com/office/powerpoint/2010/main" val="4240896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19256" cy="8640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dirty="0"/>
              <a:t>Россия: поворот к сословности:</a:t>
            </a:r>
            <a:br>
              <a:rPr lang="ru-RU" sz="2400" dirty="0"/>
            </a:br>
            <a:r>
              <a:rPr lang="ru-RU" sz="2400" dirty="0"/>
              <a:t>«Собор примирения» 27-28 февраля 1549 г.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552" y="1340768"/>
            <a:ext cx="3931920" cy="36004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Состав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700808"/>
            <a:ext cx="3931920" cy="324036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Боярская дума в полном составе.</a:t>
            </a:r>
          </a:p>
          <a:p>
            <a:r>
              <a:rPr lang="ru-RU" dirty="0"/>
              <a:t>Освященный Собор во главе с митрополитом Макарием.</a:t>
            </a:r>
          </a:p>
          <a:p>
            <a:r>
              <a:rPr lang="ru-RU" dirty="0"/>
              <a:t>Дворецкие и казначеи.</a:t>
            </a:r>
          </a:p>
          <a:p>
            <a:r>
              <a:rPr lang="ru-RU" dirty="0"/>
              <a:t>Воеводы. </a:t>
            </a:r>
          </a:p>
          <a:p>
            <a:r>
              <a:rPr lang="ru-RU" dirty="0"/>
              <a:t>Дети боярские и московские дворяне (государев двор). 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412776"/>
            <a:ext cx="3931920" cy="31244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Процедура: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88024" y="1772816"/>
            <a:ext cx="3931920" cy="46085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Царь обращается к разным сословным группам с «речами», те отвечают присягой.</a:t>
            </a:r>
          </a:p>
          <a:p>
            <a:pPr marL="0" indent="0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b="1" dirty="0"/>
              <a:t>Формуляр присяги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«а они … хотят служить своему государю и великому князю, и добра хотети ему и его людям во всем вправду, безо всякия хитрости по тому же, как служили и добра хотели господарю своему, отцу его, великому князю Ивану </a:t>
            </a:r>
            <a:r>
              <a:rPr lang="ru-RU"/>
              <a:t>Ввильевичю </a:t>
            </a:r>
            <a:r>
              <a:rPr lang="ru-RU" dirty="0"/>
              <a:t>всея Руси». 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39552" y="4869160"/>
            <a:ext cx="3744416" cy="151216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prstClr val="black"/>
                </a:solidFill>
              </a:rPr>
              <a:t>По одному источнику (Степенная книга, Хрущевский список) на Собор были призваны представители «из городов всякого чину».</a:t>
            </a:r>
          </a:p>
        </p:txBody>
      </p:sp>
    </p:spTree>
    <p:extLst>
      <p:ext uri="{BB962C8B-B14F-4D97-AF65-F5344CB8AC3E}">
        <p14:creationId xmlns:p14="http://schemas.microsoft.com/office/powerpoint/2010/main" val="2178614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rmAutofit/>
          </a:bodyPr>
          <a:lstStyle/>
          <a:p>
            <a:r>
              <a:rPr lang="ru-RU" sz="2800" dirty="0"/>
              <a:t>Содержание обсуждений собора примирения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73601" y="1124744"/>
            <a:ext cx="4040188" cy="460648"/>
          </a:xfrm>
        </p:spPr>
        <p:txBody>
          <a:bodyPr/>
          <a:lstStyle/>
          <a:p>
            <a:r>
              <a:rPr lang="ru-RU" dirty="0"/>
              <a:t>Царь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7544" y="1772816"/>
            <a:ext cx="3931920" cy="264678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объявил, что намерен положить конец бесправию, «продажам и обидам великим в землях и в холопех», которые «до его царьского возраста» «чинились» от бояр и дворцовых чинов «детем боярским и всем христьянам».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35874" y="1124744"/>
            <a:ext cx="4041775" cy="460648"/>
          </a:xfrm>
        </p:spPr>
        <p:txBody>
          <a:bodyPr/>
          <a:lstStyle/>
          <a:p>
            <a:r>
              <a:rPr lang="ru-RU" dirty="0"/>
              <a:t>Бояре: 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82820" y="1700808"/>
            <a:ext cx="3931920" cy="2646784"/>
          </a:xfrm>
        </p:spPr>
        <p:txBody>
          <a:bodyPr>
            <a:normAutofit fontScale="92500"/>
          </a:bodyPr>
          <a:lstStyle/>
          <a:p>
            <a:r>
              <a:rPr lang="ru-RU" dirty="0"/>
              <a:t>каялись и били челом, чтобы он «опалы им не учинил никоторые», но настаивали на том, чтобы все жалобы местного населения рассматривались царским судом.</a:t>
            </a:r>
          </a:p>
          <a:p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83568" y="4581128"/>
            <a:ext cx="7992888" cy="14401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Итог: приговор Собора, согласно которому в ведении царских наместников остался суд над детьми боярскими (т.е. дворянами) только по самым главным уголовным преступлениям (убийству, краже и разбою с поличным). </a:t>
            </a:r>
          </a:p>
        </p:txBody>
      </p:sp>
    </p:spTree>
    <p:extLst>
      <p:ext uri="{BB962C8B-B14F-4D97-AF65-F5344CB8AC3E}">
        <p14:creationId xmlns:p14="http://schemas.microsoft.com/office/powerpoint/2010/main" val="1193300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93610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2800" dirty="0"/>
              <a:t>Традиции, на которых были построены Земские соборы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67544" y="1484785"/>
            <a:ext cx="8229600" cy="3096344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Совет великого князя, который включал родственников великого князя (в том числе - удельных князей), служилых князей, бояр и высших иерархов церкви.</a:t>
            </a:r>
          </a:p>
          <a:p>
            <a:r>
              <a:rPr lang="ru-RU" dirty="0"/>
              <a:t>Военные советы перед крупными походами, с участием всех воевод.</a:t>
            </a:r>
          </a:p>
          <a:p>
            <a:r>
              <a:rPr lang="ru-RU" dirty="0"/>
              <a:t>Освященные соборы, проводимые с участием великого князя.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67" y="4653136"/>
            <a:ext cx="7823572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874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0081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/>
              <a:t>Ориентиры в создании сословно-представительской монархии в России сер. XVI в.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1412776"/>
            <a:ext cx="4040188" cy="6096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Английский парламент с 1529 по 1539 гг. (при Генрихе VIII):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наделил короля правами главы церкви;</a:t>
            </a:r>
          </a:p>
          <a:p>
            <a:r>
              <a:rPr lang="ru-RU" dirty="0"/>
              <a:t>признал равенство королевских указов парламентским актам;</a:t>
            </a:r>
          </a:p>
          <a:p>
            <a:r>
              <a:rPr lang="ru-RU" dirty="0"/>
              <a:t>уступал по влиянию Тайному совету короля.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4008" y="1484784"/>
            <a:ext cx="4041775" cy="6096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Шведский ригсдаг 1523 – 1560 (при Густаве Васе):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стал постоянным органом при наследственных монархах;</a:t>
            </a:r>
          </a:p>
          <a:p>
            <a:r>
              <a:rPr lang="ru-RU" dirty="0"/>
              <a:t>избирался от четырех курий: духовенства, дворянства, горожан и свободных крестьян;</a:t>
            </a:r>
          </a:p>
          <a:p>
            <a:r>
              <a:rPr lang="ru-RU" dirty="0"/>
              <a:t>депутатами от горожан и крестьян чаще всего были королевские чиновники</a:t>
            </a:r>
          </a:p>
        </p:txBody>
      </p:sp>
    </p:spTree>
    <p:extLst>
      <p:ext uri="{BB962C8B-B14F-4D97-AF65-F5344CB8AC3E}">
        <p14:creationId xmlns:p14="http://schemas.microsoft.com/office/powerpoint/2010/main" val="1463568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6480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dirty="0"/>
              <a:t>Практика «соборного» управления </a:t>
            </a:r>
            <a:r>
              <a:rPr lang="en-US" sz="2800" dirty="0"/>
              <a:t>II </a:t>
            </a:r>
            <a:r>
              <a:rPr lang="ru-RU" sz="2800" dirty="0"/>
              <a:t>пол. </a:t>
            </a:r>
            <a:r>
              <a:rPr lang="en-US" sz="2800" dirty="0"/>
              <a:t>XVI </a:t>
            </a:r>
            <a:r>
              <a:rPr lang="ru-RU" sz="2800" dirty="0"/>
              <a:t>в</a:t>
            </a:r>
          </a:p>
        </p:txBody>
      </p:sp>
      <p:pic>
        <p:nvPicPr>
          <p:cNvPr id="1026" name="Picture 2" descr="D:\Pictures\Picasa\Screen Captures\Лекция3.pptx - Microsoft PowerPoint некоммерческое использование 30.09.2015 194514.bm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0729"/>
            <a:ext cx="8424934" cy="50515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sp>
        <p:nvSpPr>
          <p:cNvPr id="3" name="Скругленный прямоугольник 2"/>
          <p:cNvSpPr/>
          <p:nvPr/>
        </p:nvSpPr>
        <p:spPr>
          <a:xfrm>
            <a:off x="899592" y="6237312"/>
            <a:ext cx="7560840" cy="3600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Главное отличие от стран Европы: нет вопросов о налогах!</a:t>
            </a:r>
          </a:p>
        </p:txBody>
      </p:sp>
    </p:spTree>
    <p:extLst>
      <p:ext uri="{BB962C8B-B14F-4D97-AF65-F5344CB8AC3E}">
        <p14:creationId xmlns:p14="http://schemas.microsoft.com/office/powerpoint/2010/main" val="2991156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86409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2800" dirty="0"/>
              <a:t>Избранная рада – инициатор и проводник политики строительства сословной монархии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b="1" dirty="0"/>
              <a:t>Термин: </a:t>
            </a:r>
            <a:r>
              <a:rPr lang="ru-RU" sz="2800" dirty="0"/>
              <a:t>из «истории о князе Московском» князя Курбского.</a:t>
            </a:r>
            <a:endParaRPr lang="ru-RU" sz="2800" b="1" dirty="0"/>
          </a:p>
          <a:p>
            <a:r>
              <a:rPr lang="ru-RU" sz="2800" b="1" dirty="0"/>
              <a:t>Цели:</a:t>
            </a:r>
            <a:r>
              <a:rPr lang="ru-RU" sz="2800" dirty="0"/>
              <a:t> разработка и проведение реформ в экономике, государственном управлении и армии.</a:t>
            </a:r>
          </a:p>
          <a:p>
            <a:r>
              <a:rPr lang="ru-RU" sz="2800" b="1" dirty="0"/>
              <a:t>Руководители</a:t>
            </a:r>
            <a:r>
              <a:rPr lang="ru-RU" sz="2800" dirty="0"/>
              <a:t>: митрополит Макарий, духовник царя Сильвестр и Алексей Адашев.</a:t>
            </a:r>
          </a:p>
          <a:p>
            <a:r>
              <a:rPr lang="ru-RU" sz="2800" b="1" dirty="0"/>
              <a:t>Состав</a:t>
            </a:r>
            <a:r>
              <a:rPr lang="ru-RU" sz="2800" dirty="0"/>
              <a:t>: те члены Думы, что отобраны для проведения реформ (кн. Д.И. Курлятев, И.В. Шереметев, кн. А.И. Курбский, дьяк </a:t>
            </a:r>
            <a:r>
              <a:rPr lang="ru-RU" sz="2800" dirty="0" err="1"/>
              <a:t>Висковатый</a:t>
            </a:r>
            <a:r>
              <a:rPr lang="ru-RU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84516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20080"/>
          </a:xfrm>
        </p:spPr>
        <p:txBody>
          <a:bodyPr/>
          <a:lstStyle/>
          <a:p>
            <a:r>
              <a:rPr lang="ru-RU" sz="3200" dirty="0"/>
              <a:t>Ключевые реформы Избранной рады: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588" y="1196752"/>
            <a:ext cx="8229600" cy="403244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Завершение оформления системы приказов как функциональных и территориальных органов централизованного управления.</a:t>
            </a:r>
          </a:p>
          <a:p>
            <a:r>
              <a:rPr lang="ru-RU" dirty="0"/>
              <a:t>Создание системы выборного местного (земского управления) с ограничением прав наместников и воевод.</a:t>
            </a:r>
          </a:p>
          <a:p>
            <a:r>
              <a:rPr lang="ru-RU" dirty="0"/>
              <a:t>Совершенствование и унификация законодательства. Создание Судебника1550 г.</a:t>
            </a:r>
          </a:p>
          <a:p>
            <a:r>
              <a:rPr lang="ru-RU" dirty="0"/>
              <a:t>Первые шаги в борьбе с коррупцией (наказание за взятки)</a:t>
            </a:r>
          </a:p>
          <a:p>
            <a:r>
              <a:rPr lang="ru-RU" dirty="0"/>
              <a:t>Завершение денежной реформы, начатой правительством Еленой Глинской – распространение стандарта московского рубля на всю территорию страны.</a:t>
            </a:r>
          </a:p>
          <a:p>
            <a:r>
              <a:rPr lang="ru-RU" dirty="0"/>
              <a:t>Создание стрелецкого и пушкарского войска.</a:t>
            </a:r>
          </a:p>
          <a:p>
            <a:r>
              <a:rPr lang="ru-RU" dirty="0"/>
              <a:t>Ограничение местничества в военное время.</a:t>
            </a:r>
          </a:p>
          <a:p>
            <a:r>
              <a:rPr lang="ru-RU" dirty="0"/>
              <a:t>Унификация религиозных обрядов и культов святых Стоглавым собором.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95536" y="5373216"/>
            <a:ext cx="8280920" cy="10081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Трудные вопросы середины века: Кто правит в стране: царь, Земский собор или «Синглит» (термин Курбского)? А если «Синглит», то это Дума, Ближняя дума или Избранная рада? Или правят «поп Сильвестр и Алексей Адашев» (Иван Грозный)?</a:t>
            </a:r>
          </a:p>
        </p:txBody>
      </p:sp>
    </p:spTree>
    <p:extLst>
      <p:ext uri="{BB962C8B-B14F-4D97-AF65-F5344CB8AC3E}">
        <p14:creationId xmlns:p14="http://schemas.microsoft.com/office/powerpoint/2010/main" val="1339480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b="1" dirty="0"/>
              <a:t>Начало Ливонской войны (1558) и кризис «Избранной рады»</a:t>
            </a:r>
          </a:p>
          <a:p>
            <a:r>
              <a:rPr lang="ru-RU" dirty="0"/>
              <a:t>Адашев – отправлен воеводой в Литву, арестован в 1560 г. и умер в Дерпте в заключении.</a:t>
            </a:r>
          </a:p>
          <a:p>
            <a:r>
              <a:rPr lang="ru-RU" dirty="0"/>
              <a:t>Сильвестр – сослан в Кирило-Белозерский, затем – в Соловецкий монастырь.</a:t>
            </a:r>
          </a:p>
          <a:p>
            <a:r>
              <a:rPr lang="ru-RU" dirty="0"/>
              <a:t>Курлятев – в 1560 г. отослан воеводой в Смоленск, в 1562 г. насильственно пострижен в монахи.</a:t>
            </a:r>
          </a:p>
          <a:p>
            <a:r>
              <a:rPr lang="ru-RU" dirty="0"/>
              <a:t>Курбский – с 1560 г воюет в Прибалтике; в 1564 г. бежал в Литву</a:t>
            </a:r>
          </a:p>
          <a:p>
            <a:r>
              <a:rPr lang="ru-RU" dirty="0"/>
              <a:t>Шереметьев – в 1562-1564 – в опале; в 1570 – пострижен в монахи.</a:t>
            </a:r>
          </a:p>
          <a:p>
            <a:r>
              <a:rPr lang="ru-RU" dirty="0"/>
              <a:t>Висковатый – взят в опричнину, казнен в 1570 г.</a:t>
            </a:r>
          </a:p>
          <a:p>
            <a:r>
              <a:rPr lang="ru-RU" dirty="0"/>
              <a:t>Смерть митрополита Макария в декабре 1563 г. стала фактором, облегчившим Ивану </a:t>
            </a:r>
            <a:r>
              <a:rPr lang="en-US" dirty="0"/>
              <a:t>IV </a:t>
            </a:r>
            <a:r>
              <a:rPr lang="ru-RU" dirty="0"/>
              <a:t>поворот к новой политике.</a:t>
            </a:r>
          </a:p>
        </p:txBody>
      </p:sp>
    </p:spTree>
    <p:extLst>
      <p:ext uri="{BB962C8B-B14F-4D97-AF65-F5344CB8AC3E}">
        <p14:creationId xmlns:p14="http://schemas.microsoft.com/office/powerpoint/2010/main" val="3374193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990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dirty="0"/>
              <a:t>Отказ от сословной политики</a:t>
            </a:r>
            <a:br>
              <a:rPr lang="ru-RU" sz="2800" dirty="0"/>
            </a:br>
            <a:r>
              <a:rPr lang="ru-RU" sz="2800" dirty="0"/>
              <a:t> (1564 – 1565 гг.)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798574"/>
              </p:ext>
            </p:extLst>
          </p:nvPr>
        </p:nvGraphicFramePr>
        <p:xfrm>
          <a:off x="1763688" y="1556792"/>
          <a:ext cx="6840760" cy="502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492896"/>
            <a:ext cx="1721103" cy="2772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8422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92088"/>
          </a:xfrm>
        </p:spPr>
        <p:txBody>
          <a:bodyPr/>
          <a:lstStyle/>
          <a:p>
            <a:r>
              <a:rPr lang="ru-RU" sz="3600" dirty="0"/>
              <a:t>Опричнина как владение землей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4762872" cy="496855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земли в Московском уезде и вокруг Александровской слободы;</a:t>
            </a:r>
          </a:p>
          <a:p>
            <a:r>
              <a:rPr lang="ru-RU" dirty="0"/>
              <a:t>Суздальский и Можайский уезды («суздальское ополье»)</a:t>
            </a:r>
          </a:p>
          <a:p>
            <a:r>
              <a:rPr lang="ru-RU" dirty="0"/>
              <a:t>северные («торговые» черносошные территории): Вологда, Великий Устюг , Архангельск;</a:t>
            </a:r>
          </a:p>
          <a:p>
            <a:r>
              <a:rPr lang="ru-RU" dirty="0"/>
              <a:t>Земли, пограничные с Литвой.</a:t>
            </a:r>
          </a:p>
          <a:p>
            <a:r>
              <a:rPr lang="ru-RU" dirty="0"/>
              <a:t>В 1569 – Белоозеро, Ярославль и Ростов.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168" y="1412776"/>
            <a:ext cx="3042235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D:\Pictures\Культурология\Oprichnyiy-zamok-v-Moskve-na-plane-goroda-kontsa-XVI-veka-izvestnyiy-kak----Petrov-chertezh----887x68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160" y="3789040"/>
            <a:ext cx="3432250" cy="264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564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648072"/>
          </a:xfrm>
        </p:spPr>
        <p:txBody>
          <a:bodyPr/>
          <a:lstStyle/>
          <a:p>
            <a:r>
              <a:rPr lang="ru-RU" sz="3600" dirty="0"/>
              <a:t>Организация опричнины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6347048" cy="5544616"/>
          </a:xfrm>
        </p:spPr>
        <p:txBody>
          <a:bodyPr>
            <a:noAutofit/>
          </a:bodyPr>
          <a:lstStyle/>
          <a:p>
            <a:r>
              <a:rPr lang="ru-RU" sz="2200" dirty="0"/>
              <a:t>Принцип организации – венно-духовный орден.</a:t>
            </a:r>
          </a:p>
          <a:p>
            <a:r>
              <a:rPr lang="ru-RU" sz="2200" dirty="0"/>
              <a:t>Комплектация – индивидуальная из числа бояр, окольничих, детей боярских и иностранцев-наемников. </a:t>
            </a:r>
          </a:p>
          <a:p>
            <a:r>
              <a:rPr lang="ru-RU" sz="2200" dirty="0"/>
              <a:t>Опричное войско – до 6 тыс. человек.</a:t>
            </a:r>
          </a:p>
          <a:p>
            <a:r>
              <a:rPr lang="ru-RU" sz="2200" dirty="0"/>
              <a:t>Опричный двор – до 2 тыс. чел. Из них 600 чел – охрана царя, остальные разделены по приказам: Постельный, Бронный, Конюшенный, Сытный.</a:t>
            </a:r>
          </a:p>
          <a:p>
            <a:r>
              <a:rPr lang="ru-RU" sz="2200" dirty="0"/>
              <a:t>Опричный двор в Москве – в районе ул Воздвиженка</a:t>
            </a:r>
          </a:p>
          <a:p>
            <a:r>
              <a:rPr lang="ru-RU" sz="2200" dirty="0"/>
              <a:t>Руководители: А.Д. Басманов, Б.Я. Бельский Г.Л. Бельский (Скуратов), А.Ф. Нагой, Черкасский М.Т.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124744"/>
            <a:ext cx="2146951" cy="1979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6660232" y="3645024"/>
            <a:ext cx="2074943" cy="12961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Опричник. Изображение с кубка </a:t>
            </a:r>
            <a:r>
              <a:rPr lang="en-US" dirty="0"/>
              <a:t>XVII </a:t>
            </a:r>
            <a:r>
              <a:rPr lang="ru-RU" dirty="0"/>
              <a:t>в.</a:t>
            </a:r>
          </a:p>
        </p:txBody>
      </p:sp>
    </p:spTree>
    <p:extLst>
      <p:ext uri="{BB962C8B-B14F-4D97-AF65-F5344CB8AC3E}">
        <p14:creationId xmlns:p14="http://schemas.microsoft.com/office/powerpoint/2010/main" val="3964995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/>
          <a:lstStyle/>
          <a:p>
            <a:r>
              <a:rPr lang="ru-RU" sz="3600" dirty="0"/>
              <a:t>Опричнина как политика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268760"/>
            <a:ext cx="4680520" cy="4320480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Разделение управления на Опричное и Земское.</a:t>
            </a:r>
          </a:p>
          <a:p>
            <a:r>
              <a:rPr lang="ru-RU" dirty="0"/>
              <a:t>«Перебор людишек» и «перебор земель» (1565 г.) - перераспределение земель в пользу опричников, с «выводом» (выселением) прежних владельцев за Волгу.</a:t>
            </a:r>
          </a:p>
          <a:p>
            <a:r>
              <a:rPr lang="ru-RU" dirty="0"/>
              <a:t>Опричный террор: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«боярские казни» 1565 – 1568 гг.;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убийство митрополита Филиппа (1569);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убийство кн. Владимира Старицкого и его семьи( 1569);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Поход: Клин-Торжок-Новгород-Псков (1570);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«московские»  (опричные) казни (1570);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Регулярные казни 1570 – 1574 гг.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703914" y="5661248"/>
            <a:ext cx="7992888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Поминальный «синодик» Ивана </a:t>
            </a:r>
            <a:r>
              <a:rPr lang="en-US" dirty="0"/>
              <a:t>VI </a:t>
            </a:r>
            <a:r>
              <a:rPr lang="ru-RU" dirty="0"/>
              <a:t>включал</a:t>
            </a:r>
            <a:r>
              <a:rPr lang="en-US" dirty="0"/>
              <a:t> </a:t>
            </a:r>
            <a:r>
              <a:rPr lang="ru-RU" dirty="0"/>
              <a:t>в себя имена 3200 чел., казненных в 1564-1565 и 1571-1575 гг., и указание на 1505 человек убитых Малютой Скуратовым в Новгороде.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508104" y="1196752"/>
            <a:ext cx="3384376" cy="41764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Каменосердечный</a:t>
            </a:r>
            <a:r>
              <a:rPr lang="ru-RU" dirty="0"/>
              <a:t> же </a:t>
            </a:r>
            <a:r>
              <a:rPr lang="ru-RU" dirty="0" err="1"/>
              <a:t>онъ</a:t>
            </a:r>
            <a:r>
              <a:rPr lang="ru-RU" dirty="0"/>
              <a:t> </a:t>
            </a:r>
            <a:r>
              <a:rPr lang="ru-RU" dirty="0" err="1"/>
              <a:t>мужъ</a:t>
            </a:r>
            <a:r>
              <a:rPr lang="ru-RU" dirty="0"/>
              <a:t>, </a:t>
            </a:r>
            <a:r>
              <a:rPr lang="ru-RU" dirty="0" err="1"/>
              <a:t>Малюта</a:t>
            </a:r>
            <a:r>
              <a:rPr lang="ru-RU" dirty="0"/>
              <a:t>, </a:t>
            </a:r>
            <a:r>
              <a:rPr lang="ru-RU" dirty="0" err="1"/>
              <a:t>заятъ</a:t>
            </a:r>
            <a:r>
              <a:rPr lang="ru-RU" dirty="0"/>
              <a:t> </a:t>
            </a:r>
            <a:r>
              <a:rPr lang="ru-RU" dirty="0" err="1"/>
              <a:t>преподобнаго</a:t>
            </a:r>
            <a:r>
              <a:rPr lang="ru-RU" dirty="0"/>
              <a:t> уста </a:t>
            </a:r>
            <a:r>
              <a:rPr lang="ru-RU" dirty="0" err="1"/>
              <a:t>подглавиемъ</a:t>
            </a:r>
            <a:r>
              <a:rPr lang="ru-RU" dirty="0"/>
              <a:t>, </a:t>
            </a:r>
            <a:r>
              <a:rPr lang="ru-RU" dirty="0" err="1"/>
              <a:t>обличающихъ</a:t>
            </a:r>
            <a:r>
              <a:rPr lang="ru-RU" dirty="0"/>
              <a:t> </a:t>
            </a:r>
            <a:r>
              <a:rPr lang="ru-RU" dirty="0" err="1"/>
              <a:t>неистовъства</a:t>
            </a:r>
            <a:r>
              <a:rPr lang="ru-RU" dirty="0"/>
              <a:t>. И </a:t>
            </a:r>
            <a:r>
              <a:rPr lang="ru-RU" dirty="0" err="1"/>
              <a:t>тако</a:t>
            </a:r>
            <a:r>
              <a:rPr lang="ru-RU" dirty="0"/>
              <a:t> </a:t>
            </a:r>
            <a:r>
              <a:rPr lang="ru-RU" dirty="0" err="1"/>
              <a:t>предаде</a:t>
            </a:r>
            <a:r>
              <a:rPr lang="ru-RU" dirty="0"/>
              <a:t> душу свою в </a:t>
            </a:r>
            <a:r>
              <a:rPr lang="ru-RU" dirty="0" err="1"/>
              <a:t>рупѣ</a:t>
            </a:r>
            <a:r>
              <a:rPr lang="ru-RU" dirty="0"/>
              <a:t> Божии, </a:t>
            </a:r>
            <a:r>
              <a:rPr lang="ru-RU" dirty="0" err="1"/>
              <a:t>вѣнцемъ</a:t>
            </a:r>
            <a:r>
              <a:rPr lang="ru-RU" dirty="0"/>
              <a:t> мучения </a:t>
            </a:r>
            <a:r>
              <a:rPr lang="ru-RU" dirty="0" err="1"/>
              <a:t>увязеся</a:t>
            </a:r>
            <a:r>
              <a:rPr lang="ru-RU" dirty="0"/>
              <a:t>, в </a:t>
            </a:r>
            <a:r>
              <a:rPr lang="ru-RU" dirty="0" err="1"/>
              <a:t>лѣто</a:t>
            </a:r>
            <a:r>
              <a:rPr lang="ru-RU" dirty="0"/>
              <a:t> </a:t>
            </a:r>
            <a:r>
              <a:rPr lang="ru-RU" dirty="0" err="1"/>
              <a:t>осмыя</a:t>
            </a:r>
            <a:r>
              <a:rPr lang="ru-RU" dirty="0"/>
              <a:t> </a:t>
            </a:r>
            <a:r>
              <a:rPr lang="ru-RU" dirty="0" err="1"/>
              <a:t>тысящи</a:t>
            </a:r>
            <a:r>
              <a:rPr lang="ru-RU" dirty="0"/>
              <a:t> </a:t>
            </a:r>
            <a:r>
              <a:rPr lang="ru-RU" dirty="0" err="1"/>
              <a:t>седмьдесятъ</a:t>
            </a:r>
            <a:r>
              <a:rPr lang="ru-RU" dirty="0"/>
              <a:t> </a:t>
            </a:r>
            <a:r>
              <a:rPr lang="ru-RU" dirty="0" err="1"/>
              <a:t>осмаго</a:t>
            </a:r>
            <a:r>
              <a:rPr lang="ru-RU" dirty="0"/>
              <a:t>, месяца декабря </a:t>
            </a:r>
            <a:r>
              <a:rPr lang="ru-RU" dirty="0" err="1"/>
              <a:t>въ</a:t>
            </a:r>
            <a:r>
              <a:rPr lang="ru-RU" dirty="0"/>
              <a:t> 23 день течение </a:t>
            </a:r>
            <a:r>
              <a:rPr lang="ru-RU" dirty="0" err="1"/>
              <a:t>сконча</a:t>
            </a:r>
            <a:r>
              <a:rPr lang="ru-RU" dirty="0"/>
              <a:t> и подвиг соверши.</a:t>
            </a:r>
          </a:p>
          <a:p>
            <a:pPr algn="ctr"/>
            <a:r>
              <a:rPr lang="ru-RU" sz="1600" b="1" dirty="0"/>
              <a:t>ЖИТИЕ ФИЛИППА,  МИТРОПОЛИТА МОСКОВЪСКАГО</a:t>
            </a:r>
          </a:p>
        </p:txBody>
      </p:sp>
    </p:spTree>
    <p:extLst>
      <p:ext uri="{BB962C8B-B14F-4D97-AF65-F5344CB8AC3E}">
        <p14:creationId xmlns:p14="http://schemas.microsoft.com/office/powerpoint/2010/main" val="4265741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/>
          <a:lstStyle/>
          <a:p>
            <a:r>
              <a:rPr lang="ru-RU" sz="4000" dirty="0"/>
              <a:t>Второе разделение земель.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4546848" cy="478539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1572 г. – официальная отмена опричнины с переводом опричных земель и большинства опричников в «государев двор».</a:t>
            </a:r>
          </a:p>
          <a:p>
            <a:r>
              <a:rPr lang="ru-RU" dirty="0"/>
              <a:t>1575 г. – «отречение» Ивана </a:t>
            </a:r>
            <a:r>
              <a:rPr lang="en-US" dirty="0"/>
              <a:t>IV </a:t>
            </a:r>
            <a:r>
              <a:rPr lang="ru-RU" dirty="0"/>
              <a:t>от престола и передача его Симеону Бекбулатовичу.</a:t>
            </a:r>
          </a:p>
          <a:p>
            <a:r>
              <a:rPr lang="ru-RU" dirty="0"/>
              <a:t>Август 1576 – возвращение Ивана </a:t>
            </a:r>
            <a:r>
              <a:rPr lang="en-US" dirty="0"/>
              <a:t>IV </a:t>
            </a:r>
            <a:r>
              <a:rPr lang="ru-RU" dirty="0"/>
              <a:t>на престол.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124744"/>
            <a:ext cx="3341740" cy="440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5364088" y="5805264"/>
            <a:ext cx="3269732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Миниатюра: Иван IV на свадьбе Симеона Бекбулатовича</a:t>
            </a:r>
          </a:p>
        </p:txBody>
      </p:sp>
    </p:spTree>
    <p:extLst>
      <p:ext uri="{BB962C8B-B14F-4D97-AF65-F5344CB8AC3E}">
        <p14:creationId xmlns:p14="http://schemas.microsoft.com/office/powerpoint/2010/main" val="1975337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/>
          <a:lstStyle/>
          <a:p>
            <a:r>
              <a:rPr lang="ru-RU" sz="3200" dirty="0"/>
              <a:t>Кризис легитимности конца </a:t>
            </a:r>
            <a:r>
              <a:rPr lang="en-US" sz="3200" dirty="0"/>
              <a:t>XVI </a:t>
            </a:r>
            <a:r>
              <a:rPr lang="ru-RU" sz="3200" dirty="0"/>
              <a:t>века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367240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Подорвана одна из основ феодальной власти – единство династии.</a:t>
            </a:r>
          </a:p>
          <a:p>
            <a:r>
              <a:rPr lang="ru-RU" dirty="0"/>
              <a:t>Усугублен раскол в элитах по линиям: боярство – дворянство и опричнина – земщина.</a:t>
            </a:r>
          </a:p>
          <a:p>
            <a:r>
              <a:rPr lang="ru-RU" dirty="0"/>
              <a:t>Ослаблено влияние церкви, а вместе с ним и опора власти на религию.</a:t>
            </a:r>
          </a:p>
          <a:p>
            <a:r>
              <a:rPr lang="ru-RU" dirty="0"/>
              <a:t>Разрушено представление о правителе, который «трудится» за русскую землю.</a:t>
            </a:r>
          </a:p>
          <a:p>
            <a:r>
              <a:rPr lang="ru-RU" dirty="0"/>
              <a:t>Образ правителя в народном сознании раздвоился на непримиримые составляющие: а) царь – победитель неверных и покоритель новых земель и б) царь – каратель, самодур, который не имеет над собой </a:t>
            </a:r>
            <a:r>
              <a:rPr lang="ru-RU"/>
              <a:t>ни Бога, </a:t>
            </a:r>
            <a:r>
              <a:rPr lang="ru-RU" dirty="0"/>
              <a:t>ни закона.</a:t>
            </a:r>
          </a:p>
          <a:p>
            <a:r>
              <a:rPr lang="ru-RU" dirty="0"/>
              <a:t>Соединением двух непримиримых образов стало титулование «Грозный».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0314550-287F-BFA6-37A0-EAB773C37DB0}"/>
              </a:ext>
            </a:extLst>
          </p:cNvPr>
          <p:cNvSpPr/>
          <p:nvPr/>
        </p:nvSpPr>
        <p:spPr>
          <a:xfrm>
            <a:off x="827584" y="5301208"/>
            <a:ext cx="7704856" cy="86409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Легитимность (по м. Веберу) – признание населением исключительного права государства на </a:t>
            </a:r>
            <a:r>
              <a:rPr lang="ru-RU"/>
              <a:t>применения насилия.</a:t>
            </a:r>
          </a:p>
        </p:txBody>
      </p:sp>
    </p:spTree>
    <p:extLst>
      <p:ext uri="{BB962C8B-B14F-4D97-AF65-F5344CB8AC3E}">
        <p14:creationId xmlns:p14="http://schemas.microsoft.com/office/powerpoint/2010/main" val="7402290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Words>2065</Words>
  <Application>Microsoft Office PowerPoint</Application>
  <PresentationFormat>Экран (4:3)</PresentationFormat>
  <Paragraphs>186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Palatino Linotype</vt:lpstr>
      <vt:lpstr>Wingdings</vt:lpstr>
      <vt:lpstr>Тема Office</vt:lpstr>
      <vt:lpstr>История России</vt:lpstr>
      <vt:lpstr>Европа: предпосылки формирования централизованных государств в форме сословно-представительной монархии</vt:lpstr>
      <vt:lpstr>Первые элементы сословности в управлении монархии</vt:lpstr>
      <vt:lpstr>Сословия получают право на управление </vt:lpstr>
      <vt:lpstr>Начало сословной монархии</vt:lpstr>
      <vt:lpstr>Формирование сословных монархий</vt:lpstr>
      <vt:lpstr>Формирование сословных монархий</vt:lpstr>
      <vt:lpstr>Принципиальная разница в итогах централизации власти</vt:lpstr>
      <vt:lpstr>Проблемы власти I трети XVI века</vt:lpstr>
      <vt:lpstr>Дефицит легитимности государственной власти второй  четверти XVI века .</vt:lpstr>
      <vt:lpstr>Завершение политики централизации, начатой Иваном III и продолженной Василием III – венчание на царство Ивана IV</vt:lpstr>
      <vt:lpstr>Россия: поворот к сословности: «Собор примирения» 27-28 февраля 1549 г.</vt:lpstr>
      <vt:lpstr>Содержание обсуждений собора примирения</vt:lpstr>
      <vt:lpstr>Традиции, на которых были построены Земские соборы</vt:lpstr>
      <vt:lpstr>Ориентиры в создании сословно-представительской монархии в России сер. XVI в.</vt:lpstr>
      <vt:lpstr>Практика «соборного» управления II пол. XVI в</vt:lpstr>
      <vt:lpstr>Избранная рада – инициатор и проводник политики строительства сословной монархии</vt:lpstr>
      <vt:lpstr>Ключевые реформы Избранной рады:</vt:lpstr>
      <vt:lpstr>Презентация PowerPoint</vt:lpstr>
      <vt:lpstr>Отказ от сословной политики  (1564 – 1565 гг.)</vt:lpstr>
      <vt:lpstr>Опричнина как владение землей</vt:lpstr>
      <vt:lpstr>Организация опричнины</vt:lpstr>
      <vt:lpstr>Опричнина как политика</vt:lpstr>
      <vt:lpstr>Второе разделение земель.</vt:lpstr>
      <vt:lpstr>Кризис легитимности конца XVI века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Константин Соловьев</cp:lastModifiedBy>
  <cp:revision>33</cp:revision>
  <dcterms:created xsi:type="dcterms:W3CDTF">2017-06-26T10:50:19Z</dcterms:created>
  <dcterms:modified xsi:type="dcterms:W3CDTF">2023-08-24T11:21:26Z</dcterms:modified>
</cp:coreProperties>
</file>