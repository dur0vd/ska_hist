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handoutMasterIdLst>
    <p:handoutMasterId r:id="rId26"/>
  </p:handoutMasterIdLst>
  <p:sldIdLst>
    <p:sldId id="280" r:id="rId2"/>
    <p:sldId id="289" r:id="rId3"/>
    <p:sldId id="290" r:id="rId4"/>
    <p:sldId id="291" r:id="rId5"/>
    <p:sldId id="292" r:id="rId6"/>
    <p:sldId id="293" r:id="rId7"/>
    <p:sldId id="281" r:id="rId8"/>
    <p:sldId id="294" r:id="rId9"/>
    <p:sldId id="296" r:id="rId10"/>
    <p:sldId id="295" r:id="rId11"/>
    <p:sldId id="297" r:id="rId12"/>
    <p:sldId id="298" r:id="rId13"/>
    <p:sldId id="299" r:id="rId14"/>
    <p:sldId id="300" r:id="rId15"/>
    <p:sldId id="301" r:id="rId16"/>
    <p:sldId id="283" r:id="rId17"/>
    <p:sldId id="303" r:id="rId18"/>
    <p:sldId id="302" r:id="rId19"/>
    <p:sldId id="284" r:id="rId20"/>
    <p:sldId id="285" r:id="rId21"/>
    <p:sldId id="286" r:id="rId22"/>
    <p:sldId id="287" r:id="rId23"/>
    <p:sldId id="288" r:id="rId24"/>
  </p:sldIdLst>
  <p:sldSz cx="10080625" cy="7559675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788" y="90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192919-69E1-43B0-9B17-4D8DD09340A4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C3D13A5-507A-4E12-A610-90F282FCB4BC}">
      <dgm:prSet phldrT="[Текст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Идеология Просвещения</a:t>
          </a:r>
        </a:p>
      </dgm:t>
    </dgm:pt>
    <dgm:pt modelId="{4053EC49-6580-4BDD-B47A-3FCA8F273FD2}" type="parTrans" cxnId="{C3248AED-5426-4091-92D4-E538A20702E8}">
      <dgm:prSet/>
      <dgm:spPr/>
      <dgm:t>
        <a:bodyPr/>
        <a:lstStyle/>
        <a:p>
          <a:endParaRPr lang="ru-RU"/>
        </a:p>
      </dgm:t>
    </dgm:pt>
    <dgm:pt modelId="{2D094AE7-96BD-4DD2-8EF5-C618AFB252FB}" type="sibTrans" cxnId="{C3248AED-5426-4091-92D4-E538A20702E8}">
      <dgm:prSet/>
      <dgm:spPr/>
      <dgm:t>
        <a:bodyPr/>
        <a:lstStyle/>
        <a:p>
          <a:endParaRPr lang="ru-RU"/>
        </a:p>
      </dgm:t>
    </dgm:pt>
    <dgm:pt modelId="{F0E8B01B-3A1F-414C-89D3-14F2A4336725}">
      <dgm:prSet phldrT="[Текст]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Демократия («равенство»)</a:t>
          </a:r>
        </a:p>
      </dgm:t>
    </dgm:pt>
    <dgm:pt modelId="{BCDF5E43-FD4D-401A-8BF9-CFE2F335111F}" type="parTrans" cxnId="{333FC787-6313-47BA-8E7F-56023FEB8237}">
      <dgm:prSet/>
      <dgm:spPr/>
      <dgm:t>
        <a:bodyPr/>
        <a:lstStyle/>
        <a:p>
          <a:endParaRPr lang="ru-RU"/>
        </a:p>
      </dgm:t>
    </dgm:pt>
    <dgm:pt modelId="{27EC2B62-7349-4628-B3CA-D2BBA9FCCF58}" type="sibTrans" cxnId="{333FC787-6313-47BA-8E7F-56023FEB8237}">
      <dgm:prSet/>
      <dgm:spPr/>
      <dgm:t>
        <a:bodyPr/>
        <a:lstStyle/>
        <a:p>
          <a:endParaRPr lang="ru-RU"/>
        </a:p>
      </dgm:t>
    </dgm:pt>
    <dgm:pt modelId="{27003C18-E34F-454D-ADAF-A188CB36B00D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Либерализм</a:t>
          </a:r>
        </a:p>
        <a:p>
          <a:r>
            <a:rPr lang="ru-RU" dirty="0"/>
            <a:t>(«свобода»)</a:t>
          </a:r>
        </a:p>
        <a:p>
          <a:endParaRPr lang="ru-RU" dirty="0"/>
        </a:p>
      </dgm:t>
    </dgm:pt>
    <dgm:pt modelId="{070E333C-9B03-41E4-8ECF-83FB49AA3682}" type="parTrans" cxnId="{F04FF559-E535-4815-A8B4-DFDC8A645437}">
      <dgm:prSet/>
      <dgm:spPr/>
      <dgm:t>
        <a:bodyPr/>
        <a:lstStyle/>
        <a:p>
          <a:endParaRPr lang="ru-RU"/>
        </a:p>
      </dgm:t>
    </dgm:pt>
    <dgm:pt modelId="{13C5C62A-2563-4C25-90E5-F62CA0C0E44E}" type="sibTrans" cxnId="{F04FF559-E535-4815-A8B4-DFDC8A645437}">
      <dgm:prSet/>
      <dgm:spPr/>
      <dgm:t>
        <a:bodyPr/>
        <a:lstStyle/>
        <a:p>
          <a:endParaRPr lang="ru-RU"/>
        </a:p>
      </dgm:t>
    </dgm:pt>
    <dgm:pt modelId="{F04D30BF-8EBB-4B4A-B451-6B2D762EE554}">
      <dgm:prSet phldrT="[Текст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Консерватизм («традиция»)</a:t>
          </a:r>
        </a:p>
      </dgm:t>
    </dgm:pt>
    <dgm:pt modelId="{9760E176-0D38-461B-8D24-8614E48FAFB4}" type="parTrans" cxnId="{205D0833-E019-4FB2-B863-1CEDE9684137}">
      <dgm:prSet/>
      <dgm:spPr/>
      <dgm:t>
        <a:bodyPr/>
        <a:lstStyle/>
        <a:p>
          <a:endParaRPr lang="ru-RU"/>
        </a:p>
      </dgm:t>
    </dgm:pt>
    <dgm:pt modelId="{0B6E3057-8CB0-4919-A8A6-A4B3F591403E}" type="sibTrans" cxnId="{205D0833-E019-4FB2-B863-1CEDE9684137}">
      <dgm:prSet/>
      <dgm:spPr/>
      <dgm:t>
        <a:bodyPr/>
        <a:lstStyle/>
        <a:p>
          <a:endParaRPr lang="ru-RU"/>
        </a:p>
      </dgm:t>
    </dgm:pt>
    <dgm:pt modelId="{9BF5C1A4-BCD9-43F8-BB80-238B536AA615}" type="pres">
      <dgm:prSet presAssocID="{58192919-69E1-43B0-9B17-4D8DD09340A4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FF57734-16F6-489B-A793-09FFB156EBAD}" type="pres">
      <dgm:prSet presAssocID="{3C3D13A5-507A-4E12-A610-90F282FCB4BC}" presName="centerShape" presStyleLbl="node0" presStyleIdx="0" presStyleCnt="1"/>
      <dgm:spPr/>
    </dgm:pt>
    <dgm:pt modelId="{D3E83B96-FCDD-47F4-98ED-3DB9D5468479}" type="pres">
      <dgm:prSet presAssocID="{BCDF5E43-FD4D-401A-8BF9-CFE2F335111F}" presName="parTrans" presStyleLbl="bgSibTrans2D1" presStyleIdx="0" presStyleCnt="3" custAng="10651100" custScaleX="40551" custLinFactNeighborX="39580" custLinFactNeighborY="19814"/>
      <dgm:spPr/>
    </dgm:pt>
    <dgm:pt modelId="{3A338347-5548-4543-AFDC-33C35B8FD293}" type="pres">
      <dgm:prSet presAssocID="{F0E8B01B-3A1F-414C-89D3-14F2A4336725}" presName="node" presStyleLbl="node1" presStyleIdx="0" presStyleCnt="3">
        <dgm:presLayoutVars>
          <dgm:bulletEnabled val="1"/>
        </dgm:presLayoutVars>
      </dgm:prSet>
      <dgm:spPr/>
    </dgm:pt>
    <dgm:pt modelId="{A4DA0D8C-66A0-4D4F-9BC0-146920B719E5}" type="pres">
      <dgm:prSet presAssocID="{070E333C-9B03-41E4-8ECF-83FB49AA3682}" presName="parTrans" presStyleLbl="bgSibTrans2D1" presStyleIdx="1" presStyleCnt="3" custAng="10800000" custScaleX="58771" custLinFactNeighborX="2073" custLinFactNeighborY="77529"/>
      <dgm:spPr/>
    </dgm:pt>
    <dgm:pt modelId="{381E53F4-47F4-4EA5-9283-22DFBDC7154C}" type="pres">
      <dgm:prSet presAssocID="{27003C18-E34F-454D-ADAF-A188CB36B00D}" presName="node" presStyleLbl="node1" presStyleIdx="1" presStyleCnt="3">
        <dgm:presLayoutVars>
          <dgm:bulletEnabled val="1"/>
        </dgm:presLayoutVars>
      </dgm:prSet>
      <dgm:spPr/>
    </dgm:pt>
    <dgm:pt modelId="{DAC4FEE1-8915-470E-ACF8-7E55CA2BB364}" type="pres">
      <dgm:prSet presAssocID="{9760E176-0D38-461B-8D24-8614E48FAFB4}" presName="parTrans" presStyleLbl="bgSibTrans2D1" presStyleIdx="2" presStyleCnt="3" custAng="10479358" custScaleX="49360" custScaleY="99163" custLinFactNeighborX="-41296" custLinFactNeighborY="2916"/>
      <dgm:spPr/>
    </dgm:pt>
    <dgm:pt modelId="{954ADC48-6F99-4BA3-8B33-97D0AE7E29B6}" type="pres">
      <dgm:prSet presAssocID="{F04D30BF-8EBB-4B4A-B451-6B2D762EE554}" presName="node" presStyleLbl="node1" presStyleIdx="2" presStyleCnt="3">
        <dgm:presLayoutVars>
          <dgm:bulletEnabled val="1"/>
        </dgm:presLayoutVars>
      </dgm:prSet>
      <dgm:spPr/>
    </dgm:pt>
  </dgm:ptLst>
  <dgm:cxnLst>
    <dgm:cxn modelId="{CDB7FC05-370B-4EA2-B38F-48E4F103FB33}" type="presOf" srcId="{F0E8B01B-3A1F-414C-89D3-14F2A4336725}" destId="{3A338347-5548-4543-AFDC-33C35B8FD293}" srcOrd="0" destOrd="0" presId="urn:microsoft.com/office/officeart/2005/8/layout/radial4"/>
    <dgm:cxn modelId="{C7C1BF0A-5802-40CE-8456-57DEC34A0183}" type="presOf" srcId="{3C3D13A5-507A-4E12-A610-90F282FCB4BC}" destId="{4FF57734-16F6-489B-A793-09FFB156EBAD}" srcOrd="0" destOrd="0" presId="urn:microsoft.com/office/officeart/2005/8/layout/radial4"/>
    <dgm:cxn modelId="{205D0833-E019-4FB2-B863-1CEDE9684137}" srcId="{3C3D13A5-507A-4E12-A610-90F282FCB4BC}" destId="{F04D30BF-8EBB-4B4A-B451-6B2D762EE554}" srcOrd="2" destOrd="0" parTransId="{9760E176-0D38-461B-8D24-8614E48FAFB4}" sibTransId="{0B6E3057-8CB0-4919-A8A6-A4B3F591403E}"/>
    <dgm:cxn modelId="{02105F34-4A32-49B4-866B-1558F1A4CBED}" type="presOf" srcId="{9760E176-0D38-461B-8D24-8614E48FAFB4}" destId="{DAC4FEE1-8915-470E-ACF8-7E55CA2BB364}" srcOrd="0" destOrd="0" presId="urn:microsoft.com/office/officeart/2005/8/layout/radial4"/>
    <dgm:cxn modelId="{D4F09B66-E088-4F5E-8C0F-4A1ADC30DEDE}" type="presOf" srcId="{27003C18-E34F-454D-ADAF-A188CB36B00D}" destId="{381E53F4-47F4-4EA5-9283-22DFBDC7154C}" srcOrd="0" destOrd="0" presId="urn:microsoft.com/office/officeart/2005/8/layout/radial4"/>
    <dgm:cxn modelId="{9D294359-6007-4E27-89D5-B96E41A98696}" type="presOf" srcId="{58192919-69E1-43B0-9B17-4D8DD09340A4}" destId="{9BF5C1A4-BCD9-43F8-BB80-238B536AA615}" srcOrd="0" destOrd="0" presId="urn:microsoft.com/office/officeart/2005/8/layout/radial4"/>
    <dgm:cxn modelId="{F04FF559-E535-4815-A8B4-DFDC8A645437}" srcId="{3C3D13A5-507A-4E12-A610-90F282FCB4BC}" destId="{27003C18-E34F-454D-ADAF-A188CB36B00D}" srcOrd="1" destOrd="0" parTransId="{070E333C-9B03-41E4-8ECF-83FB49AA3682}" sibTransId="{13C5C62A-2563-4C25-90E5-F62CA0C0E44E}"/>
    <dgm:cxn modelId="{333FC787-6313-47BA-8E7F-56023FEB8237}" srcId="{3C3D13A5-507A-4E12-A610-90F282FCB4BC}" destId="{F0E8B01B-3A1F-414C-89D3-14F2A4336725}" srcOrd="0" destOrd="0" parTransId="{BCDF5E43-FD4D-401A-8BF9-CFE2F335111F}" sibTransId="{27EC2B62-7349-4628-B3CA-D2BBA9FCCF58}"/>
    <dgm:cxn modelId="{4C1D4FAA-D4B2-4337-B52D-7AD7BEFE5704}" type="presOf" srcId="{F04D30BF-8EBB-4B4A-B451-6B2D762EE554}" destId="{954ADC48-6F99-4BA3-8B33-97D0AE7E29B6}" srcOrd="0" destOrd="0" presId="urn:microsoft.com/office/officeart/2005/8/layout/radial4"/>
    <dgm:cxn modelId="{C3248AED-5426-4091-92D4-E538A20702E8}" srcId="{58192919-69E1-43B0-9B17-4D8DD09340A4}" destId="{3C3D13A5-507A-4E12-A610-90F282FCB4BC}" srcOrd="0" destOrd="0" parTransId="{4053EC49-6580-4BDD-B47A-3FCA8F273FD2}" sibTransId="{2D094AE7-96BD-4DD2-8EF5-C618AFB252FB}"/>
    <dgm:cxn modelId="{E59396EE-C860-4203-993A-7E88D3E625C4}" type="presOf" srcId="{BCDF5E43-FD4D-401A-8BF9-CFE2F335111F}" destId="{D3E83B96-FCDD-47F4-98ED-3DB9D5468479}" srcOrd="0" destOrd="0" presId="urn:microsoft.com/office/officeart/2005/8/layout/radial4"/>
    <dgm:cxn modelId="{B0B311F4-0E98-4023-8EB5-8C9293F0585C}" type="presOf" srcId="{070E333C-9B03-41E4-8ECF-83FB49AA3682}" destId="{A4DA0D8C-66A0-4D4F-9BC0-146920B719E5}" srcOrd="0" destOrd="0" presId="urn:microsoft.com/office/officeart/2005/8/layout/radial4"/>
    <dgm:cxn modelId="{D464E186-DF61-43F2-B90C-25E1569DBD25}" type="presParOf" srcId="{9BF5C1A4-BCD9-43F8-BB80-238B536AA615}" destId="{4FF57734-16F6-489B-A793-09FFB156EBAD}" srcOrd="0" destOrd="0" presId="urn:microsoft.com/office/officeart/2005/8/layout/radial4"/>
    <dgm:cxn modelId="{7150F6C6-1C96-433C-816D-CF275558A73C}" type="presParOf" srcId="{9BF5C1A4-BCD9-43F8-BB80-238B536AA615}" destId="{D3E83B96-FCDD-47F4-98ED-3DB9D5468479}" srcOrd="1" destOrd="0" presId="urn:microsoft.com/office/officeart/2005/8/layout/radial4"/>
    <dgm:cxn modelId="{24B27636-A3C9-496C-BE40-4EEE48093331}" type="presParOf" srcId="{9BF5C1A4-BCD9-43F8-BB80-238B536AA615}" destId="{3A338347-5548-4543-AFDC-33C35B8FD293}" srcOrd="2" destOrd="0" presId="urn:microsoft.com/office/officeart/2005/8/layout/radial4"/>
    <dgm:cxn modelId="{91126022-31ED-40F8-BFF6-9D8EF4368AB0}" type="presParOf" srcId="{9BF5C1A4-BCD9-43F8-BB80-238B536AA615}" destId="{A4DA0D8C-66A0-4D4F-9BC0-146920B719E5}" srcOrd="3" destOrd="0" presId="urn:microsoft.com/office/officeart/2005/8/layout/radial4"/>
    <dgm:cxn modelId="{9EF4DA6D-8B3F-49CD-905D-ABE8EE44BE8B}" type="presParOf" srcId="{9BF5C1A4-BCD9-43F8-BB80-238B536AA615}" destId="{381E53F4-47F4-4EA5-9283-22DFBDC7154C}" srcOrd="4" destOrd="0" presId="urn:microsoft.com/office/officeart/2005/8/layout/radial4"/>
    <dgm:cxn modelId="{5A5E990F-F1B1-45C4-BD44-5114A65AF451}" type="presParOf" srcId="{9BF5C1A4-BCD9-43F8-BB80-238B536AA615}" destId="{DAC4FEE1-8915-470E-ACF8-7E55CA2BB364}" srcOrd="5" destOrd="0" presId="urn:microsoft.com/office/officeart/2005/8/layout/radial4"/>
    <dgm:cxn modelId="{4CE74BBE-47E4-4870-AFD9-CCF328B99ECB}" type="presParOf" srcId="{9BF5C1A4-BCD9-43F8-BB80-238B536AA615}" destId="{954ADC48-6F99-4BA3-8B33-97D0AE7E29B6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68AC40-BD18-4C40-894D-21E1E9A1B3BD}" type="doc">
      <dgm:prSet loTypeId="urn:microsoft.com/office/officeart/2011/layout/TabList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489AFD0-E0DA-4C53-A123-864AEE2E1EA3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dirty="0"/>
            <a:t>Указ о покупке  земель (1801)</a:t>
          </a:r>
        </a:p>
      </dgm:t>
    </dgm:pt>
    <dgm:pt modelId="{5BD1DB11-64B3-44DF-8239-830EDA36324B}" type="parTrans" cxnId="{3707FBFF-6FD5-4B48-B5D1-C7BF2CF77CCA}">
      <dgm:prSet/>
      <dgm:spPr/>
      <dgm:t>
        <a:bodyPr/>
        <a:lstStyle/>
        <a:p>
          <a:endParaRPr lang="ru-RU"/>
        </a:p>
      </dgm:t>
    </dgm:pt>
    <dgm:pt modelId="{B377B70E-7383-4F2C-953F-C697233CB4B6}" type="sibTrans" cxnId="{3707FBFF-6FD5-4B48-B5D1-C7BF2CF77CCA}">
      <dgm:prSet/>
      <dgm:spPr/>
      <dgm:t>
        <a:bodyPr/>
        <a:lstStyle/>
        <a:p>
          <a:endParaRPr lang="ru-RU"/>
        </a:p>
      </dgm:t>
    </dgm:pt>
    <dgm:pt modelId="{9C9E6508-CF7F-429B-8E67-1B66CA3D349F}">
      <dgm:prSet phldrT="[Текст]" custT="1"/>
      <dgm:spPr/>
      <dgm:t>
        <a:bodyPr/>
        <a:lstStyle/>
        <a:p>
          <a:r>
            <a:rPr lang="ru-RU" sz="1400" dirty="0"/>
            <a:t>Право покупать пахотные земли (но без крепостных) закреплено за недворянами</a:t>
          </a:r>
        </a:p>
      </dgm:t>
    </dgm:pt>
    <dgm:pt modelId="{59133BED-1BB8-4C1D-913B-CF8F9E3F94B9}" type="parTrans" cxnId="{DD911B8C-B440-4231-A922-BF36AFFC60FB}">
      <dgm:prSet/>
      <dgm:spPr/>
      <dgm:t>
        <a:bodyPr/>
        <a:lstStyle/>
        <a:p>
          <a:endParaRPr lang="ru-RU"/>
        </a:p>
      </dgm:t>
    </dgm:pt>
    <dgm:pt modelId="{1CC066CF-4E35-4765-B5E8-648463F9AF78}" type="sibTrans" cxnId="{DD911B8C-B440-4231-A922-BF36AFFC60FB}">
      <dgm:prSet/>
      <dgm:spPr/>
      <dgm:t>
        <a:bodyPr/>
        <a:lstStyle/>
        <a:p>
          <a:endParaRPr lang="ru-RU"/>
        </a:p>
      </dgm:t>
    </dgm:pt>
    <dgm:pt modelId="{52806149-169C-4545-9BB1-645D5B68C063}">
      <dgm:prSet phldrT="[Текст]" custT="1"/>
      <dgm:spPr/>
      <dgm:t>
        <a:bodyPr/>
        <a:lstStyle/>
        <a:p>
          <a:r>
            <a:rPr lang="ru-RU" sz="1400" dirty="0"/>
            <a:t>Воспользовались купцы для создания мануфактур</a:t>
          </a:r>
        </a:p>
      </dgm:t>
    </dgm:pt>
    <dgm:pt modelId="{597C25F0-45FD-425F-BD04-7184015B30EE}" type="parTrans" cxnId="{7AF54075-A7C4-472A-A64E-CD9B95F4E968}">
      <dgm:prSet/>
      <dgm:spPr/>
      <dgm:t>
        <a:bodyPr/>
        <a:lstStyle/>
        <a:p>
          <a:endParaRPr lang="ru-RU"/>
        </a:p>
      </dgm:t>
    </dgm:pt>
    <dgm:pt modelId="{FCA84EEA-9E55-4689-9354-3ED58EA412E6}" type="sibTrans" cxnId="{7AF54075-A7C4-472A-A64E-CD9B95F4E968}">
      <dgm:prSet/>
      <dgm:spPr/>
      <dgm:t>
        <a:bodyPr/>
        <a:lstStyle/>
        <a:p>
          <a:endParaRPr lang="ru-RU"/>
        </a:p>
      </dgm:t>
    </dgm:pt>
    <dgm:pt modelId="{E6B93D3E-9831-4D7C-8159-8B72A0652B90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1200" dirty="0"/>
            <a:t>Указ о вольных хлебопашцах (1803)</a:t>
          </a:r>
        </a:p>
      </dgm:t>
    </dgm:pt>
    <dgm:pt modelId="{C5CDD3DF-D348-4D8E-A063-8779E3FBAFB4}" type="parTrans" cxnId="{25B4803B-5449-4979-8DF7-C4F073945744}">
      <dgm:prSet/>
      <dgm:spPr/>
      <dgm:t>
        <a:bodyPr/>
        <a:lstStyle/>
        <a:p>
          <a:endParaRPr lang="ru-RU"/>
        </a:p>
      </dgm:t>
    </dgm:pt>
    <dgm:pt modelId="{AC219C84-77E6-49E0-91D4-2220BB9AE2D5}" type="sibTrans" cxnId="{25B4803B-5449-4979-8DF7-C4F073945744}">
      <dgm:prSet/>
      <dgm:spPr/>
      <dgm:t>
        <a:bodyPr/>
        <a:lstStyle/>
        <a:p>
          <a:endParaRPr lang="ru-RU"/>
        </a:p>
      </dgm:t>
    </dgm:pt>
    <dgm:pt modelId="{E00B9419-5B0E-4B01-8350-8F5FFCDF5CC6}">
      <dgm:prSet phldrT="[Текст]" custT="1"/>
      <dgm:spPr/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1400" dirty="0"/>
            <a:t>Право помещиков отпускать на волю крепостных с землей.</a:t>
          </a:r>
        </a:p>
      </dgm:t>
    </dgm:pt>
    <dgm:pt modelId="{EC60C27F-226A-4D1E-A8C3-72171748A9B9}" type="parTrans" cxnId="{0741EF55-AED3-47C3-A120-2878F4A85810}">
      <dgm:prSet/>
      <dgm:spPr/>
      <dgm:t>
        <a:bodyPr/>
        <a:lstStyle/>
        <a:p>
          <a:endParaRPr lang="ru-RU"/>
        </a:p>
      </dgm:t>
    </dgm:pt>
    <dgm:pt modelId="{12EA8E0E-FD67-4F65-9143-E57618D950EA}" type="sibTrans" cxnId="{0741EF55-AED3-47C3-A120-2878F4A85810}">
      <dgm:prSet/>
      <dgm:spPr/>
      <dgm:t>
        <a:bodyPr/>
        <a:lstStyle/>
        <a:p>
          <a:endParaRPr lang="ru-RU"/>
        </a:p>
      </dgm:t>
    </dgm:pt>
    <dgm:pt modelId="{D3501929-94F1-4AD1-8EFD-B7C06F33D486}">
      <dgm:prSet phldrT="[Текст]" custT="1"/>
      <dgm:spPr/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1400" dirty="0"/>
            <a:t>Отпущено 47 тыс. человек (меньше 0,5%).</a:t>
          </a:r>
        </a:p>
      </dgm:t>
    </dgm:pt>
    <dgm:pt modelId="{A5089C1B-57FF-4B0C-9AE9-2F31AAC2800A}" type="parTrans" cxnId="{490724F3-94F3-4B7F-9D35-BA99E19E8F54}">
      <dgm:prSet/>
      <dgm:spPr/>
      <dgm:t>
        <a:bodyPr/>
        <a:lstStyle/>
        <a:p>
          <a:endParaRPr lang="ru-RU"/>
        </a:p>
      </dgm:t>
    </dgm:pt>
    <dgm:pt modelId="{F66604E6-50C1-43E2-BDF6-D97F63DBAF35}" type="sibTrans" cxnId="{490724F3-94F3-4B7F-9D35-BA99E19E8F54}">
      <dgm:prSet/>
      <dgm:spPr/>
      <dgm:t>
        <a:bodyPr/>
        <a:lstStyle/>
        <a:p>
          <a:endParaRPr lang="ru-RU"/>
        </a:p>
      </dgm:t>
    </dgm:pt>
    <dgm:pt modelId="{19250F65-1BE7-4543-8CDB-EB2BD5A87FF2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dirty="0"/>
            <a:t>Начало освобождения от крепостного права крестьян  Лифляндии и Эстляндии (1804)</a:t>
          </a:r>
        </a:p>
      </dgm:t>
    </dgm:pt>
    <dgm:pt modelId="{8544B66B-27A0-4F01-8CF3-B3C5CA49C8B3}" type="parTrans" cxnId="{CA37F2B3-6EC3-43E2-B24B-998D06D3B659}">
      <dgm:prSet/>
      <dgm:spPr/>
      <dgm:t>
        <a:bodyPr/>
        <a:lstStyle/>
        <a:p>
          <a:endParaRPr lang="ru-RU"/>
        </a:p>
      </dgm:t>
    </dgm:pt>
    <dgm:pt modelId="{AA42C939-B68F-4507-A342-62CF33D54472}" type="sibTrans" cxnId="{CA37F2B3-6EC3-43E2-B24B-998D06D3B659}">
      <dgm:prSet/>
      <dgm:spPr/>
      <dgm:t>
        <a:bodyPr/>
        <a:lstStyle/>
        <a:p>
          <a:endParaRPr lang="ru-RU"/>
        </a:p>
      </dgm:t>
    </dgm:pt>
    <dgm:pt modelId="{A57DC7D6-D596-411B-8FDB-89E377188E4C}">
      <dgm:prSet phldrT="[Текст]" custT="1"/>
      <dgm:spPr/>
      <dgm:t>
        <a:bodyPr/>
        <a:lstStyle/>
        <a:p>
          <a:r>
            <a:rPr lang="ru-RU" sz="1400" dirty="0"/>
            <a:t>Освобождение без земли.</a:t>
          </a:r>
        </a:p>
      </dgm:t>
    </dgm:pt>
    <dgm:pt modelId="{FE425C35-56B9-4D09-8B67-18AC7F51C61C}" type="parTrans" cxnId="{F308181A-EC55-46F1-B50D-30F9A091CD12}">
      <dgm:prSet/>
      <dgm:spPr/>
      <dgm:t>
        <a:bodyPr/>
        <a:lstStyle/>
        <a:p>
          <a:endParaRPr lang="ru-RU"/>
        </a:p>
      </dgm:t>
    </dgm:pt>
    <dgm:pt modelId="{D3BE327E-44D7-4049-B523-28E5EDCD115D}" type="sibTrans" cxnId="{F308181A-EC55-46F1-B50D-30F9A091CD12}">
      <dgm:prSet/>
      <dgm:spPr/>
      <dgm:t>
        <a:bodyPr/>
        <a:lstStyle/>
        <a:p>
          <a:endParaRPr lang="ru-RU"/>
        </a:p>
      </dgm:t>
    </dgm:pt>
    <dgm:pt modelId="{1891F090-1C44-41B4-814A-890FE48FDAF7}">
      <dgm:prSet phldrT="[Текст]" custT="1"/>
      <dgm:spPr/>
      <dgm:t>
        <a:bodyPr/>
        <a:lstStyle/>
        <a:p>
          <a:r>
            <a:rPr lang="ru-RU" sz="1400" dirty="0"/>
            <a:t>Мотивация – просьба помещиков.</a:t>
          </a:r>
        </a:p>
      </dgm:t>
    </dgm:pt>
    <dgm:pt modelId="{53A5941D-CAF4-4814-8B9A-EE6DDC4733EA}" type="parTrans" cxnId="{4D200EDF-EB23-490C-9CBB-445089CC3471}">
      <dgm:prSet/>
      <dgm:spPr/>
      <dgm:t>
        <a:bodyPr/>
        <a:lstStyle/>
        <a:p>
          <a:endParaRPr lang="ru-RU"/>
        </a:p>
      </dgm:t>
    </dgm:pt>
    <dgm:pt modelId="{604C9436-0ABB-4BE0-9A15-4F764F98F1B2}" type="sibTrans" cxnId="{4D200EDF-EB23-490C-9CBB-445089CC3471}">
      <dgm:prSet/>
      <dgm:spPr/>
      <dgm:t>
        <a:bodyPr/>
        <a:lstStyle/>
        <a:p>
          <a:endParaRPr lang="ru-RU"/>
        </a:p>
      </dgm:t>
    </dgm:pt>
    <dgm:pt modelId="{F52BD5AD-78A5-4F9A-A3FD-2A8CABF02FAD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dirty="0"/>
            <a:t>Запрет на публикации о продаже крепостных (1801)</a:t>
          </a:r>
        </a:p>
      </dgm:t>
    </dgm:pt>
    <dgm:pt modelId="{B1283F48-D3E0-4136-9268-F50EDF119A6A}" type="parTrans" cxnId="{6FCAC5E3-A2DD-48EF-8CD2-CB90DDDB01FC}">
      <dgm:prSet/>
      <dgm:spPr/>
      <dgm:t>
        <a:bodyPr/>
        <a:lstStyle/>
        <a:p>
          <a:endParaRPr lang="ru-RU"/>
        </a:p>
      </dgm:t>
    </dgm:pt>
    <dgm:pt modelId="{8DDEF0D2-F475-46B7-867C-19D765CB7259}" type="sibTrans" cxnId="{6FCAC5E3-A2DD-48EF-8CD2-CB90DDDB01FC}">
      <dgm:prSet/>
      <dgm:spPr/>
      <dgm:t>
        <a:bodyPr/>
        <a:lstStyle/>
        <a:p>
          <a:endParaRPr lang="ru-RU"/>
        </a:p>
      </dgm:t>
    </dgm:pt>
    <dgm:pt modelId="{09F250FA-4325-4160-856F-E6B6CB6106F6}">
      <dgm:prSet custT="1"/>
      <dgm:spPr/>
      <dgm:t>
        <a:bodyPr/>
        <a:lstStyle/>
        <a:p>
          <a:r>
            <a:rPr lang="ru-RU" sz="1400" dirty="0"/>
            <a:t>Объявления о продаже запрещено помещать в газетах . Объявлений о передаче в услужение дворовых это не коснулось  </a:t>
          </a:r>
        </a:p>
      </dgm:t>
    </dgm:pt>
    <dgm:pt modelId="{23F9D19C-2095-4426-A8DA-755C36E14DE5}" type="parTrans" cxnId="{62A3DE83-E708-45D0-B133-1390F510663B}">
      <dgm:prSet/>
      <dgm:spPr/>
      <dgm:t>
        <a:bodyPr/>
        <a:lstStyle/>
        <a:p>
          <a:endParaRPr lang="ru-RU"/>
        </a:p>
      </dgm:t>
    </dgm:pt>
    <dgm:pt modelId="{E3892BBF-AE57-46F1-9A07-C080E1263C65}" type="sibTrans" cxnId="{62A3DE83-E708-45D0-B133-1390F510663B}">
      <dgm:prSet/>
      <dgm:spPr/>
      <dgm:t>
        <a:bodyPr/>
        <a:lstStyle/>
        <a:p>
          <a:endParaRPr lang="ru-RU"/>
        </a:p>
      </dgm:t>
    </dgm:pt>
    <dgm:pt modelId="{5296C861-F7EB-4627-B2A4-6334F5BBA44B}">
      <dgm:prSet custT="1"/>
      <dgm:spPr/>
      <dgm:t>
        <a:bodyPr/>
        <a:lstStyle/>
        <a:p>
          <a:r>
            <a:rPr lang="ru-RU" sz="1400" dirty="0"/>
            <a:t>Мотивация: стыдно перед цивилизованными странами</a:t>
          </a:r>
        </a:p>
      </dgm:t>
    </dgm:pt>
    <dgm:pt modelId="{7CE740F6-A320-463E-AA10-C0B527892830}" type="parTrans" cxnId="{FAEC7623-D57F-4211-80DC-3C302CFCCF7E}">
      <dgm:prSet/>
      <dgm:spPr/>
      <dgm:t>
        <a:bodyPr/>
        <a:lstStyle/>
        <a:p>
          <a:endParaRPr lang="ru-RU"/>
        </a:p>
      </dgm:t>
    </dgm:pt>
    <dgm:pt modelId="{FA99B6B7-9FFB-4260-B0B1-21E21F811BC6}" type="sibTrans" cxnId="{FAEC7623-D57F-4211-80DC-3C302CFCCF7E}">
      <dgm:prSet/>
      <dgm:spPr/>
      <dgm:t>
        <a:bodyPr/>
        <a:lstStyle/>
        <a:p>
          <a:endParaRPr lang="ru-RU"/>
        </a:p>
      </dgm:t>
    </dgm:pt>
    <dgm:pt modelId="{2228A2CC-C762-4D90-AFCB-10B80DB9A1C7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dirty="0"/>
            <a:t>Запрет на ссылку в Сибирь (1809)</a:t>
          </a:r>
        </a:p>
      </dgm:t>
    </dgm:pt>
    <dgm:pt modelId="{01064CB2-4C26-48FA-A99E-DF33492717DD}" type="parTrans" cxnId="{637848FD-0F1A-4E2F-9F1F-4E069D0A78B9}">
      <dgm:prSet/>
      <dgm:spPr/>
      <dgm:t>
        <a:bodyPr/>
        <a:lstStyle/>
        <a:p>
          <a:endParaRPr lang="ru-RU"/>
        </a:p>
      </dgm:t>
    </dgm:pt>
    <dgm:pt modelId="{17A2A99C-E2E0-44B7-B54A-3362E13343EB}" type="sibTrans" cxnId="{637848FD-0F1A-4E2F-9F1F-4E069D0A78B9}">
      <dgm:prSet/>
      <dgm:spPr/>
      <dgm:t>
        <a:bodyPr/>
        <a:lstStyle/>
        <a:p>
          <a:endParaRPr lang="ru-RU"/>
        </a:p>
      </dgm:t>
    </dgm:pt>
    <dgm:pt modelId="{2A0395A3-9E6B-484E-8C6C-2FB7F5DE8DE2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dirty="0"/>
            <a:t>Прекращение раздачи государственных крестьян</a:t>
          </a:r>
        </a:p>
      </dgm:t>
    </dgm:pt>
    <dgm:pt modelId="{18F9B2EE-4B3E-4875-B207-7464973F2E4C}" type="parTrans" cxnId="{028079FA-D2AD-402A-BEA9-CCCE972E8AF4}">
      <dgm:prSet/>
      <dgm:spPr/>
      <dgm:t>
        <a:bodyPr/>
        <a:lstStyle/>
        <a:p>
          <a:endParaRPr lang="ru-RU"/>
        </a:p>
      </dgm:t>
    </dgm:pt>
    <dgm:pt modelId="{FFDAA0A6-98A5-4FDB-BB8E-8D9B5092A94B}" type="sibTrans" cxnId="{028079FA-D2AD-402A-BEA9-CCCE972E8AF4}">
      <dgm:prSet/>
      <dgm:spPr/>
      <dgm:t>
        <a:bodyPr/>
        <a:lstStyle/>
        <a:p>
          <a:endParaRPr lang="ru-RU"/>
        </a:p>
      </dgm:t>
    </dgm:pt>
    <dgm:pt modelId="{58CF73FB-B951-4D6C-B106-5CBFFDEB97FD}">
      <dgm:prSet custT="1"/>
      <dgm:spPr/>
      <dgm:t>
        <a:bodyPr/>
        <a:lstStyle/>
        <a:p>
          <a:r>
            <a:rPr lang="ru-RU" sz="1400" dirty="0"/>
            <a:t>Объявление при вступлении на престол. </a:t>
          </a:r>
        </a:p>
      </dgm:t>
    </dgm:pt>
    <dgm:pt modelId="{F233D049-012F-40A6-B637-8AD30813BC00}" type="parTrans" cxnId="{645B802B-2ADB-480C-A68E-B536CE211F60}">
      <dgm:prSet/>
      <dgm:spPr/>
      <dgm:t>
        <a:bodyPr/>
        <a:lstStyle/>
        <a:p>
          <a:endParaRPr lang="ru-RU"/>
        </a:p>
      </dgm:t>
    </dgm:pt>
    <dgm:pt modelId="{6D2B780A-B62D-4860-8A19-427EAC951A4F}" type="sibTrans" cxnId="{645B802B-2ADB-480C-A68E-B536CE211F60}">
      <dgm:prSet/>
      <dgm:spPr/>
      <dgm:t>
        <a:bodyPr/>
        <a:lstStyle/>
        <a:p>
          <a:endParaRPr lang="ru-RU"/>
        </a:p>
      </dgm:t>
    </dgm:pt>
    <dgm:pt modelId="{6F3E0DCA-CD7D-4093-9232-5ACB620A7DD0}">
      <dgm:prSet custT="1"/>
      <dgm:spPr/>
      <dgm:t>
        <a:bodyPr/>
        <a:lstStyle/>
        <a:p>
          <a:r>
            <a:rPr lang="ru-RU" sz="1400" dirty="0"/>
            <a:t>Нарушено в 1810-1811 гг., когда были проданы более 10 тыс. государственных крестьян.</a:t>
          </a:r>
        </a:p>
      </dgm:t>
    </dgm:pt>
    <dgm:pt modelId="{FAEA2EAC-93D7-4BBA-BD26-48301B4291D8}" type="parTrans" cxnId="{3096A7C7-3D3F-4907-8C35-4554F78516D4}">
      <dgm:prSet/>
      <dgm:spPr/>
      <dgm:t>
        <a:bodyPr/>
        <a:lstStyle/>
        <a:p>
          <a:endParaRPr lang="ru-RU"/>
        </a:p>
      </dgm:t>
    </dgm:pt>
    <dgm:pt modelId="{35D8B5CD-D631-4FD4-AE71-C4EFF2F1198D}" type="sibTrans" cxnId="{3096A7C7-3D3F-4907-8C35-4554F78516D4}">
      <dgm:prSet/>
      <dgm:spPr/>
      <dgm:t>
        <a:bodyPr/>
        <a:lstStyle/>
        <a:p>
          <a:endParaRPr lang="ru-RU"/>
        </a:p>
      </dgm:t>
    </dgm:pt>
    <dgm:pt modelId="{667C39A6-2FAA-4DD1-BFB7-8D0566B39726}">
      <dgm:prSet custT="1"/>
      <dgm:spPr/>
      <dgm:t>
        <a:bodyPr/>
        <a:lstStyle/>
        <a:p>
          <a:r>
            <a:rPr lang="ru-RU" sz="1400" dirty="0"/>
            <a:t>Запрещено ссылать крепостных крестьян на каторгу и в Сибирь за «маловажные» преступления.</a:t>
          </a:r>
        </a:p>
      </dgm:t>
    </dgm:pt>
    <dgm:pt modelId="{248CE0A1-5251-47DF-BDB7-28369A16E0ED}" type="parTrans" cxnId="{A67B2331-F58F-4C49-8C64-ED087D94BDCE}">
      <dgm:prSet/>
      <dgm:spPr/>
      <dgm:t>
        <a:bodyPr/>
        <a:lstStyle/>
        <a:p>
          <a:endParaRPr lang="ru-RU"/>
        </a:p>
      </dgm:t>
    </dgm:pt>
    <dgm:pt modelId="{BDA1CF70-6D9B-4B9A-BF2B-88A79AD611AE}" type="sibTrans" cxnId="{A67B2331-F58F-4C49-8C64-ED087D94BDCE}">
      <dgm:prSet/>
      <dgm:spPr/>
      <dgm:t>
        <a:bodyPr/>
        <a:lstStyle/>
        <a:p>
          <a:endParaRPr lang="ru-RU"/>
        </a:p>
      </dgm:t>
    </dgm:pt>
    <dgm:pt modelId="{ECE5B451-B00B-4A13-A08A-DB31E7FC83F9}">
      <dgm:prSet custT="1"/>
      <dgm:spPr/>
      <dgm:t>
        <a:bodyPr/>
        <a:lstStyle/>
        <a:p>
          <a:r>
            <a:rPr lang="ru-RU" sz="1600" dirty="0"/>
            <a:t>Возобновлено в 1822 г.</a:t>
          </a:r>
        </a:p>
      </dgm:t>
    </dgm:pt>
    <dgm:pt modelId="{EB5E3386-D490-40EB-A58A-BA0209CB2189}" type="parTrans" cxnId="{40CCF901-0353-4494-BD08-9B7C6BB997C5}">
      <dgm:prSet/>
      <dgm:spPr/>
      <dgm:t>
        <a:bodyPr/>
        <a:lstStyle/>
        <a:p>
          <a:endParaRPr lang="ru-RU"/>
        </a:p>
      </dgm:t>
    </dgm:pt>
    <dgm:pt modelId="{4DE48F7A-AB5C-45B2-B0BC-2DC257344230}" type="sibTrans" cxnId="{40CCF901-0353-4494-BD08-9B7C6BB997C5}">
      <dgm:prSet/>
      <dgm:spPr/>
      <dgm:t>
        <a:bodyPr/>
        <a:lstStyle/>
        <a:p>
          <a:endParaRPr lang="ru-RU"/>
        </a:p>
      </dgm:t>
    </dgm:pt>
    <dgm:pt modelId="{D47880A0-2112-4E83-8B74-55FF86A95243}" type="pres">
      <dgm:prSet presAssocID="{D168AC40-BD18-4C40-894D-21E1E9A1B3BD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F0D5278A-CF04-473A-9022-F4F18DECF550}" type="pres">
      <dgm:prSet presAssocID="{3489AFD0-E0DA-4C53-A123-864AEE2E1EA3}" presName="composite" presStyleCnt="0"/>
      <dgm:spPr/>
    </dgm:pt>
    <dgm:pt modelId="{4E1C51D2-6A09-4771-BAEE-9826D33E0C16}" type="pres">
      <dgm:prSet presAssocID="{3489AFD0-E0DA-4C53-A123-864AEE2E1EA3}" presName="FirstChild" presStyleLbl="revTx" presStyleIdx="0" presStyleCnt="12">
        <dgm:presLayoutVars>
          <dgm:chMax val="0"/>
          <dgm:chPref val="0"/>
          <dgm:bulletEnabled val="1"/>
        </dgm:presLayoutVars>
      </dgm:prSet>
      <dgm:spPr/>
    </dgm:pt>
    <dgm:pt modelId="{F060F900-2EFD-4130-A316-33CAAE83C4C7}" type="pres">
      <dgm:prSet presAssocID="{3489AFD0-E0DA-4C53-A123-864AEE2E1EA3}" presName="Parent" presStyleLbl="alignNode1" presStyleIdx="0" presStyleCnt="6" custScaleY="165699">
        <dgm:presLayoutVars>
          <dgm:chMax val="3"/>
          <dgm:chPref val="3"/>
          <dgm:bulletEnabled val="1"/>
        </dgm:presLayoutVars>
      </dgm:prSet>
      <dgm:spPr/>
    </dgm:pt>
    <dgm:pt modelId="{5AF15E9D-32DB-462A-978C-458597B67E6C}" type="pres">
      <dgm:prSet presAssocID="{3489AFD0-E0DA-4C53-A123-864AEE2E1EA3}" presName="Accent" presStyleLbl="parChTrans1D1" presStyleIdx="0" presStyleCnt="6"/>
      <dgm:spPr/>
    </dgm:pt>
    <dgm:pt modelId="{51CC08EB-C1E3-4E2B-A73F-C04E14A0C65D}" type="pres">
      <dgm:prSet presAssocID="{3489AFD0-E0DA-4C53-A123-864AEE2E1EA3}" presName="Child" presStyleLbl="revTx" presStyleIdx="1" presStyleCnt="12">
        <dgm:presLayoutVars>
          <dgm:chMax val="0"/>
          <dgm:chPref val="0"/>
          <dgm:bulletEnabled val="1"/>
        </dgm:presLayoutVars>
      </dgm:prSet>
      <dgm:spPr/>
    </dgm:pt>
    <dgm:pt modelId="{19A704D2-E497-4BD0-9425-BF946D484CED}" type="pres">
      <dgm:prSet presAssocID="{B377B70E-7383-4F2C-953F-C697233CB4B6}" presName="sibTrans" presStyleCnt="0"/>
      <dgm:spPr/>
    </dgm:pt>
    <dgm:pt modelId="{92C2CD58-DEC4-4950-A1C7-2A1808ABE097}" type="pres">
      <dgm:prSet presAssocID="{F52BD5AD-78A5-4F9A-A3FD-2A8CABF02FAD}" presName="composite" presStyleCnt="0"/>
      <dgm:spPr/>
    </dgm:pt>
    <dgm:pt modelId="{2D0EE734-CCD4-49E2-BCFA-2C26CAB79AAE}" type="pres">
      <dgm:prSet presAssocID="{F52BD5AD-78A5-4F9A-A3FD-2A8CABF02FAD}" presName="FirstChild" presStyleLbl="revTx" presStyleIdx="2" presStyleCnt="12">
        <dgm:presLayoutVars>
          <dgm:chMax val="0"/>
          <dgm:chPref val="0"/>
          <dgm:bulletEnabled val="1"/>
        </dgm:presLayoutVars>
      </dgm:prSet>
      <dgm:spPr/>
    </dgm:pt>
    <dgm:pt modelId="{2B355D37-A5C2-4CBB-AC86-DC0594E8E886}" type="pres">
      <dgm:prSet presAssocID="{F52BD5AD-78A5-4F9A-A3FD-2A8CABF02FAD}" presName="Parent" presStyleLbl="alignNode1" presStyleIdx="1" presStyleCnt="6" custScaleY="285451">
        <dgm:presLayoutVars>
          <dgm:chMax val="3"/>
          <dgm:chPref val="3"/>
          <dgm:bulletEnabled val="1"/>
        </dgm:presLayoutVars>
      </dgm:prSet>
      <dgm:spPr/>
    </dgm:pt>
    <dgm:pt modelId="{2E7C02D7-FFD1-407F-9590-4195D3A2844F}" type="pres">
      <dgm:prSet presAssocID="{F52BD5AD-78A5-4F9A-A3FD-2A8CABF02FAD}" presName="Accent" presStyleLbl="parChTrans1D1" presStyleIdx="1" presStyleCnt="6"/>
      <dgm:spPr/>
    </dgm:pt>
    <dgm:pt modelId="{201F1087-4902-4B32-9D96-A252EAE04AC1}" type="pres">
      <dgm:prSet presAssocID="{F52BD5AD-78A5-4F9A-A3FD-2A8CABF02FAD}" presName="Child" presStyleLbl="revTx" presStyleIdx="3" presStyleCnt="12">
        <dgm:presLayoutVars>
          <dgm:chMax val="0"/>
          <dgm:chPref val="0"/>
          <dgm:bulletEnabled val="1"/>
        </dgm:presLayoutVars>
      </dgm:prSet>
      <dgm:spPr/>
    </dgm:pt>
    <dgm:pt modelId="{C6027235-F317-4A68-AF63-34A25CA8DD1B}" type="pres">
      <dgm:prSet presAssocID="{8DDEF0D2-F475-46B7-867C-19D765CB7259}" presName="sibTrans" presStyleCnt="0"/>
      <dgm:spPr/>
    </dgm:pt>
    <dgm:pt modelId="{52745149-0C17-405C-9F09-FA0E0E9337DD}" type="pres">
      <dgm:prSet presAssocID="{2A0395A3-9E6B-484E-8C6C-2FB7F5DE8DE2}" presName="composite" presStyleCnt="0"/>
      <dgm:spPr/>
    </dgm:pt>
    <dgm:pt modelId="{70FF1AD1-3BD5-4B6A-A86C-D13AEE34F18D}" type="pres">
      <dgm:prSet presAssocID="{2A0395A3-9E6B-484E-8C6C-2FB7F5DE8DE2}" presName="FirstChild" presStyleLbl="revTx" presStyleIdx="4" presStyleCnt="12">
        <dgm:presLayoutVars>
          <dgm:chMax val="0"/>
          <dgm:chPref val="0"/>
          <dgm:bulletEnabled val="1"/>
        </dgm:presLayoutVars>
      </dgm:prSet>
      <dgm:spPr/>
    </dgm:pt>
    <dgm:pt modelId="{2EA7C935-DD7E-4034-953E-48F65E1D0720}" type="pres">
      <dgm:prSet presAssocID="{2A0395A3-9E6B-484E-8C6C-2FB7F5DE8DE2}" presName="Parent" presStyleLbl="alignNode1" presStyleIdx="2" presStyleCnt="6" custScaleY="234029">
        <dgm:presLayoutVars>
          <dgm:chMax val="3"/>
          <dgm:chPref val="3"/>
          <dgm:bulletEnabled val="1"/>
        </dgm:presLayoutVars>
      </dgm:prSet>
      <dgm:spPr/>
    </dgm:pt>
    <dgm:pt modelId="{4C642B85-3287-4DEB-B292-BF180B7B750E}" type="pres">
      <dgm:prSet presAssocID="{2A0395A3-9E6B-484E-8C6C-2FB7F5DE8DE2}" presName="Accent" presStyleLbl="parChTrans1D1" presStyleIdx="2" presStyleCnt="6"/>
      <dgm:spPr/>
    </dgm:pt>
    <dgm:pt modelId="{D971D42F-CCD9-4531-BE8B-E32B3A94FCEC}" type="pres">
      <dgm:prSet presAssocID="{2A0395A3-9E6B-484E-8C6C-2FB7F5DE8DE2}" presName="Child" presStyleLbl="revTx" presStyleIdx="5" presStyleCnt="12">
        <dgm:presLayoutVars>
          <dgm:chMax val="0"/>
          <dgm:chPref val="0"/>
          <dgm:bulletEnabled val="1"/>
        </dgm:presLayoutVars>
      </dgm:prSet>
      <dgm:spPr/>
    </dgm:pt>
    <dgm:pt modelId="{1AC1721B-E49A-454B-882C-F4951BF7265C}" type="pres">
      <dgm:prSet presAssocID="{FFDAA0A6-98A5-4FDB-BB8E-8D9B5092A94B}" presName="sibTrans" presStyleCnt="0"/>
      <dgm:spPr/>
    </dgm:pt>
    <dgm:pt modelId="{B351BC12-4666-4AA0-A8AA-68AB24F5FEE2}" type="pres">
      <dgm:prSet presAssocID="{E6B93D3E-9831-4D7C-8159-8B72A0652B90}" presName="composite" presStyleCnt="0"/>
      <dgm:spPr/>
    </dgm:pt>
    <dgm:pt modelId="{F89C3839-7218-459B-8984-0EF9E18E782F}" type="pres">
      <dgm:prSet presAssocID="{E6B93D3E-9831-4D7C-8159-8B72A0652B90}" presName="FirstChild" presStyleLbl="revTx" presStyleIdx="6" presStyleCnt="12">
        <dgm:presLayoutVars>
          <dgm:chMax val="0"/>
          <dgm:chPref val="0"/>
          <dgm:bulletEnabled val="1"/>
        </dgm:presLayoutVars>
      </dgm:prSet>
      <dgm:spPr/>
    </dgm:pt>
    <dgm:pt modelId="{1A4DA14B-AAC1-444D-AF2C-AE0AB0B62218}" type="pres">
      <dgm:prSet presAssocID="{E6B93D3E-9831-4D7C-8159-8B72A0652B90}" presName="Parent" presStyleLbl="alignNode1" presStyleIdx="3" presStyleCnt="6" custScaleY="236469">
        <dgm:presLayoutVars>
          <dgm:chMax val="3"/>
          <dgm:chPref val="3"/>
          <dgm:bulletEnabled val="1"/>
        </dgm:presLayoutVars>
      </dgm:prSet>
      <dgm:spPr/>
    </dgm:pt>
    <dgm:pt modelId="{351F053B-614E-4BF8-A197-943C954F8E44}" type="pres">
      <dgm:prSet presAssocID="{E6B93D3E-9831-4D7C-8159-8B72A0652B90}" presName="Accent" presStyleLbl="parChTrans1D1" presStyleIdx="3" presStyleCnt="6"/>
      <dgm:spPr/>
    </dgm:pt>
    <dgm:pt modelId="{F663BE5B-021E-4C5D-B00F-74786B60D0A3}" type="pres">
      <dgm:prSet presAssocID="{E6B93D3E-9831-4D7C-8159-8B72A0652B90}" presName="Child" presStyleLbl="revTx" presStyleIdx="7" presStyleCnt="12">
        <dgm:presLayoutVars>
          <dgm:chMax val="0"/>
          <dgm:chPref val="0"/>
          <dgm:bulletEnabled val="1"/>
        </dgm:presLayoutVars>
      </dgm:prSet>
      <dgm:spPr/>
    </dgm:pt>
    <dgm:pt modelId="{6DB4A193-7065-477A-A9BC-04A396F29FB2}" type="pres">
      <dgm:prSet presAssocID="{AC219C84-77E6-49E0-91D4-2220BB9AE2D5}" presName="sibTrans" presStyleCnt="0"/>
      <dgm:spPr/>
    </dgm:pt>
    <dgm:pt modelId="{F9F2941C-6668-477F-AB82-D38680FEC556}" type="pres">
      <dgm:prSet presAssocID="{19250F65-1BE7-4543-8CDB-EB2BD5A87FF2}" presName="composite" presStyleCnt="0"/>
      <dgm:spPr/>
    </dgm:pt>
    <dgm:pt modelId="{C4B5FE97-31B5-4343-9A68-A379EC65D81B}" type="pres">
      <dgm:prSet presAssocID="{19250F65-1BE7-4543-8CDB-EB2BD5A87FF2}" presName="FirstChild" presStyleLbl="revTx" presStyleIdx="8" presStyleCnt="12">
        <dgm:presLayoutVars>
          <dgm:chMax val="0"/>
          <dgm:chPref val="0"/>
          <dgm:bulletEnabled val="1"/>
        </dgm:presLayoutVars>
      </dgm:prSet>
      <dgm:spPr/>
    </dgm:pt>
    <dgm:pt modelId="{E6E5EEB5-893A-4B80-B6FB-AF1D99F050FE}" type="pres">
      <dgm:prSet presAssocID="{19250F65-1BE7-4543-8CDB-EB2BD5A87FF2}" presName="Parent" presStyleLbl="alignNode1" presStyleIdx="4" presStyleCnt="6" custScaleY="295789">
        <dgm:presLayoutVars>
          <dgm:chMax val="3"/>
          <dgm:chPref val="3"/>
          <dgm:bulletEnabled val="1"/>
        </dgm:presLayoutVars>
      </dgm:prSet>
      <dgm:spPr/>
    </dgm:pt>
    <dgm:pt modelId="{D70E28CC-A69D-4B85-A13D-E6C3DD5ABE35}" type="pres">
      <dgm:prSet presAssocID="{19250F65-1BE7-4543-8CDB-EB2BD5A87FF2}" presName="Accent" presStyleLbl="parChTrans1D1" presStyleIdx="4" presStyleCnt="6"/>
      <dgm:spPr/>
    </dgm:pt>
    <dgm:pt modelId="{AA6939AB-AE9D-4EBB-804B-DA63F04AE43E}" type="pres">
      <dgm:prSet presAssocID="{19250F65-1BE7-4543-8CDB-EB2BD5A87FF2}" presName="Child" presStyleLbl="revTx" presStyleIdx="9" presStyleCnt="12">
        <dgm:presLayoutVars>
          <dgm:chMax val="0"/>
          <dgm:chPref val="0"/>
          <dgm:bulletEnabled val="1"/>
        </dgm:presLayoutVars>
      </dgm:prSet>
      <dgm:spPr/>
    </dgm:pt>
    <dgm:pt modelId="{C955EEBD-23D6-46A1-9E17-4EFA505BC1C6}" type="pres">
      <dgm:prSet presAssocID="{AA42C939-B68F-4507-A342-62CF33D54472}" presName="sibTrans" presStyleCnt="0"/>
      <dgm:spPr/>
    </dgm:pt>
    <dgm:pt modelId="{49E9FF9F-E3EA-4FAB-B591-CDBC89AEB170}" type="pres">
      <dgm:prSet presAssocID="{2228A2CC-C762-4D90-AFCB-10B80DB9A1C7}" presName="composite" presStyleCnt="0"/>
      <dgm:spPr/>
    </dgm:pt>
    <dgm:pt modelId="{07A56FF7-5F60-49C0-923A-8B8B5C4D030C}" type="pres">
      <dgm:prSet presAssocID="{2228A2CC-C762-4D90-AFCB-10B80DB9A1C7}" presName="FirstChild" presStyleLbl="revTx" presStyleIdx="10" presStyleCnt="12">
        <dgm:presLayoutVars>
          <dgm:chMax val="0"/>
          <dgm:chPref val="0"/>
          <dgm:bulletEnabled val="1"/>
        </dgm:presLayoutVars>
      </dgm:prSet>
      <dgm:spPr/>
    </dgm:pt>
    <dgm:pt modelId="{443F60D8-CFEA-4682-885C-83461AD43A37}" type="pres">
      <dgm:prSet presAssocID="{2228A2CC-C762-4D90-AFCB-10B80DB9A1C7}" presName="Parent" presStyleLbl="alignNode1" presStyleIdx="5" presStyleCnt="6" custScaleY="223300">
        <dgm:presLayoutVars>
          <dgm:chMax val="3"/>
          <dgm:chPref val="3"/>
          <dgm:bulletEnabled val="1"/>
        </dgm:presLayoutVars>
      </dgm:prSet>
      <dgm:spPr/>
    </dgm:pt>
    <dgm:pt modelId="{DC8C982C-49BB-42A5-93F9-CADE85265960}" type="pres">
      <dgm:prSet presAssocID="{2228A2CC-C762-4D90-AFCB-10B80DB9A1C7}" presName="Accent" presStyleLbl="parChTrans1D1" presStyleIdx="5" presStyleCnt="6"/>
      <dgm:spPr/>
    </dgm:pt>
    <dgm:pt modelId="{14BB31C4-5074-40FB-BEC0-5D7EC0D57CDE}" type="pres">
      <dgm:prSet presAssocID="{2228A2CC-C762-4D90-AFCB-10B80DB9A1C7}" presName="Child" presStyleLbl="revTx" presStyleIdx="11" presStyleCnt="12">
        <dgm:presLayoutVars>
          <dgm:chMax val="0"/>
          <dgm:chPref val="0"/>
          <dgm:bulletEnabled val="1"/>
        </dgm:presLayoutVars>
      </dgm:prSet>
      <dgm:spPr/>
    </dgm:pt>
  </dgm:ptLst>
  <dgm:cxnLst>
    <dgm:cxn modelId="{40CCF901-0353-4494-BD08-9B7C6BB997C5}" srcId="{2228A2CC-C762-4D90-AFCB-10B80DB9A1C7}" destId="{ECE5B451-B00B-4A13-A08A-DB31E7FC83F9}" srcOrd="1" destOrd="0" parTransId="{EB5E3386-D490-40EB-A58A-BA0209CB2189}" sibTransId="{4DE48F7A-AB5C-45B2-B0BC-2DC257344230}"/>
    <dgm:cxn modelId="{4C6E0804-B32F-4538-8BEF-C5933AB5A6ED}" type="presOf" srcId="{ECE5B451-B00B-4A13-A08A-DB31E7FC83F9}" destId="{14BB31C4-5074-40FB-BEC0-5D7EC0D57CDE}" srcOrd="0" destOrd="0" presId="urn:microsoft.com/office/officeart/2011/layout/TabList"/>
    <dgm:cxn modelId="{F308181A-EC55-46F1-B50D-30F9A091CD12}" srcId="{19250F65-1BE7-4543-8CDB-EB2BD5A87FF2}" destId="{A57DC7D6-D596-411B-8FDB-89E377188E4C}" srcOrd="0" destOrd="0" parTransId="{FE425C35-56B9-4D09-8B67-18AC7F51C61C}" sibTransId="{D3BE327E-44D7-4049-B523-28E5EDCD115D}"/>
    <dgm:cxn modelId="{FAEC7623-D57F-4211-80DC-3C302CFCCF7E}" srcId="{F52BD5AD-78A5-4F9A-A3FD-2A8CABF02FAD}" destId="{5296C861-F7EB-4627-B2A4-6334F5BBA44B}" srcOrd="1" destOrd="0" parTransId="{7CE740F6-A320-463E-AA10-C0B527892830}" sibTransId="{FA99B6B7-9FFB-4260-B0B1-21E21F811BC6}"/>
    <dgm:cxn modelId="{645B802B-2ADB-480C-A68E-B536CE211F60}" srcId="{2A0395A3-9E6B-484E-8C6C-2FB7F5DE8DE2}" destId="{58CF73FB-B951-4D6C-B106-5CBFFDEB97FD}" srcOrd="0" destOrd="0" parTransId="{F233D049-012F-40A6-B637-8AD30813BC00}" sibTransId="{6D2B780A-B62D-4860-8A19-427EAC951A4F}"/>
    <dgm:cxn modelId="{5D908C2C-3EA5-47BB-A908-8EC95D9CBD91}" type="presOf" srcId="{A57DC7D6-D596-411B-8FDB-89E377188E4C}" destId="{C4B5FE97-31B5-4343-9A68-A379EC65D81B}" srcOrd="0" destOrd="0" presId="urn:microsoft.com/office/officeart/2011/layout/TabList"/>
    <dgm:cxn modelId="{A67B2331-F58F-4C49-8C64-ED087D94BDCE}" srcId="{2228A2CC-C762-4D90-AFCB-10B80DB9A1C7}" destId="{667C39A6-2FAA-4DD1-BFB7-8D0566B39726}" srcOrd="0" destOrd="0" parTransId="{248CE0A1-5251-47DF-BDB7-28369A16E0ED}" sibTransId="{BDA1CF70-6D9B-4B9A-BF2B-88A79AD611AE}"/>
    <dgm:cxn modelId="{25B4803B-5449-4979-8DF7-C4F073945744}" srcId="{D168AC40-BD18-4C40-894D-21E1E9A1B3BD}" destId="{E6B93D3E-9831-4D7C-8159-8B72A0652B90}" srcOrd="3" destOrd="0" parTransId="{C5CDD3DF-D348-4D8E-A063-8779E3FBAFB4}" sibTransId="{AC219C84-77E6-49E0-91D4-2220BB9AE2D5}"/>
    <dgm:cxn modelId="{E3920242-5F3F-43AE-A620-32097DEF1FBA}" type="presOf" srcId="{6F3E0DCA-CD7D-4093-9232-5ACB620A7DD0}" destId="{D971D42F-CCD9-4531-BE8B-E32B3A94FCEC}" srcOrd="0" destOrd="0" presId="urn:microsoft.com/office/officeart/2011/layout/TabList"/>
    <dgm:cxn modelId="{9DA8D546-2C25-4271-9115-EACEE1524977}" type="presOf" srcId="{09F250FA-4325-4160-856F-E6B6CB6106F6}" destId="{2D0EE734-CCD4-49E2-BCFA-2C26CAB79AAE}" srcOrd="0" destOrd="0" presId="urn:microsoft.com/office/officeart/2011/layout/TabList"/>
    <dgm:cxn modelId="{F09F0D53-577B-4E04-A310-724947F6FBEF}" type="presOf" srcId="{667C39A6-2FAA-4DD1-BFB7-8D0566B39726}" destId="{07A56FF7-5F60-49C0-923A-8B8B5C4D030C}" srcOrd="0" destOrd="0" presId="urn:microsoft.com/office/officeart/2011/layout/TabList"/>
    <dgm:cxn modelId="{7AF54075-A7C4-472A-A64E-CD9B95F4E968}" srcId="{3489AFD0-E0DA-4C53-A123-864AEE2E1EA3}" destId="{52806149-169C-4545-9BB1-645D5B68C063}" srcOrd="1" destOrd="0" parTransId="{597C25F0-45FD-425F-BD04-7184015B30EE}" sibTransId="{FCA84EEA-9E55-4689-9354-3ED58EA412E6}"/>
    <dgm:cxn modelId="{0741EF55-AED3-47C3-A120-2878F4A85810}" srcId="{E6B93D3E-9831-4D7C-8159-8B72A0652B90}" destId="{E00B9419-5B0E-4B01-8350-8F5FFCDF5CC6}" srcOrd="0" destOrd="0" parTransId="{EC60C27F-226A-4D1E-A8C3-72171748A9B9}" sibTransId="{12EA8E0E-FD67-4F65-9143-E57618D950EA}"/>
    <dgm:cxn modelId="{62A3DE83-E708-45D0-B133-1390F510663B}" srcId="{F52BD5AD-78A5-4F9A-A3FD-2A8CABF02FAD}" destId="{09F250FA-4325-4160-856F-E6B6CB6106F6}" srcOrd="0" destOrd="0" parTransId="{23F9D19C-2095-4426-A8DA-755C36E14DE5}" sibTransId="{E3892BBF-AE57-46F1-9A07-C080E1263C65}"/>
    <dgm:cxn modelId="{F17B7A86-44A3-4B41-B50C-24CE0CD43405}" type="presOf" srcId="{58CF73FB-B951-4D6C-B106-5CBFFDEB97FD}" destId="{70FF1AD1-3BD5-4B6A-A86C-D13AEE34F18D}" srcOrd="0" destOrd="0" presId="urn:microsoft.com/office/officeart/2011/layout/TabList"/>
    <dgm:cxn modelId="{2AF53888-BCF7-47F8-885E-E7326648E47E}" type="presOf" srcId="{E6B93D3E-9831-4D7C-8159-8B72A0652B90}" destId="{1A4DA14B-AAC1-444D-AF2C-AE0AB0B62218}" srcOrd="0" destOrd="0" presId="urn:microsoft.com/office/officeart/2011/layout/TabList"/>
    <dgm:cxn modelId="{B176B288-3250-4566-9665-85B3D584B7DB}" type="presOf" srcId="{1891F090-1C44-41B4-814A-890FE48FDAF7}" destId="{AA6939AB-AE9D-4EBB-804B-DA63F04AE43E}" srcOrd="0" destOrd="0" presId="urn:microsoft.com/office/officeart/2011/layout/TabList"/>
    <dgm:cxn modelId="{6622E489-8FD2-4DBA-8AAA-07A4B1B465EB}" type="presOf" srcId="{5296C861-F7EB-4627-B2A4-6334F5BBA44B}" destId="{201F1087-4902-4B32-9D96-A252EAE04AC1}" srcOrd="0" destOrd="0" presId="urn:microsoft.com/office/officeart/2011/layout/TabList"/>
    <dgm:cxn modelId="{DD911B8C-B440-4231-A922-BF36AFFC60FB}" srcId="{3489AFD0-E0DA-4C53-A123-864AEE2E1EA3}" destId="{9C9E6508-CF7F-429B-8E67-1B66CA3D349F}" srcOrd="0" destOrd="0" parTransId="{59133BED-1BB8-4C1D-913B-CF8F9E3F94B9}" sibTransId="{1CC066CF-4E35-4765-B5E8-648463F9AF78}"/>
    <dgm:cxn modelId="{F0F765B3-8C35-4FEE-BAA5-D41EFF55DF08}" type="presOf" srcId="{D3501929-94F1-4AD1-8EFD-B7C06F33D486}" destId="{F663BE5B-021E-4C5D-B00F-74786B60D0A3}" srcOrd="0" destOrd="0" presId="urn:microsoft.com/office/officeart/2011/layout/TabList"/>
    <dgm:cxn modelId="{CA37F2B3-6EC3-43E2-B24B-998D06D3B659}" srcId="{D168AC40-BD18-4C40-894D-21E1E9A1B3BD}" destId="{19250F65-1BE7-4543-8CDB-EB2BD5A87FF2}" srcOrd="4" destOrd="0" parTransId="{8544B66B-27A0-4F01-8CF3-B3C5CA49C8B3}" sibTransId="{AA42C939-B68F-4507-A342-62CF33D54472}"/>
    <dgm:cxn modelId="{F22CB6B6-A72B-4CF6-931A-3E3B9DA98A79}" type="presOf" srcId="{F52BD5AD-78A5-4F9A-A3FD-2A8CABF02FAD}" destId="{2B355D37-A5C2-4CBB-AC86-DC0594E8E886}" srcOrd="0" destOrd="0" presId="urn:microsoft.com/office/officeart/2011/layout/TabList"/>
    <dgm:cxn modelId="{CD7CA8BA-4AA2-4D26-AB91-A31E2F6D127C}" type="presOf" srcId="{2228A2CC-C762-4D90-AFCB-10B80DB9A1C7}" destId="{443F60D8-CFEA-4682-885C-83461AD43A37}" srcOrd="0" destOrd="0" presId="urn:microsoft.com/office/officeart/2011/layout/TabList"/>
    <dgm:cxn modelId="{3096A7C7-3D3F-4907-8C35-4554F78516D4}" srcId="{2A0395A3-9E6B-484E-8C6C-2FB7F5DE8DE2}" destId="{6F3E0DCA-CD7D-4093-9232-5ACB620A7DD0}" srcOrd="1" destOrd="0" parTransId="{FAEA2EAC-93D7-4BBA-BD26-48301B4291D8}" sibTransId="{35D8B5CD-D631-4FD4-AE71-C4EFF2F1198D}"/>
    <dgm:cxn modelId="{27CF63CB-35E6-45BD-A29D-01E7F7F7A4DD}" type="presOf" srcId="{52806149-169C-4545-9BB1-645D5B68C063}" destId="{51CC08EB-C1E3-4E2B-A73F-C04E14A0C65D}" srcOrd="0" destOrd="0" presId="urn:microsoft.com/office/officeart/2011/layout/TabList"/>
    <dgm:cxn modelId="{527380D0-59CB-4D61-9EDC-603C46268D04}" type="presOf" srcId="{E00B9419-5B0E-4B01-8350-8F5FFCDF5CC6}" destId="{F89C3839-7218-459B-8984-0EF9E18E782F}" srcOrd="0" destOrd="0" presId="urn:microsoft.com/office/officeart/2011/layout/TabList"/>
    <dgm:cxn modelId="{9EF4E0D0-F76C-40B1-AC9D-12735CA039D9}" type="presOf" srcId="{3489AFD0-E0DA-4C53-A123-864AEE2E1EA3}" destId="{F060F900-2EFD-4130-A316-33CAAE83C4C7}" srcOrd="0" destOrd="0" presId="urn:microsoft.com/office/officeart/2011/layout/TabList"/>
    <dgm:cxn modelId="{4D200EDF-EB23-490C-9CBB-445089CC3471}" srcId="{19250F65-1BE7-4543-8CDB-EB2BD5A87FF2}" destId="{1891F090-1C44-41B4-814A-890FE48FDAF7}" srcOrd="1" destOrd="0" parTransId="{53A5941D-CAF4-4814-8B9A-EE6DDC4733EA}" sibTransId="{604C9436-0ABB-4BE0-9A15-4F764F98F1B2}"/>
    <dgm:cxn modelId="{6FCAC5E3-A2DD-48EF-8CD2-CB90DDDB01FC}" srcId="{D168AC40-BD18-4C40-894D-21E1E9A1B3BD}" destId="{F52BD5AD-78A5-4F9A-A3FD-2A8CABF02FAD}" srcOrd="1" destOrd="0" parTransId="{B1283F48-D3E0-4136-9268-F50EDF119A6A}" sibTransId="{8DDEF0D2-F475-46B7-867C-19D765CB7259}"/>
    <dgm:cxn modelId="{C6E05BE7-EDA4-4D25-B11A-0AD53C7AACAA}" type="presOf" srcId="{D168AC40-BD18-4C40-894D-21E1E9A1B3BD}" destId="{D47880A0-2112-4E83-8B74-55FF86A95243}" srcOrd="0" destOrd="0" presId="urn:microsoft.com/office/officeart/2011/layout/TabList"/>
    <dgm:cxn modelId="{32F8B5E7-8988-41F8-A303-80C6E7E0447D}" type="presOf" srcId="{9C9E6508-CF7F-429B-8E67-1B66CA3D349F}" destId="{4E1C51D2-6A09-4771-BAEE-9826D33E0C16}" srcOrd="0" destOrd="0" presId="urn:microsoft.com/office/officeart/2011/layout/TabList"/>
    <dgm:cxn modelId="{8B29E1EF-3134-4E32-8895-B6E3D0EEC323}" type="presOf" srcId="{19250F65-1BE7-4543-8CDB-EB2BD5A87FF2}" destId="{E6E5EEB5-893A-4B80-B6FB-AF1D99F050FE}" srcOrd="0" destOrd="0" presId="urn:microsoft.com/office/officeart/2011/layout/TabList"/>
    <dgm:cxn modelId="{490724F3-94F3-4B7F-9D35-BA99E19E8F54}" srcId="{E6B93D3E-9831-4D7C-8159-8B72A0652B90}" destId="{D3501929-94F1-4AD1-8EFD-B7C06F33D486}" srcOrd="1" destOrd="0" parTransId="{A5089C1B-57FF-4B0C-9AE9-2F31AAC2800A}" sibTransId="{F66604E6-50C1-43E2-BDF6-D97F63DBAF35}"/>
    <dgm:cxn modelId="{028079FA-D2AD-402A-BEA9-CCCE972E8AF4}" srcId="{D168AC40-BD18-4C40-894D-21E1E9A1B3BD}" destId="{2A0395A3-9E6B-484E-8C6C-2FB7F5DE8DE2}" srcOrd="2" destOrd="0" parTransId="{18F9B2EE-4B3E-4875-B207-7464973F2E4C}" sibTransId="{FFDAA0A6-98A5-4FDB-BB8E-8D9B5092A94B}"/>
    <dgm:cxn modelId="{D5C3A5FA-65E0-4DF2-A4DF-431A782555D9}" type="presOf" srcId="{2A0395A3-9E6B-484E-8C6C-2FB7F5DE8DE2}" destId="{2EA7C935-DD7E-4034-953E-48F65E1D0720}" srcOrd="0" destOrd="0" presId="urn:microsoft.com/office/officeart/2011/layout/TabList"/>
    <dgm:cxn modelId="{637848FD-0F1A-4E2F-9F1F-4E069D0A78B9}" srcId="{D168AC40-BD18-4C40-894D-21E1E9A1B3BD}" destId="{2228A2CC-C762-4D90-AFCB-10B80DB9A1C7}" srcOrd="5" destOrd="0" parTransId="{01064CB2-4C26-48FA-A99E-DF33492717DD}" sibTransId="{17A2A99C-E2E0-44B7-B54A-3362E13343EB}"/>
    <dgm:cxn modelId="{3707FBFF-6FD5-4B48-B5D1-C7BF2CF77CCA}" srcId="{D168AC40-BD18-4C40-894D-21E1E9A1B3BD}" destId="{3489AFD0-E0DA-4C53-A123-864AEE2E1EA3}" srcOrd="0" destOrd="0" parTransId="{5BD1DB11-64B3-44DF-8239-830EDA36324B}" sibTransId="{B377B70E-7383-4F2C-953F-C697233CB4B6}"/>
    <dgm:cxn modelId="{F75C2D4B-83FA-40E5-9881-B8A50C05E866}" type="presParOf" srcId="{D47880A0-2112-4E83-8B74-55FF86A95243}" destId="{F0D5278A-CF04-473A-9022-F4F18DECF550}" srcOrd="0" destOrd="0" presId="urn:microsoft.com/office/officeart/2011/layout/TabList"/>
    <dgm:cxn modelId="{59CDD8A0-8CD3-4D7D-AD08-93E3F515233D}" type="presParOf" srcId="{F0D5278A-CF04-473A-9022-F4F18DECF550}" destId="{4E1C51D2-6A09-4771-BAEE-9826D33E0C16}" srcOrd="0" destOrd="0" presId="urn:microsoft.com/office/officeart/2011/layout/TabList"/>
    <dgm:cxn modelId="{180D2959-1867-4749-84DF-19C38B4C9C70}" type="presParOf" srcId="{F0D5278A-CF04-473A-9022-F4F18DECF550}" destId="{F060F900-2EFD-4130-A316-33CAAE83C4C7}" srcOrd="1" destOrd="0" presId="urn:microsoft.com/office/officeart/2011/layout/TabList"/>
    <dgm:cxn modelId="{5D28D151-5F9C-41A4-8335-C20DEBBC0C07}" type="presParOf" srcId="{F0D5278A-CF04-473A-9022-F4F18DECF550}" destId="{5AF15E9D-32DB-462A-978C-458597B67E6C}" srcOrd="2" destOrd="0" presId="urn:microsoft.com/office/officeart/2011/layout/TabList"/>
    <dgm:cxn modelId="{AD01E4D9-A1EF-4652-962A-C07376E7AB41}" type="presParOf" srcId="{D47880A0-2112-4E83-8B74-55FF86A95243}" destId="{51CC08EB-C1E3-4E2B-A73F-C04E14A0C65D}" srcOrd="1" destOrd="0" presId="urn:microsoft.com/office/officeart/2011/layout/TabList"/>
    <dgm:cxn modelId="{A037F786-A27C-4163-8BC2-3C1312ACB112}" type="presParOf" srcId="{D47880A0-2112-4E83-8B74-55FF86A95243}" destId="{19A704D2-E497-4BD0-9425-BF946D484CED}" srcOrd="2" destOrd="0" presId="urn:microsoft.com/office/officeart/2011/layout/TabList"/>
    <dgm:cxn modelId="{BC359FDE-EA71-4755-9FC6-D89919244401}" type="presParOf" srcId="{D47880A0-2112-4E83-8B74-55FF86A95243}" destId="{92C2CD58-DEC4-4950-A1C7-2A1808ABE097}" srcOrd="3" destOrd="0" presId="urn:microsoft.com/office/officeart/2011/layout/TabList"/>
    <dgm:cxn modelId="{28E9B7A0-F0FB-4C9E-AF87-F5E2BBCBF8FD}" type="presParOf" srcId="{92C2CD58-DEC4-4950-A1C7-2A1808ABE097}" destId="{2D0EE734-CCD4-49E2-BCFA-2C26CAB79AAE}" srcOrd="0" destOrd="0" presId="urn:microsoft.com/office/officeart/2011/layout/TabList"/>
    <dgm:cxn modelId="{68A0BC63-9D08-48CF-B706-5B9766C3E9EC}" type="presParOf" srcId="{92C2CD58-DEC4-4950-A1C7-2A1808ABE097}" destId="{2B355D37-A5C2-4CBB-AC86-DC0594E8E886}" srcOrd="1" destOrd="0" presId="urn:microsoft.com/office/officeart/2011/layout/TabList"/>
    <dgm:cxn modelId="{02D02570-2D9E-4240-A76F-8FDFA1BCEDD7}" type="presParOf" srcId="{92C2CD58-DEC4-4950-A1C7-2A1808ABE097}" destId="{2E7C02D7-FFD1-407F-9590-4195D3A2844F}" srcOrd="2" destOrd="0" presId="urn:microsoft.com/office/officeart/2011/layout/TabList"/>
    <dgm:cxn modelId="{5F66B1B3-0025-46E4-8AC8-2288ACE70CED}" type="presParOf" srcId="{D47880A0-2112-4E83-8B74-55FF86A95243}" destId="{201F1087-4902-4B32-9D96-A252EAE04AC1}" srcOrd="4" destOrd="0" presId="urn:microsoft.com/office/officeart/2011/layout/TabList"/>
    <dgm:cxn modelId="{15EFA22D-BC0F-4468-92F5-DA42757E320D}" type="presParOf" srcId="{D47880A0-2112-4E83-8B74-55FF86A95243}" destId="{C6027235-F317-4A68-AF63-34A25CA8DD1B}" srcOrd="5" destOrd="0" presId="urn:microsoft.com/office/officeart/2011/layout/TabList"/>
    <dgm:cxn modelId="{2BA0891D-F33A-4B21-831E-CFE6C568B84A}" type="presParOf" srcId="{D47880A0-2112-4E83-8B74-55FF86A95243}" destId="{52745149-0C17-405C-9F09-FA0E0E9337DD}" srcOrd="6" destOrd="0" presId="urn:microsoft.com/office/officeart/2011/layout/TabList"/>
    <dgm:cxn modelId="{2D69CE2A-DB05-40DA-917E-7BDC927D8BEB}" type="presParOf" srcId="{52745149-0C17-405C-9F09-FA0E0E9337DD}" destId="{70FF1AD1-3BD5-4B6A-A86C-D13AEE34F18D}" srcOrd="0" destOrd="0" presId="urn:microsoft.com/office/officeart/2011/layout/TabList"/>
    <dgm:cxn modelId="{22C325FE-5A1E-4D84-A20A-3543EECE696F}" type="presParOf" srcId="{52745149-0C17-405C-9F09-FA0E0E9337DD}" destId="{2EA7C935-DD7E-4034-953E-48F65E1D0720}" srcOrd="1" destOrd="0" presId="urn:microsoft.com/office/officeart/2011/layout/TabList"/>
    <dgm:cxn modelId="{F67715C1-0BB8-4118-90A0-4ACE5D87D71B}" type="presParOf" srcId="{52745149-0C17-405C-9F09-FA0E0E9337DD}" destId="{4C642B85-3287-4DEB-B292-BF180B7B750E}" srcOrd="2" destOrd="0" presId="urn:microsoft.com/office/officeart/2011/layout/TabList"/>
    <dgm:cxn modelId="{F477E702-D606-473A-BA96-75C0C521AD82}" type="presParOf" srcId="{D47880A0-2112-4E83-8B74-55FF86A95243}" destId="{D971D42F-CCD9-4531-BE8B-E32B3A94FCEC}" srcOrd="7" destOrd="0" presId="urn:microsoft.com/office/officeart/2011/layout/TabList"/>
    <dgm:cxn modelId="{2DD3CF20-8844-4A29-94DD-059450A53E69}" type="presParOf" srcId="{D47880A0-2112-4E83-8B74-55FF86A95243}" destId="{1AC1721B-E49A-454B-882C-F4951BF7265C}" srcOrd="8" destOrd="0" presId="urn:microsoft.com/office/officeart/2011/layout/TabList"/>
    <dgm:cxn modelId="{0EF5C19A-04CB-4BC0-BADD-67F05283C2D5}" type="presParOf" srcId="{D47880A0-2112-4E83-8B74-55FF86A95243}" destId="{B351BC12-4666-4AA0-A8AA-68AB24F5FEE2}" srcOrd="9" destOrd="0" presId="urn:microsoft.com/office/officeart/2011/layout/TabList"/>
    <dgm:cxn modelId="{09821331-5795-466D-BA7E-A4C467A8CC53}" type="presParOf" srcId="{B351BC12-4666-4AA0-A8AA-68AB24F5FEE2}" destId="{F89C3839-7218-459B-8984-0EF9E18E782F}" srcOrd="0" destOrd="0" presId="urn:microsoft.com/office/officeart/2011/layout/TabList"/>
    <dgm:cxn modelId="{9871270E-BA27-4C5B-A96F-989BB24FC6FC}" type="presParOf" srcId="{B351BC12-4666-4AA0-A8AA-68AB24F5FEE2}" destId="{1A4DA14B-AAC1-444D-AF2C-AE0AB0B62218}" srcOrd="1" destOrd="0" presId="urn:microsoft.com/office/officeart/2011/layout/TabList"/>
    <dgm:cxn modelId="{A1CC99A8-2CE5-4729-93AB-F48709DE6A69}" type="presParOf" srcId="{B351BC12-4666-4AA0-A8AA-68AB24F5FEE2}" destId="{351F053B-614E-4BF8-A197-943C954F8E44}" srcOrd="2" destOrd="0" presId="urn:microsoft.com/office/officeart/2011/layout/TabList"/>
    <dgm:cxn modelId="{3E1E41FD-39C5-40F9-9E1E-275647F14FB2}" type="presParOf" srcId="{D47880A0-2112-4E83-8B74-55FF86A95243}" destId="{F663BE5B-021E-4C5D-B00F-74786B60D0A3}" srcOrd="10" destOrd="0" presId="urn:microsoft.com/office/officeart/2011/layout/TabList"/>
    <dgm:cxn modelId="{9A99F23B-F1C3-4B5F-BFEE-606EC7B3101E}" type="presParOf" srcId="{D47880A0-2112-4E83-8B74-55FF86A95243}" destId="{6DB4A193-7065-477A-A9BC-04A396F29FB2}" srcOrd="11" destOrd="0" presId="urn:microsoft.com/office/officeart/2011/layout/TabList"/>
    <dgm:cxn modelId="{E75490A9-A8F0-4C74-8A65-C6DD1E923694}" type="presParOf" srcId="{D47880A0-2112-4E83-8B74-55FF86A95243}" destId="{F9F2941C-6668-477F-AB82-D38680FEC556}" srcOrd="12" destOrd="0" presId="urn:microsoft.com/office/officeart/2011/layout/TabList"/>
    <dgm:cxn modelId="{D3842AC8-1486-4BC0-9D9A-CCE14CD9914C}" type="presParOf" srcId="{F9F2941C-6668-477F-AB82-D38680FEC556}" destId="{C4B5FE97-31B5-4343-9A68-A379EC65D81B}" srcOrd="0" destOrd="0" presId="urn:microsoft.com/office/officeart/2011/layout/TabList"/>
    <dgm:cxn modelId="{0250863B-07BB-40F4-84ED-5DFB7D9BB1B0}" type="presParOf" srcId="{F9F2941C-6668-477F-AB82-D38680FEC556}" destId="{E6E5EEB5-893A-4B80-B6FB-AF1D99F050FE}" srcOrd="1" destOrd="0" presId="urn:microsoft.com/office/officeart/2011/layout/TabList"/>
    <dgm:cxn modelId="{E2CF1C57-5B76-4132-9661-94DA2B81F03F}" type="presParOf" srcId="{F9F2941C-6668-477F-AB82-D38680FEC556}" destId="{D70E28CC-A69D-4B85-A13D-E6C3DD5ABE35}" srcOrd="2" destOrd="0" presId="urn:microsoft.com/office/officeart/2011/layout/TabList"/>
    <dgm:cxn modelId="{8A559639-F048-4499-9CC9-B8644CE75699}" type="presParOf" srcId="{D47880A0-2112-4E83-8B74-55FF86A95243}" destId="{AA6939AB-AE9D-4EBB-804B-DA63F04AE43E}" srcOrd="13" destOrd="0" presId="urn:microsoft.com/office/officeart/2011/layout/TabList"/>
    <dgm:cxn modelId="{38D0B13A-A21C-4031-A8C4-F451AE533198}" type="presParOf" srcId="{D47880A0-2112-4E83-8B74-55FF86A95243}" destId="{C955EEBD-23D6-46A1-9E17-4EFA505BC1C6}" srcOrd="14" destOrd="0" presId="urn:microsoft.com/office/officeart/2011/layout/TabList"/>
    <dgm:cxn modelId="{A2EB1C17-0B90-4D73-9208-5C57D9B26326}" type="presParOf" srcId="{D47880A0-2112-4E83-8B74-55FF86A95243}" destId="{49E9FF9F-E3EA-4FAB-B591-CDBC89AEB170}" srcOrd="15" destOrd="0" presId="urn:microsoft.com/office/officeart/2011/layout/TabList"/>
    <dgm:cxn modelId="{F907ED58-1169-4E9A-9E3D-97A46B725633}" type="presParOf" srcId="{49E9FF9F-E3EA-4FAB-B591-CDBC89AEB170}" destId="{07A56FF7-5F60-49C0-923A-8B8B5C4D030C}" srcOrd="0" destOrd="0" presId="urn:microsoft.com/office/officeart/2011/layout/TabList"/>
    <dgm:cxn modelId="{8B8B0EED-8581-4E46-A7C5-518ED89CE9B8}" type="presParOf" srcId="{49E9FF9F-E3EA-4FAB-B591-CDBC89AEB170}" destId="{443F60D8-CFEA-4682-885C-83461AD43A37}" srcOrd="1" destOrd="0" presId="urn:microsoft.com/office/officeart/2011/layout/TabList"/>
    <dgm:cxn modelId="{2CB927C6-6603-4211-BAF5-D652B5C151DA}" type="presParOf" srcId="{49E9FF9F-E3EA-4FAB-B591-CDBC89AEB170}" destId="{DC8C982C-49BB-42A5-93F9-CADE85265960}" srcOrd="2" destOrd="0" presId="urn:microsoft.com/office/officeart/2011/layout/TabList"/>
    <dgm:cxn modelId="{18C781CE-1961-4CC4-B8DD-511F3E2AE1A5}" type="presParOf" srcId="{D47880A0-2112-4E83-8B74-55FF86A95243}" destId="{14BB31C4-5074-40FB-BEC0-5D7EC0D57CDE}" srcOrd="16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9ED7A1-E8AD-461C-8A1B-EB72AD668751}" type="doc">
      <dgm:prSet loTypeId="urn:diagrams.loki3.com/BracketList+Icon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097A1BC-2326-443B-A1EF-F121DBB05641}">
      <dgm:prSet phldrT="[Текст]"/>
      <dgm:spPr>
        <a:xfrm>
          <a:off x="4118" y="1024435"/>
          <a:ext cx="2106760" cy="33660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ru-RU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Самодержавие</a:t>
          </a:r>
        </a:p>
      </dgm:t>
    </dgm:pt>
    <dgm:pt modelId="{EF85DB31-C87D-43C9-8782-7027C4397772}" type="parTrans" cxnId="{32B152F7-34BD-4A2D-8B32-6889A5BA4801}">
      <dgm:prSet/>
      <dgm:spPr/>
      <dgm:t>
        <a:bodyPr/>
        <a:lstStyle/>
        <a:p>
          <a:endParaRPr lang="ru-RU"/>
        </a:p>
      </dgm:t>
    </dgm:pt>
    <dgm:pt modelId="{29D857F6-5CA6-4FE9-B856-BFB3E0C5BDE1}" type="sibTrans" cxnId="{32B152F7-34BD-4A2D-8B32-6889A5BA4801}">
      <dgm:prSet/>
      <dgm:spPr/>
      <dgm:t>
        <a:bodyPr/>
        <a:lstStyle/>
        <a:p>
          <a:endParaRPr lang="ru-RU"/>
        </a:p>
      </dgm:t>
    </dgm:pt>
    <dgm:pt modelId="{8AD39A7E-0314-4A14-A31B-AA6D5925E1AD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xfrm>
          <a:off x="2700772" y="140860"/>
          <a:ext cx="5730388" cy="2103749"/>
        </a:xfrm>
        <a:prstGeom prst="rect">
          <a:avLst/>
        </a:prstGeom>
        <a:gradFill rotWithShape="1">
          <a:gsLst>
            <a:gs pos="0">
              <a:srgbClr val="DDDDDD">
                <a:tint val="50000"/>
                <a:shade val="86000"/>
                <a:satMod val="140000"/>
              </a:srgbClr>
            </a:gs>
            <a:gs pos="45000">
              <a:srgbClr val="DDDDDD">
                <a:tint val="48000"/>
                <a:satMod val="150000"/>
              </a:srgbClr>
            </a:gs>
            <a:gs pos="100000">
              <a:srgbClr val="DDDDDD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DDDDDD"/>
          </a:solidFill>
          <a:prstDash val="solid"/>
        </a:ln>
        <a:effectLst/>
      </dgm:spPr>
      <dgm:t>
        <a:bodyPr/>
        <a:lstStyle/>
        <a:p>
          <a:r>
            <a:rPr lang="ru-RU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«Самодержавие основало и воскресило Россию: с переменою Государственного Устава ее она гибла и должна погибнуть, составленная из частей столь многих и разных, из коих всякая имеет свои  особенные гражданские пользы. Что, кроме единовластия неограниченного, может в сей махине производить единство действия?»  Н.М.  Карамзин «О древней и новой России». 1811.</a:t>
          </a:r>
        </a:p>
      </dgm:t>
    </dgm:pt>
    <dgm:pt modelId="{60C04F93-72ED-4203-BCC9-7B4D04AF5AF8}" type="parTrans" cxnId="{95D59CE4-93BE-41FC-B5A5-B15A21DD865B}">
      <dgm:prSet/>
      <dgm:spPr/>
      <dgm:t>
        <a:bodyPr/>
        <a:lstStyle/>
        <a:p>
          <a:endParaRPr lang="ru-RU"/>
        </a:p>
      </dgm:t>
    </dgm:pt>
    <dgm:pt modelId="{E7C8D491-64AF-4571-8A3E-136677120082}" type="sibTrans" cxnId="{95D59CE4-93BE-41FC-B5A5-B15A21DD865B}">
      <dgm:prSet/>
      <dgm:spPr/>
      <dgm:t>
        <a:bodyPr/>
        <a:lstStyle/>
        <a:p>
          <a:endParaRPr lang="ru-RU"/>
        </a:p>
      </dgm:t>
    </dgm:pt>
    <dgm:pt modelId="{F526AB29-D3AA-42F2-8B56-36AFA7FD2917}">
      <dgm:prSet phldrT="[Текст]"/>
      <dgm:spPr>
        <a:xfrm>
          <a:off x="4118" y="2691404"/>
          <a:ext cx="2106760" cy="33660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ru-RU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Православие</a:t>
          </a:r>
        </a:p>
      </dgm:t>
    </dgm:pt>
    <dgm:pt modelId="{CC217894-5A84-4E0C-B469-734B63A2E8D0}" type="parTrans" cxnId="{890DB62E-914D-4F2C-B819-9AB1F044E3E1}">
      <dgm:prSet/>
      <dgm:spPr/>
      <dgm:t>
        <a:bodyPr/>
        <a:lstStyle/>
        <a:p>
          <a:endParaRPr lang="ru-RU"/>
        </a:p>
      </dgm:t>
    </dgm:pt>
    <dgm:pt modelId="{4B6975E1-BD1F-4F64-A992-F51F5E946540}" type="sibTrans" cxnId="{890DB62E-914D-4F2C-B819-9AB1F044E3E1}">
      <dgm:prSet/>
      <dgm:spPr/>
      <dgm:t>
        <a:bodyPr/>
        <a:lstStyle/>
        <a:p>
          <a:endParaRPr lang="ru-RU"/>
        </a:p>
      </dgm:t>
    </dgm:pt>
    <dgm:pt modelId="{6D87F60E-B5DC-411C-8557-B3B7BDF5BB70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xfrm>
          <a:off x="2700772" y="2302210"/>
          <a:ext cx="5730388" cy="1114987"/>
        </a:xfrm>
        <a:prstGeom prst="rect">
          <a:avLst/>
        </a:prstGeom>
        <a:gradFill rotWithShape="1">
          <a:gsLst>
            <a:gs pos="0">
              <a:srgbClr val="DDDDDD">
                <a:tint val="50000"/>
                <a:shade val="86000"/>
                <a:satMod val="140000"/>
              </a:srgbClr>
            </a:gs>
            <a:gs pos="45000">
              <a:srgbClr val="DDDDDD">
                <a:tint val="48000"/>
                <a:satMod val="150000"/>
              </a:srgbClr>
            </a:gs>
            <a:gs pos="100000">
              <a:srgbClr val="DDDDDD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DDDDDD"/>
          </a:solidFill>
          <a:prstDash val="solid"/>
        </a:ln>
        <a:effectLst/>
      </dgm:spPr>
      <dgm:t>
        <a:bodyPr/>
        <a:lstStyle/>
        <a:p>
          <a:r>
            <a:rPr lang="ru-RU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«Лучшая теория права — добрая нравственность, и она должна быть в сердце независимо от этих отвлеченностей и иметь своим основанием религию».  Николай </a:t>
          </a:r>
          <a:r>
            <a:rPr lang="en-US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I</a:t>
          </a:r>
          <a:r>
            <a:rPr lang="ru-RU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.</a:t>
          </a:r>
        </a:p>
      </dgm:t>
    </dgm:pt>
    <dgm:pt modelId="{C62AC980-250A-4358-9AEA-C442576E1CD5}" type="parTrans" cxnId="{EDD8C75D-0A7F-4162-84F7-6D2AC6780286}">
      <dgm:prSet/>
      <dgm:spPr/>
      <dgm:t>
        <a:bodyPr/>
        <a:lstStyle/>
        <a:p>
          <a:endParaRPr lang="ru-RU"/>
        </a:p>
      </dgm:t>
    </dgm:pt>
    <dgm:pt modelId="{3BED1C6C-D220-452C-A00E-B4FB6E1BD915}" type="sibTrans" cxnId="{EDD8C75D-0A7F-4162-84F7-6D2AC6780286}">
      <dgm:prSet/>
      <dgm:spPr/>
      <dgm:t>
        <a:bodyPr/>
        <a:lstStyle/>
        <a:p>
          <a:endParaRPr lang="ru-RU"/>
        </a:p>
      </dgm:t>
    </dgm:pt>
    <dgm:pt modelId="{62DE460D-4F14-4896-A29F-1CD30A53F4A0}">
      <dgm:prSet/>
      <dgm:spPr>
        <a:xfrm>
          <a:off x="4118" y="4126960"/>
          <a:ext cx="2106760" cy="33660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ru-RU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Народность</a:t>
          </a:r>
        </a:p>
      </dgm:t>
    </dgm:pt>
    <dgm:pt modelId="{E433B71C-D9DD-460B-8C6F-BCDD48A49282}" type="parTrans" cxnId="{F9E7C1F2-570B-4673-9C1B-E0EBB841224B}">
      <dgm:prSet/>
      <dgm:spPr/>
      <dgm:t>
        <a:bodyPr/>
        <a:lstStyle/>
        <a:p>
          <a:endParaRPr lang="ru-RU"/>
        </a:p>
      </dgm:t>
    </dgm:pt>
    <dgm:pt modelId="{7C263DC5-A80F-40F8-A4CA-9FBCA7BA0688}" type="sibTrans" cxnId="{F9E7C1F2-570B-4673-9C1B-E0EBB841224B}">
      <dgm:prSet/>
      <dgm:spPr/>
      <dgm:t>
        <a:bodyPr/>
        <a:lstStyle/>
        <a:p>
          <a:endParaRPr lang="ru-RU"/>
        </a:p>
      </dgm:t>
    </dgm:pt>
    <dgm:pt modelId="{EA126FAC-F269-4919-B146-880F8DB13529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xfrm>
          <a:off x="2700772" y="3474798"/>
          <a:ext cx="5730388" cy="1640924"/>
        </a:xfrm>
        <a:prstGeom prst="rect">
          <a:avLst/>
        </a:prstGeom>
        <a:gradFill rotWithShape="1">
          <a:gsLst>
            <a:gs pos="0">
              <a:srgbClr val="DDDDDD">
                <a:tint val="50000"/>
                <a:shade val="86000"/>
                <a:satMod val="140000"/>
              </a:srgbClr>
            </a:gs>
            <a:gs pos="45000">
              <a:srgbClr val="DDDDDD">
                <a:tint val="48000"/>
                <a:satMod val="150000"/>
              </a:srgbClr>
            </a:gs>
            <a:gs pos="100000">
              <a:srgbClr val="DDDDDD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DDDDDD"/>
          </a:solidFill>
          <a:prstDash val="solid"/>
        </a:ln>
        <a:effectLst/>
      </dgm:spPr>
      <dgm:t>
        <a:bodyPr/>
        <a:lstStyle/>
        <a:p>
          <a:r>
            <a:rPr lang="ru-RU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«…довольно, если мы сохраним неприкосновенным святилище наших народных понятий; если примем их за основную мысль правительства, особенно в отношении к отечественному воспитанию. С.С. Уваров «Доклад о десятилетней деятельности Министерства народного просвещения». 1833 г.</a:t>
          </a:r>
        </a:p>
      </dgm:t>
    </dgm:pt>
    <dgm:pt modelId="{E1CBFC1D-B106-4331-A4AB-7B1BB860900B}" type="parTrans" cxnId="{ED4C819D-A397-4C7C-9B6A-B44A05D924C0}">
      <dgm:prSet/>
      <dgm:spPr/>
      <dgm:t>
        <a:bodyPr/>
        <a:lstStyle/>
        <a:p>
          <a:endParaRPr lang="ru-RU"/>
        </a:p>
      </dgm:t>
    </dgm:pt>
    <dgm:pt modelId="{60F3F3D0-75BD-4E4A-A100-DDD44A5B294F}" type="sibTrans" cxnId="{ED4C819D-A397-4C7C-9B6A-B44A05D924C0}">
      <dgm:prSet/>
      <dgm:spPr/>
      <dgm:t>
        <a:bodyPr/>
        <a:lstStyle/>
        <a:p>
          <a:endParaRPr lang="ru-RU"/>
        </a:p>
      </dgm:t>
    </dgm:pt>
    <dgm:pt modelId="{4FDFACB9-17E0-4EC7-B99C-6E666810A11E}" type="pres">
      <dgm:prSet presAssocID="{9F9ED7A1-E8AD-461C-8A1B-EB72AD668751}" presName="Name0" presStyleCnt="0">
        <dgm:presLayoutVars>
          <dgm:dir/>
          <dgm:animLvl val="lvl"/>
          <dgm:resizeHandles val="exact"/>
        </dgm:presLayoutVars>
      </dgm:prSet>
      <dgm:spPr/>
    </dgm:pt>
    <dgm:pt modelId="{CC32BE7C-76B5-4E47-B794-C49A60C92A96}" type="pres">
      <dgm:prSet presAssocID="{7097A1BC-2326-443B-A1EF-F121DBB05641}" presName="linNode" presStyleCnt="0"/>
      <dgm:spPr/>
    </dgm:pt>
    <dgm:pt modelId="{E77E5C84-2386-48D7-A864-C4AA8D778325}" type="pres">
      <dgm:prSet presAssocID="{7097A1BC-2326-443B-A1EF-F121DBB05641}" presName="parTx" presStyleLbl="revTx" presStyleIdx="0" presStyleCnt="3">
        <dgm:presLayoutVars>
          <dgm:chMax val="1"/>
          <dgm:bulletEnabled val="1"/>
        </dgm:presLayoutVars>
      </dgm:prSet>
      <dgm:spPr/>
    </dgm:pt>
    <dgm:pt modelId="{C68A70CB-0A77-4BA9-8A90-4ACF33CEF0F7}" type="pres">
      <dgm:prSet presAssocID="{7097A1BC-2326-443B-A1EF-F121DBB05641}" presName="bracket" presStyleLbl="parChTrans1D1" presStyleIdx="0" presStyleCnt="3"/>
      <dgm:spPr>
        <a:xfrm>
          <a:off x="2110879" y="140860"/>
          <a:ext cx="421352" cy="2103749"/>
        </a:xfrm>
        <a:prstGeom prst="leftBrace">
          <a:avLst>
            <a:gd name="adj1" fmla="val 35000"/>
            <a:gd name="adj2" fmla="val 50000"/>
          </a:avLst>
        </a:prstGeom>
        <a:noFill/>
        <a:ln w="26425" cap="flat" cmpd="sng" algn="ctr">
          <a:solidFill>
            <a:srgbClr val="DDDDDD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</dgm:pt>
    <dgm:pt modelId="{8D822C8A-3359-44C2-8D87-917EC67D1F02}" type="pres">
      <dgm:prSet presAssocID="{7097A1BC-2326-443B-A1EF-F121DBB05641}" presName="spH" presStyleCnt="0"/>
      <dgm:spPr/>
    </dgm:pt>
    <dgm:pt modelId="{83E6B16D-1F89-4D06-9804-2A6BEDAE28BC}" type="pres">
      <dgm:prSet presAssocID="{7097A1BC-2326-443B-A1EF-F121DBB05641}" presName="desTx" presStyleLbl="node1" presStyleIdx="0" presStyleCnt="3">
        <dgm:presLayoutVars>
          <dgm:bulletEnabled val="1"/>
        </dgm:presLayoutVars>
      </dgm:prSet>
      <dgm:spPr/>
    </dgm:pt>
    <dgm:pt modelId="{8B483CAA-E1DB-4BBC-BA05-027ADED53DEC}" type="pres">
      <dgm:prSet presAssocID="{29D857F6-5CA6-4FE9-B856-BFB3E0C5BDE1}" presName="spV" presStyleCnt="0"/>
      <dgm:spPr/>
    </dgm:pt>
    <dgm:pt modelId="{22203FEF-A712-48AB-BEDF-D71A08F15C0D}" type="pres">
      <dgm:prSet presAssocID="{F526AB29-D3AA-42F2-8B56-36AFA7FD2917}" presName="linNode" presStyleCnt="0"/>
      <dgm:spPr/>
    </dgm:pt>
    <dgm:pt modelId="{6F004262-C596-46DD-A075-A65F00D5FFC3}" type="pres">
      <dgm:prSet presAssocID="{F526AB29-D3AA-42F2-8B56-36AFA7FD2917}" presName="parTx" presStyleLbl="revTx" presStyleIdx="1" presStyleCnt="3">
        <dgm:presLayoutVars>
          <dgm:chMax val="1"/>
          <dgm:bulletEnabled val="1"/>
        </dgm:presLayoutVars>
      </dgm:prSet>
      <dgm:spPr/>
    </dgm:pt>
    <dgm:pt modelId="{225C9024-0E6E-466C-A052-8A174A5CB2C9}" type="pres">
      <dgm:prSet presAssocID="{F526AB29-D3AA-42F2-8B56-36AFA7FD2917}" presName="bracket" presStyleLbl="parChTrans1D1" presStyleIdx="1" presStyleCnt="3"/>
      <dgm:spPr>
        <a:xfrm>
          <a:off x="2110879" y="2302210"/>
          <a:ext cx="421352" cy="1114987"/>
        </a:xfrm>
        <a:prstGeom prst="leftBrace">
          <a:avLst>
            <a:gd name="adj1" fmla="val 35000"/>
            <a:gd name="adj2" fmla="val 50000"/>
          </a:avLst>
        </a:prstGeom>
        <a:noFill/>
        <a:ln w="26425" cap="flat" cmpd="sng" algn="ctr">
          <a:solidFill>
            <a:srgbClr val="DDDDDD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</dgm:pt>
    <dgm:pt modelId="{72AAA458-3CB3-4E2A-8AAA-32B879D68C20}" type="pres">
      <dgm:prSet presAssocID="{F526AB29-D3AA-42F2-8B56-36AFA7FD2917}" presName="spH" presStyleCnt="0"/>
      <dgm:spPr/>
    </dgm:pt>
    <dgm:pt modelId="{EBF7CF18-F0AD-423C-A869-9C2B9FD66B81}" type="pres">
      <dgm:prSet presAssocID="{F526AB29-D3AA-42F2-8B56-36AFA7FD2917}" presName="desTx" presStyleLbl="node1" presStyleIdx="1" presStyleCnt="3">
        <dgm:presLayoutVars>
          <dgm:bulletEnabled val="1"/>
        </dgm:presLayoutVars>
      </dgm:prSet>
      <dgm:spPr/>
    </dgm:pt>
    <dgm:pt modelId="{45793388-6036-4643-AAC4-FCC81B4CF6E8}" type="pres">
      <dgm:prSet presAssocID="{4B6975E1-BD1F-4F64-A992-F51F5E946540}" presName="spV" presStyleCnt="0"/>
      <dgm:spPr/>
    </dgm:pt>
    <dgm:pt modelId="{89B21BB6-A6F6-45E4-9691-A622BC038DBB}" type="pres">
      <dgm:prSet presAssocID="{62DE460D-4F14-4896-A29F-1CD30A53F4A0}" presName="linNode" presStyleCnt="0"/>
      <dgm:spPr/>
    </dgm:pt>
    <dgm:pt modelId="{D2B5EC76-8A9C-46EF-846C-2F04AF1675C9}" type="pres">
      <dgm:prSet presAssocID="{62DE460D-4F14-4896-A29F-1CD30A53F4A0}" presName="parTx" presStyleLbl="revTx" presStyleIdx="2" presStyleCnt="3">
        <dgm:presLayoutVars>
          <dgm:chMax val="1"/>
          <dgm:bulletEnabled val="1"/>
        </dgm:presLayoutVars>
      </dgm:prSet>
      <dgm:spPr/>
    </dgm:pt>
    <dgm:pt modelId="{108AEEEF-62C9-443B-9C0F-CD8A5EA95506}" type="pres">
      <dgm:prSet presAssocID="{62DE460D-4F14-4896-A29F-1CD30A53F4A0}" presName="bracket" presStyleLbl="parChTrans1D1" presStyleIdx="2" presStyleCnt="3"/>
      <dgm:spPr>
        <a:xfrm>
          <a:off x="2110879" y="3474798"/>
          <a:ext cx="421352" cy="1640924"/>
        </a:xfrm>
        <a:prstGeom prst="leftBrace">
          <a:avLst>
            <a:gd name="adj1" fmla="val 35000"/>
            <a:gd name="adj2" fmla="val 50000"/>
          </a:avLst>
        </a:prstGeom>
        <a:noFill/>
        <a:ln w="26425" cap="flat" cmpd="sng" algn="ctr">
          <a:solidFill>
            <a:srgbClr val="DDDDDD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</dgm:pt>
    <dgm:pt modelId="{E84CC0ED-916C-431A-9856-D5A6FED8FE3F}" type="pres">
      <dgm:prSet presAssocID="{62DE460D-4F14-4896-A29F-1CD30A53F4A0}" presName="spH" presStyleCnt="0"/>
      <dgm:spPr/>
    </dgm:pt>
    <dgm:pt modelId="{C3FB4AB9-4033-49C7-84AB-F5D9C7ACB1F3}" type="pres">
      <dgm:prSet presAssocID="{62DE460D-4F14-4896-A29F-1CD30A53F4A0}" presName="desTx" presStyleLbl="node1" presStyleIdx="2" presStyleCnt="3">
        <dgm:presLayoutVars>
          <dgm:bulletEnabled val="1"/>
        </dgm:presLayoutVars>
      </dgm:prSet>
      <dgm:spPr/>
    </dgm:pt>
  </dgm:ptLst>
  <dgm:cxnLst>
    <dgm:cxn modelId="{890DB62E-914D-4F2C-B819-9AB1F044E3E1}" srcId="{9F9ED7A1-E8AD-461C-8A1B-EB72AD668751}" destId="{F526AB29-D3AA-42F2-8B56-36AFA7FD2917}" srcOrd="1" destOrd="0" parTransId="{CC217894-5A84-4E0C-B469-734B63A2E8D0}" sibTransId="{4B6975E1-BD1F-4F64-A992-F51F5E946540}"/>
    <dgm:cxn modelId="{3558AD3F-1A89-4936-83B5-7183979C6CE8}" type="presOf" srcId="{9F9ED7A1-E8AD-461C-8A1B-EB72AD668751}" destId="{4FDFACB9-17E0-4EC7-B99C-6E666810A11E}" srcOrd="0" destOrd="0" presId="urn:diagrams.loki3.com/BracketList+Icon"/>
    <dgm:cxn modelId="{EDD8C75D-0A7F-4162-84F7-6D2AC6780286}" srcId="{F526AB29-D3AA-42F2-8B56-36AFA7FD2917}" destId="{6D87F60E-B5DC-411C-8557-B3B7BDF5BB70}" srcOrd="0" destOrd="0" parTransId="{C62AC980-250A-4358-9AEA-C442576E1CD5}" sibTransId="{3BED1C6C-D220-452C-A00E-B4FB6E1BD915}"/>
    <dgm:cxn modelId="{39D75941-9FDC-4052-8225-5C47BD2D439F}" type="presOf" srcId="{7097A1BC-2326-443B-A1EF-F121DBB05641}" destId="{E77E5C84-2386-48D7-A864-C4AA8D778325}" srcOrd="0" destOrd="0" presId="urn:diagrams.loki3.com/BracketList+Icon"/>
    <dgm:cxn modelId="{B14B059C-26E1-4DCC-978C-1DDEC669A112}" type="presOf" srcId="{EA126FAC-F269-4919-B146-880F8DB13529}" destId="{C3FB4AB9-4033-49C7-84AB-F5D9C7ACB1F3}" srcOrd="0" destOrd="0" presId="urn:diagrams.loki3.com/BracketList+Icon"/>
    <dgm:cxn modelId="{ED4C819D-A397-4C7C-9B6A-B44A05D924C0}" srcId="{62DE460D-4F14-4896-A29F-1CD30A53F4A0}" destId="{EA126FAC-F269-4919-B146-880F8DB13529}" srcOrd="0" destOrd="0" parTransId="{E1CBFC1D-B106-4331-A4AB-7B1BB860900B}" sibTransId="{60F3F3D0-75BD-4E4A-A100-DDD44A5B294F}"/>
    <dgm:cxn modelId="{C07AB3B0-4202-4238-B2E1-18DA85B9C73A}" type="presOf" srcId="{F526AB29-D3AA-42F2-8B56-36AFA7FD2917}" destId="{6F004262-C596-46DD-A075-A65F00D5FFC3}" srcOrd="0" destOrd="0" presId="urn:diagrams.loki3.com/BracketList+Icon"/>
    <dgm:cxn modelId="{A6908BBD-07F8-4A03-B20B-73B636D6D073}" type="presOf" srcId="{8AD39A7E-0314-4A14-A31B-AA6D5925E1AD}" destId="{83E6B16D-1F89-4D06-9804-2A6BEDAE28BC}" srcOrd="0" destOrd="0" presId="urn:diagrams.loki3.com/BracketList+Icon"/>
    <dgm:cxn modelId="{240D80CA-9E7F-402A-9047-3445101E452C}" type="presOf" srcId="{6D87F60E-B5DC-411C-8557-B3B7BDF5BB70}" destId="{EBF7CF18-F0AD-423C-A869-9C2B9FD66B81}" srcOrd="0" destOrd="0" presId="urn:diagrams.loki3.com/BracketList+Icon"/>
    <dgm:cxn modelId="{95D59CE4-93BE-41FC-B5A5-B15A21DD865B}" srcId="{7097A1BC-2326-443B-A1EF-F121DBB05641}" destId="{8AD39A7E-0314-4A14-A31B-AA6D5925E1AD}" srcOrd="0" destOrd="0" parTransId="{60C04F93-72ED-4203-BCC9-7B4D04AF5AF8}" sibTransId="{E7C8D491-64AF-4571-8A3E-136677120082}"/>
    <dgm:cxn modelId="{319E26EA-A6C4-426D-8653-7A73FD0E735B}" type="presOf" srcId="{62DE460D-4F14-4896-A29F-1CD30A53F4A0}" destId="{D2B5EC76-8A9C-46EF-846C-2F04AF1675C9}" srcOrd="0" destOrd="0" presId="urn:diagrams.loki3.com/BracketList+Icon"/>
    <dgm:cxn modelId="{F9E7C1F2-570B-4673-9C1B-E0EBB841224B}" srcId="{9F9ED7A1-E8AD-461C-8A1B-EB72AD668751}" destId="{62DE460D-4F14-4896-A29F-1CD30A53F4A0}" srcOrd="2" destOrd="0" parTransId="{E433B71C-D9DD-460B-8C6F-BCDD48A49282}" sibTransId="{7C263DC5-A80F-40F8-A4CA-9FBCA7BA0688}"/>
    <dgm:cxn modelId="{32B152F7-34BD-4A2D-8B32-6889A5BA4801}" srcId="{9F9ED7A1-E8AD-461C-8A1B-EB72AD668751}" destId="{7097A1BC-2326-443B-A1EF-F121DBB05641}" srcOrd="0" destOrd="0" parTransId="{EF85DB31-C87D-43C9-8782-7027C4397772}" sibTransId="{29D857F6-5CA6-4FE9-B856-BFB3E0C5BDE1}"/>
    <dgm:cxn modelId="{7AB8BB3C-F43E-4882-A5EC-163E2CA6E223}" type="presParOf" srcId="{4FDFACB9-17E0-4EC7-B99C-6E666810A11E}" destId="{CC32BE7C-76B5-4E47-B794-C49A60C92A96}" srcOrd="0" destOrd="0" presId="urn:diagrams.loki3.com/BracketList+Icon"/>
    <dgm:cxn modelId="{CA77790B-6080-4F76-B3D2-E3DD80FD181D}" type="presParOf" srcId="{CC32BE7C-76B5-4E47-B794-C49A60C92A96}" destId="{E77E5C84-2386-48D7-A864-C4AA8D778325}" srcOrd="0" destOrd="0" presId="urn:diagrams.loki3.com/BracketList+Icon"/>
    <dgm:cxn modelId="{81E62DA6-8A59-48B3-B44D-E3DF0EED37DE}" type="presParOf" srcId="{CC32BE7C-76B5-4E47-B794-C49A60C92A96}" destId="{C68A70CB-0A77-4BA9-8A90-4ACF33CEF0F7}" srcOrd="1" destOrd="0" presId="urn:diagrams.loki3.com/BracketList+Icon"/>
    <dgm:cxn modelId="{FF007B0C-1338-41A0-B4D4-A50637AF1F6B}" type="presParOf" srcId="{CC32BE7C-76B5-4E47-B794-C49A60C92A96}" destId="{8D822C8A-3359-44C2-8D87-917EC67D1F02}" srcOrd="2" destOrd="0" presId="urn:diagrams.loki3.com/BracketList+Icon"/>
    <dgm:cxn modelId="{ECDA1C68-51B0-41CD-B718-A55AB248FD6F}" type="presParOf" srcId="{CC32BE7C-76B5-4E47-B794-C49A60C92A96}" destId="{83E6B16D-1F89-4D06-9804-2A6BEDAE28BC}" srcOrd="3" destOrd="0" presId="urn:diagrams.loki3.com/BracketList+Icon"/>
    <dgm:cxn modelId="{CBD5B678-DF6E-4676-B06C-A6291AEC66FE}" type="presParOf" srcId="{4FDFACB9-17E0-4EC7-B99C-6E666810A11E}" destId="{8B483CAA-E1DB-4BBC-BA05-027ADED53DEC}" srcOrd="1" destOrd="0" presId="urn:diagrams.loki3.com/BracketList+Icon"/>
    <dgm:cxn modelId="{018A6F5A-4706-46DB-81AF-361667532FAA}" type="presParOf" srcId="{4FDFACB9-17E0-4EC7-B99C-6E666810A11E}" destId="{22203FEF-A712-48AB-BEDF-D71A08F15C0D}" srcOrd="2" destOrd="0" presId="urn:diagrams.loki3.com/BracketList+Icon"/>
    <dgm:cxn modelId="{52D97975-87AD-4B4E-AA8F-38A465BB6A19}" type="presParOf" srcId="{22203FEF-A712-48AB-BEDF-D71A08F15C0D}" destId="{6F004262-C596-46DD-A075-A65F00D5FFC3}" srcOrd="0" destOrd="0" presId="urn:diagrams.loki3.com/BracketList+Icon"/>
    <dgm:cxn modelId="{F4F6C37C-A7BB-484F-A6D7-EB3A4B063775}" type="presParOf" srcId="{22203FEF-A712-48AB-BEDF-D71A08F15C0D}" destId="{225C9024-0E6E-466C-A052-8A174A5CB2C9}" srcOrd="1" destOrd="0" presId="urn:diagrams.loki3.com/BracketList+Icon"/>
    <dgm:cxn modelId="{14B768ED-235D-4B0F-BEF4-6E09D3C303EC}" type="presParOf" srcId="{22203FEF-A712-48AB-BEDF-D71A08F15C0D}" destId="{72AAA458-3CB3-4E2A-8AAA-32B879D68C20}" srcOrd="2" destOrd="0" presId="urn:diagrams.loki3.com/BracketList+Icon"/>
    <dgm:cxn modelId="{CEE0D44C-BB8D-4ADD-8694-B6FA3AFA7DC9}" type="presParOf" srcId="{22203FEF-A712-48AB-BEDF-D71A08F15C0D}" destId="{EBF7CF18-F0AD-423C-A869-9C2B9FD66B81}" srcOrd="3" destOrd="0" presId="urn:diagrams.loki3.com/BracketList+Icon"/>
    <dgm:cxn modelId="{5E246995-72C5-4677-98F5-08AA4BE379EA}" type="presParOf" srcId="{4FDFACB9-17E0-4EC7-B99C-6E666810A11E}" destId="{45793388-6036-4643-AAC4-FCC81B4CF6E8}" srcOrd="3" destOrd="0" presId="urn:diagrams.loki3.com/BracketList+Icon"/>
    <dgm:cxn modelId="{D77F7C98-A0D2-4C88-998E-B691C215F827}" type="presParOf" srcId="{4FDFACB9-17E0-4EC7-B99C-6E666810A11E}" destId="{89B21BB6-A6F6-45E4-9691-A622BC038DBB}" srcOrd="4" destOrd="0" presId="urn:diagrams.loki3.com/BracketList+Icon"/>
    <dgm:cxn modelId="{9560C438-A47F-4789-BDFE-9AE2C0708ED3}" type="presParOf" srcId="{89B21BB6-A6F6-45E4-9691-A622BC038DBB}" destId="{D2B5EC76-8A9C-46EF-846C-2F04AF1675C9}" srcOrd="0" destOrd="0" presId="urn:diagrams.loki3.com/BracketList+Icon"/>
    <dgm:cxn modelId="{9B37A0A1-A620-42A8-A184-F7EDF70B1DFE}" type="presParOf" srcId="{89B21BB6-A6F6-45E4-9691-A622BC038DBB}" destId="{108AEEEF-62C9-443B-9C0F-CD8A5EA95506}" srcOrd="1" destOrd="0" presId="urn:diagrams.loki3.com/BracketList+Icon"/>
    <dgm:cxn modelId="{E11DD981-8711-46F2-A77E-949974941528}" type="presParOf" srcId="{89B21BB6-A6F6-45E4-9691-A622BC038DBB}" destId="{E84CC0ED-916C-431A-9856-D5A6FED8FE3F}" srcOrd="2" destOrd="0" presId="urn:diagrams.loki3.com/BracketList+Icon"/>
    <dgm:cxn modelId="{C372F80F-3D9E-46B7-AA00-BAD06DBD5C80}" type="presParOf" srcId="{89B21BB6-A6F6-45E4-9691-A622BC038DBB}" destId="{C3FB4AB9-4033-49C7-84AB-F5D9C7ACB1F3}" srcOrd="3" destOrd="0" presId="urn:diagrams.loki3.com/BracketLis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F57734-16F6-489B-A793-09FFB156EBAD}">
      <dsp:nvSpPr>
        <dsp:cNvPr id="0" name=""/>
        <dsp:cNvSpPr/>
      </dsp:nvSpPr>
      <dsp:spPr>
        <a:xfrm>
          <a:off x="2316377" y="2742295"/>
          <a:ext cx="2136567" cy="2136567"/>
        </a:xfrm>
        <a:prstGeom prst="ellipse">
          <a:avLst/>
        </a:prstGeom>
        <a:gradFill rotWithShape="1"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Идеология Просвещения</a:t>
          </a:r>
        </a:p>
      </dsp:txBody>
      <dsp:txXfrm>
        <a:off x="2629270" y="3055188"/>
        <a:ext cx="1510781" cy="1510781"/>
      </dsp:txXfrm>
    </dsp:sp>
    <dsp:sp modelId="{D3E83B96-FCDD-47F4-98ED-3DB9D5468479}">
      <dsp:nvSpPr>
        <dsp:cNvPr id="0" name=""/>
        <dsp:cNvSpPr/>
      </dsp:nvSpPr>
      <dsp:spPr>
        <a:xfrm rot="1951100">
          <a:off x="2055227" y="2463441"/>
          <a:ext cx="697340" cy="608921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38347-5548-4543-AFDC-33C35B8FD293}">
      <dsp:nvSpPr>
        <dsp:cNvPr id="0" name=""/>
        <dsp:cNvSpPr/>
      </dsp:nvSpPr>
      <dsp:spPr>
        <a:xfrm>
          <a:off x="4052" y="1342175"/>
          <a:ext cx="2029738" cy="1623791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Демократия («равенство»)</a:t>
          </a:r>
        </a:p>
      </dsp:txBody>
      <dsp:txXfrm>
        <a:off x="51611" y="1389734"/>
        <a:ext cx="1934620" cy="1528673"/>
      </dsp:txXfrm>
    </dsp:sp>
    <dsp:sp modelId="{A4DA0D8C-66A0-4D4F-9BC0-146920B719E5}">
      <dsp:nvSpPr>
        <dsp:cNvPr id="0" name=""/>
        <dsp:cNvSpPr/>
      </dsp:nvSpPr>
      <dsp:spPr>
        <a:xfrm rot="5400000">
          <a:off x="2914977" y="1950007"/>
          <a:ext cx="1010663" cy="608921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E53F4-47F4-4EA5-9283-22DFBDC7154C}">
      <dsp:nvSpPr>
        <dsp:cNvPr id="0" name=""/>
        <dsp:cNvSpPr/>
      </dsp:nvSpPr>
      <dsp:spPr>
        <a:xfrm>
          <a:off x="2369791" y="110649"/>
          <a:ext cx="2029738" cy="1623791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Либерализм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(«свобода»)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100" kern="1200" dirty="0"/>
        </a:p>
      </dsp:txBody>
      <dsp:txXfrm>
        <a:off x="2417350" y="158208"/>
        <a:ext cx="1934620" cy="1528673"/>
      </dsp:txXfrm>
    </dsp:sp>
    <dsp:sp modelId="{DAC4FEE1-8915-470E-ACF8-7E55CA2BB364}">
      <dsp:nvSpPr>
        <dsp:cNvPr id="0" name=""/>
        <dsp:cNvSpPr/>
      </dsp:nvSpPr>
      <dsp:spPr>
        <a:xfrm rot="8379358">
          <a:off x="3911501" y="2363093"/>
          <a:ext cx="848826" cy="603824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ADC48-6F99-4BA3-8B33-97D0AE7E29B6}">
      <dsp:nvSpPr>
        <dsp:cNvPr id="0" name=""/>
        <dsp:cNvSpPr/>
      </dsp:nvSpPr>
      <dsp:spPr>
        <a:xfrm>
          <a:off x="4735530" y="1342175"/>
          <a:ext cx="2029738" cy="1623791"/>
        </a:xfrm>
        <a:prstGeom prst="roundRect">
          <a:avLst>
            <a:gd name="adj" fmla="val 10000"/>
          </a:avLst>
        </a:prstGeom>
        <a:solidFill>
          <a:schemeClr val="lt1"/>
        </a:solidFill>
        <a:ln w="28575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Консерватизм («традиция»)</a:t>
          </a:r>
        </a:p>
      </dsp:txBody>
      <dsp:txXfrm>
        <a:off x="4783089" y="1389734"/>
        <a:ext cx="1934620" cy="15286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8C982C-49BB-42A5-93F9-CADE85265960}">
      <dsp:nvSpPr>
        <dsp:cNvPr id="0" name=""/>
        <dsp:cNvSpPr/>
      </dsp:nvSpPr>
      <dsp:spPr>
        <a:xfrm>
          <a:off x="0" y="5192800"/>
          <a:ext cx="9289602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0E28CC-A69D-4B85-A13D-E6C3DD5ABE35}">
      <dsp:nvSpPr>
        <dsp:cNvPr id="0" name=""/>
        <dsp:cNvSpPr/>
      </dsp:nvSpPr>
      <dsp:spPr>
        <a:xfrm>
          <a:off x="0" y="4189962"/>
          <a:ext cx="9289602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1F053B-614E-4BF8-A197-943C954F8E44}">
      <dsp:nvSpPr>
        <dsp:cNvPr id="0" name=""/>
        <dsp:cNvSpPr/>
      </dsp:nvSpPr>
      <dsp:spPr>
        <a:xfrm>
          <a:off x="0" y="3172909"/>
          <a:ext cx="9289602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642B85-3287-4DEB-B292-BF180B7B750E}">
      <dsp:nvSpPr>
        <dsp:cNvPr id="0" name=""/>
        <dsp:cNvSpPr/>
      </dsp:nvSpPr>
      <dsp:spPr>
        <a:xfrm>
          <a:off x="0" y="2222515"/>
          <a:ext cx="9289602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7C02D7-FFD1-407F-9590-4195D3A2844F}">
      <dsp:nvSpPr>
        <dsp:cNvPr id="0" name=""/>
        <dsp:cNvSpPr/>
      </dsp:nvSpPr>
      <dsp:spPr>
        <a:xfrm>
          <a:off x="0" y="1219255"/>
          <a:ext cx="9289602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F15E9D-32DB-462A-978C-458597B67E6C}">
      <dsp:nvSpPr>
        <dsp:cNvPr id="0" name=""/>
        <dsp:cNvSpPr/>
      </dsp:nvSpPr>
      <dsp:spPr>
        <a:xfrm>
          <a:off x="0" y="289743"/>
          <a:ext cx="9289602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1C51D2-6A09-4771-BAEE-9826D33E0C16}">
      <dsp:nvSpPr>
        <dsp:cNvPr id="0" name=""/>
        <dsp:cNvSpPr/>
      </dsp:nvSpPr>
      <dsp:spPr>
        <a:xfrm>
          <a:off x="2415296" y="73881"/>
          <a:ext cx="6874305" cy="2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Право покупать пахотные земли (но без крепостных) закреплено за недворянами</a:t>
          </a:r>
        </a:p>
      </dsp:txBody>
      <dsp:txXfrm>
        <a:off x="2415296" y="73881"/>
        <a:ext cx="6874305" cy="215861"/>
      </dsp:txXfrm>
    </dsp:sp>
    <dsp:sp modelId="{F060F900-2EFD-4130-A316-33CAAE83C4C7}">
      <dsp:nvSpPr>
        <dsp:cNvPr id="0" name=""/>
        <dsp:cNvSpPr/>
      </dsp:nvSpPr>
      <dsp:spPr>
        <a:xfrm>
          <a:off x="0" y="2972"/>
          <a:ext cx="2415296" cy="357680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Указ о покупке  земель (1801)</a:t>
          </a:r>
        </a:p>
      </dsp:txBody>
      <dsp:txXfrm>
        <a:off x="17464" y="20436"/>
        <a:ext cx="2380368" cy="340216"/>
      </dsp:txXfrm>
    </dsp:sp>
    <dsp:sp modelId="{51CC08EB-C1E3-4E2B-A73F-C04E14A0C65D}">
      <dsp:nvSpPr>
        <dsp:cNvPr id="0" name=""/>
        <dsp:cNvSpPr/>
      </dsp:nvSpPr>
      <dsp:spPr>
        <a:xfrm>
          <a:off x="0" y="360652"/>
          <a:ext cx="9289602" cy="43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Воспользовались купцы для создания мануфактур</a:t>
          </a:r>
        </a:p>
      </dsp:txBody>
      <dsp:txXfrm>
        <a:off x="0" y="360652"/>
        <a:ext cx="9289602" cy="431788"/>
      </dsp:txXfrm>
    </dsp:sp>
    <dsp:sp modelId="{2D0EE734-CCD4-49E2-BCFA-2C26CAB79AAE}">
      <dsp:nvSpPr>
        <dsp:cNvPr id="0" name=""/>
        <dsp:cNvSpPr/>
      </dsp:nvSpPr>
      <dsp:spPr>
        <a:xfrm>
          <a:off x="2415296" y="1003393"/>
          <a:ext cx="6874305" cy="2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Объявления о продаже запрещено помещать в газетах . Объявлений о передаче в услужение дворовых это не коснулось  </a:t>
          </a:r>
        </a:p>
      </dsp:txBody>
      <dsp:txXfrm>
        <a:off x="2415296" y="1003393"/>
        <a:ext cx="6874305" cy="215861"/>
      </dsp:txXfrm>
    </dsp:sp>
    <dsp:sp modelId="{2B355D37-A5C2-4CBB-AC86-DC0594E8E886}">
      <dsp:nvSpPr>
        <dsp:cNvPr id="0" name=""/>
        <dsp:cNvSpPr/>
      </dsp:nvSpPr>
      <dsp:spPr>
        <a:xfrm>
          <a:off x="0" y="803234"/>
          <a:ext cx="2415296" cy="616179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Запрет на публикации о продаже крепостных (1801)</a:t>
          </a:r>
        </a:p>
      </dsp:txBody>
      <dsp:txXfrm>
        <a:off x="30085" y="833319"/>
        <a:ext cx="2355126" cy="586094"/>
      </dsp:txXfrm>
    </dsp:sp>
    <dsp:sp modelId="{201F1087-4902-4B32-9D96-A252EAE04AC1}">
      <dsp:nvSpPr>
        <dsp:cNvPr id="0" name=""/>
        <dsp:cNvSpPr/>
      </dsp:nvSpPr>
      <dsp:spPr>
        <a:xfrm>
          <a:off x="0" y="1419413"/>
          <a:ext cx="9289602" cy="43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Мотивация: стыдно перед цивилизованными странами</a:t>
          </a:r>
        </a:p>
      </dsp:txBody>
      <dsp:txXfrm>
        <a:off x="0" y="1419413"/>
        <a:ext cx="9289602" cy="431788"/>
      </dsp:txXfrm>
    </dsp:sp>
    <dsp:sp modelId="{70FF1AD1-3BD5-4B6A-A86C-D13AEE34F18D}">
      <dsp:nvSpPr>
        <dsp:cNvPr id="0" name=""/>
        <dsp:cNvSpPr/>
      </dsp:nvSpPr>
      <dsp:spPr>
        <a:xfrm>
          <a:off x="2415296" y="2006654"/>
          <a:ext cx="6874305" cy="2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Объявление при вступлении на престол. </a:t>
          </a:r>
        </a:p>
      </dsp:txBody>
      <dsp:txXfrm>
        <a:off x="2415296" y="2006654"/>
        <a:ext cx="6874305" cy="215861"/>
      </dsp:txXfrm>
    </dsp:sp>
    <dsp:sp modelId="{2EA7C935-DD7E-4034-953E-48F65E1D0720}">
      <dsp:nvSpPr>
        <dsp:cNvPr id="0" name=""/>
        <dsp:cNvSpPr/>
      </dsp:nvSpPr>
      <dsp:spPr>
        <a:xfrm>
          <a:off x="0" y="1861995"/>
          <a:ext cx="2415296" cy="505179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Прекращение раздачи государственных крестьян</a:t>
          </a:r>
        </a:p>
      </dsp:txBody>
      <dsp:txXfrm>
        <a:off x="24665" y="1886660"/>
        <a:ext cx="2365966" cy="480514"/>
      </dsp:txXfrm>
    </dsp:sp>
    <dsp:sp modelId="{D971D42F-CCD9-4531-BE8B-E32B3A94FCEC}">
      <dsp:nvSpPr>
        <dsp:cNvPr id="0" name=""/>
        <dsp:cNvSpPr/>
      </dsp:nvSpPr>
      <dsp:spPr>
        <a:xfrm>
          <a:off x="0" y="2367174"/>
          <a:ext cx="9289602" cy="43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Нарушено в 1810-1811 гг., когда были проданы более 10 тыс. государственных крестьян.</a:t>
          </a:r>
        </a:p>
      </dsp:txBody>
      <dsp:txXfrm>
        <a:off x="0" y="2367174"/>
        <a:ext cx="9289602" cy="431788"/>
      </dsp:txXfrm>
    </dsp:sp>
    <dsp:sp modelId="{F89C3839-7218-459B-8984-0EF9E18E782F}">
      <dsp:nvSpPr>
        <dsp:cNvPr id="0" name=""/>
        <dsp:cNvSpPr/>
      </dsp:nvSpPr>
      <dsp:spPr>
        <a:xfrm>
          <a:off x="2415296" y="2957048"/>
          <a:ext cx="6874305" cy="2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1400" kern="1200" dirty="0"/>
            <a:t>Право помещиков отпускать на волю крепостных с землей.</a:t>
          </a:r>
        </a:p>
      </dsp:txBody>
      <dsp:txXfrm>
        <a:off x="2415296" y="2957048"/>
        <a:ext cx="6874305" cy="215861"/>
      </dsp:txXfrm>
    </dsp:sp>
    <dsp:sp modelId="{1A4DA14B-AAC1-444D-AF2C-AE0AB0B62218}">
      <dsp:nvSpPr>
        <dsp:cNvPr id="0" name=""/>
        <dsp:cNvSpPr/>
      </dsp:nvSpPr>
      <dsp:spPr>
        <a:xfrm>
          <a:off x="0" y="2809755"/>
          <a:ext cx="2415296" cy="510446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1200" kern="1200" dirty="0"/>
            <a:t>Указ о вольных хлебопашцах (1803)</a:t>
          </a:r>
        </a:p>
      </dsp:txBody>
      <dsp:txXfrm>
        <a:off x="24922" y="2834677"/>
        <a:ext cx="2365452" cy="485524"/>
      </dsp:txXfrm>
    </dsp:sp>
    <dsp:sp modelId="{F663BE5B-021E-4C5D-B00F-74786B60D0A3}">
      <dsp:nvSpPr>
        <dsp:cNvPr id="0" name=""/>
        <dsp:cNvSpPr/>
      </dsp:nvSpPr>
      <dsp:spPr>
        <a:xfrm>
          <a:off x="0" y="3320202"/>
          <a:ext cx="9289602" cy="43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0" marR="0" lvl="1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1400" kern="1200" dirty="0"/>
            <a:t>Отпущено 47 тыс. человек (меньше 0,5%).</a:t>
          </a:r>
        </a:p>
      </dsp:txBody>
      <dsp:txXfrm>
        <a:off x="0" y="3320202"/>
        <a:ext cx="9289602" cy="431788"/>
      </dsp:txXfrm>
    </dsp:sp>
    <dsp:sp modelId="{C4B5FE97-31B5-4343-9A68-A379EC65D81B}">
      <dsp:nvSpPr>
        <dsp:cNvPr id="0" name=""/>
        <dsp:cNvSpPr/>
      </dsp:nvSpPr>
      <dsp:spPr>
        <a:xfrm>
          <a:off x="2415296" y="3974100"/>
          <a:ext cx="6874305" cy="2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Освобождение без земли.</a:t>
          </a:r>
        </a:p>
      </dsp:txBody>
      <dsp:txXfrm>
        <a:off x="2415296" y="3974100"/>
        <a:ext cx="6874305" cy="215861"/>
      </dsp:txXfrm>
    </dsp:sp>
    <dsp:sp modelId="{E6E5EEB5-893A-4B80-B6FB-AF1D99F050FE}">
      <dsp:nvSpPr>
        <dsp:cNvPr id="0" name=""/>
        <dsp:cNvSpPr/>
      </dsp:nvSpPr>
      <dsp:spPr>
        <a:xfrm>
          <a:off x="0" y="3762783"/>
          <a:ext cx="2415296" cy="638495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Начало освобождения от крепостного права крестьян  Лифляндии и Эстляндии (1804)</a:t>
          </a:r>
        </a:p>
      </dsp:txBody>
      <dsp:txXfrm>
        <a:off x="31174" y="3793957"/>
        <a:ext cx="2352948" cy="607321"/>
      </dsp:txXfrm>
    </dsp:sp>
    <dsp:sp modelId="{AA6939AB-AE9D-4EBB-804B-DA63F04AE43E}">
      <dsp:nvSpPr>
        <dsp:cNvPr id="0" name=""/>
        <dsp:cNvSpPr/>
      </dsp:nvSpPr>
      <dsp:spPr>
        <a:xfrm>
          <a:off x="0" y="4401278"/>
          <a:ext cx="9289602" cy="43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Мотивация – просьба помещиков.</a:t>
          </a:r>
        </a:p>
      </dsp:txBody>
      <dsp:txXfrm>
        <a:off x="0" y="4401278"/>
        <a:ext cx="9289602" cy="431788"/>
      </dsp:txXfrm>
    </dsp:sp>
    <dsp:sp modelId="{07A56FF7-5F60-49C0-923A-8B8B5C4D030C}">
      <dsp:nvSpPr>
        <dsp:cNvPr id="0" name=""/>
        <dsp:cNvSpPr/>
      </dsp:nvSpPr>
      <dsp:spPr>
        <a:xfrm>
          <a:off x="2415296" y="4976938"/>
          <a:ext cx="6874305" cy="2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Запрещено ссылать крепостных крестьян на каторгу и в Сибирь за «маловажные» преступления.</a:t>
          </a:r>
        </a:p>
      </dsp:txBody>
      <dsp:txXfrm>
        <a:off x="2415296" y="4976938"/>
        <a:ext cx="6874305" cy="215861"/>
      </dsp:txXfrm>
    </dsp:sp>
    <dsp:sp modelId="{443F60D8-CFEA-4682-885C-83461AD43A37}">
      <dsp:nvSpPr>
        <dsp:cNvPr id="0" name=""/>
        <dsp:cNvSpPr/>
      </dsp:nvSpPr>
      <dsp:spPr>
        <a:xfrm>
          <a:off x="0" y="4843860"/>
          <a:ext cx="2415296" cy="482019"/>
        </a:xfrm>
        <a:prstGeom prst="round2SameRect">
          <a:avLst>
            <a:gd name="adj1" fmla="val 16670"/>
            <a:gd name="adj2" fmla="val 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Запрет на ссылку в Сибирь (1809)</a:t>
          </a:r>
        </a:p>
      </dsp:txBody>
      <dsp:txXfrm>
        <a:off x="23534" y="4867394"/>
        <a:ext cx="2368228" cy="458485"/>
      </dsp:txXfrm>
    </dsp:sp>
    <dsp:sp modelId="{14BB31C4-5074-40FB-BEC0-5D7EC0D57CDE}">
      <dsp:nvSpPr>
        <dsp:cNvPr id="0" name=""/>
        <dsp:cNvSpPr/>
      </dsp:nvSpPr>
      <dsp:spPr>
        <a:xfrm>
          <a:off x="0" y="5325879"/>
          <a:ext cx="9289602" cy="43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Возобновлено в 1822 г.</a:t>
          </a:r>
        </a:p>
      </dsp:txBody>
      <dsp:txXfrm>
        <a:off x="0" y="5325879"/>
        <a:ext cx="9289602" cy="4317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7E5C84-2386-48D7-A864-C4AA8D778325}">
      <dsp:nvSpPr>
        <dsp:cNvPr id="0" name=""/>
        <dsp:cNvSpPr/>
      </dsp:nvSpPr>
      <dsp:spPr>
        <a:xfrm>
          <a:off x="4118" y="926279"/>
          <a:ext cx="2106760" cy="35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Самодержавие</a:t>
          </a:r>
        </a:p>
      </dsp:txBody>
      <dsp:txXfrm>
        <a:off x="4118" y="926279"/>
        <a:ext cx="2106760" cy="356400"/>
      </dsp:txXfrm>
    </dsp:sp>
    <dsp:sp modelId="{C68A70CB-0A77-4BA9-8A90-4ACF33CEF0F7}">
      <dsp:nvSpPr>
        <dsp:cNvPr id="0" name=""/>
        <dsp:cNvSpPr/>
      </dsp:nvSpPr>
      <dsp:spPr>
        <a:xfrm>
          <a:off x="2110879" y="79829"/>
          <a:ext cx="421352" cy="2049300"/>
        </a:xfrm>
        <a:prstGeom prst="leftBrace">
          <a:avLst>
            <a:gd name="adj1" fmla="val 35000"/>
            <a:gd name="adj2" fmla="val 50000"/>
          </a:avLst>
        </a:prstGeom>
        <a:noFill/>
        <a:ln w="26425" cap="flat" cmpd="sng" algn="ctr">
          <a:solidFill>
            <a:srgbClr val="DDDDDD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E6B16D-1F89-4D06-9804-2A6BEDAE28BC}">
      <dsp:nvSpPr>
        <dsp:cNvPr id="0" name=""/>
        <dsp:cNvSpPr/>
      </dsp:nvSpPr>
      <dsp:spPr>
        <a:xfrm>
          <a:off x="2700772" y="79829"/>
          <a:ext cx="5730388" cy="2049300"/>
        </a:xfrm>
        <a:prstGeom prst="rect">
          <a:avLst/>
        </a:prstGeom>
        <a:gradFill rotWithShape="1">
          <a:gsLst>
            <a:gs pos="0">
              <a:srgbClr val="DDDDDD">
                <a:tint val="50000"/>
                <a:shade val="86000"/>
                <a:satMod val="140000"/>
              </a:srgbClr>
            </a:gs>
            <a:gs pos="45000">
              <a:srgbClr val="DDDDDD">
                <a:tint val="48000"/>
                <a:satMod val="150000"/>
              </a:srgbClr>
            </a:gs>
            <a:gs pos="100000">
              <a:srgbClr val="DDDDDD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DDDDDD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kern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«Самодержавие основало и воскресило Россию: с переменою Государственного Устава ее она гибла и должна погибнуть, составленная из частей столь многих и разных, из коих всякая имеет свои  особенные гражданские пользы. Что, кроме единовластия неограниченного, может в сей махине производить единство действия?»  Н.М.  Карамзин «О древней и новой России». 1811.</a:t>
          </a:r>
        </a:p>
      </dsp:txBody>
      <dsp:txXfrm>
        <a:off x="2700772" y="79829"/>
        <a:ext cx="5730388" cy="2049300"/>
      </dsp:txXfrm>
    </dsp:sp>
    <dsp:sp modelId="{6F004262-C596-46DD-A075-A65F00D5FFC3}">
      <dsp:nvSpPr>
        <dsp:cNvPr id="0" name=""/>
        <dsp:cNvSpPr/>
      </dsp:nvSpPr>
      <dsp:spPr>
        <a:xfrm>
          <a:off x="4118" y="2561466"/>
          <a:ext cx="2106760" cy="35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Православие</a:t>
          </a:r>
        </a:p>
      </dsp:txBody>
      <dsp:txXfrm>
        <a:off x="4118" y="2561466"/>
        <a:ext cx="2106760" cy="356400"/>
      </dsp:txXfrm>
    </dsp:sp>
    <dsp:sp modelId="{225C9024-0E6E-466C-A052-8A174A5CB2C9}">
      <dsp:nvSpPr>
        <dsp:cNvPr id="0" name=""/>
        <dsp:cNvSpPr/>
      </dsp:nvSpPr>
      <dsp:spPr>
        <a:xfrm>
          <a:off x="2110879" y="2193929"/>
          <a:ext cx="421352" cy="1091475"/>
        </a:xfrm>
        <a:prstGeom prst="leftBrace">
          <a:avLst>
            <a:gd name="adj1" fmla="val 35000"/>
            <a:gd name="adj2" fmla="val 50000"/>
          </a:avLst>
        </a:prstGeom>
        <a:noFill/>
        <a:ln w="26425" cap="flat" cmpd="sng" algn="ctr">
          <a:solidFill>
            <a:srgbClr val="DDDDDD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F7CF18-F0AD-423C-A869-9C2B9FD66B81}">
      <dsp:nvSpPr>
        <dsp:cNvPr id="0" name=""/>
        <dsp:cNvSpPr/>
      </dsp:nvSpPr>
      <dsp:spPr>
        <a:xfrm>
          <a:off x="2700772" y="2193929"/>
          <a:ext cx="5730388" cy="1091475"/>
        </a:xfrm>
        <a:prstGeom prst="rect">
          <a:avLst/>
        </a:prstGeom>
        <a:gradFill rotWithShape="1">
          <a:gsLst>
            <a:gs pos="0">
              <a:srgbClr val="DDDDDD">
                <a:tint val="50000"/>
                <a:shade val="86000"/>
                <a:satMod val="140000"/>
              </a:srgbClr>
            </a:gs>
            <a:gs pos="45000">
              <a:srgbClr val="DDDDDD">
                <a:tint val="48000"/>
                <a:satMod val="150000"/>
              </a:srgbClr>
            </a:gs>
            <a:gs pos="100000">
              <a:srgbClr val="DDDDDD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DDDDDD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kern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«Лучшая теория права — добрая нравственность, и она должна быть в сердце независимо от этих отвлеченностей и иметь своим основанием религию».  Николай </a:t>
          </a:r>
          <a:r>
            <a:rPr lang="en-US" sz="1800" kern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I</a:t>
          </a:r>
          <a:r>
            <a:rPr lang="ru-RU" sz="1800" kern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.</a:t>
          </a:r>
        </a:p>
      </dsp:txBody>
      <dsp:txXfrm>
        <a:off x="2700772" y="2193929"/>
        <a:ext cx="5730388" cy="1091475"/>
      </dsp:txXfrm>
    </dsp:sp>
    <dsp:sp modelId="{D2B5EC76-8A9C-46EF-846C-2F04AF1675C9}">
      <dsp:nvSpPr>
        <dsp:cNvPr id="0" name=""/>
        <dsp:cNvSpPr/>
      </dsp:nvSpPr>
      <dsp:spPr>
        <a:xfrm>
          <a:off x="4118" y="4085279"/>
          <a:ext cx="2106760" cy="35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Народность</a:t>
          </a:r>
        </a:p>
      </dsp:txBody>
      <dsp:txXfrm>
        <a:off x="4118" y="4085279"/>
        <a:ext cx="2106760" cy="356400"/>
      </dsp:txXfrm>
    </dsp:sp>
    <dsp:sp modelId="{108AEEEF-62C9-443B-9C0F-CD8A5EA95506}">
      <dsp:nvSpPr>
        <dsp:cNvPr id="0" name=""/>
        <dsp:cNvSpPr/>
      </dsp:nvSpPr>
      <dsp:spPr>
        <a:xfrm>
          <a:off x="2110879" y="3350204"/>
          <a:ext cx="421352" cy="1826550"/>
        </a:xfrm>
        <a:prstGeom prst="leftBrace">
          <a:avLst>
            <a:gd name="adj1" fmla="val 35000"/>
            <a:gd name="adj2" fmla="val 50000"/>
          </a:avLst>
        </a:prstGeom>
        <a:noFill/>
        <a:ln w="26425" cap="flat" cmpd="sng" algn="ctr">
          <a:solidFill>
            <a:srgbClr val="DDDDDD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FB4AB9-4033-49C7-84AB-F5D9C7ACB1F3}">
      <dsp:nvSpPr>
        <dsp:cNvPr id="0" name=""/>
        <dsp:cNvSpPr/>
      </dsp:nvSpPr>
      <dsp:spPr>
        <a:xfrm>
          <a:off x="2700772" y="3350204"/>
          <a:ext cx="5730388" cy="1826550"/>
        </a:xfrm>
        <a:prstGeom prst="rect">
          <a:avLst/>
        </a:prstGeom>
        <a:gradFill rotWithShape="1">
          <a:gsLst>
            <a:gs pos="0">
              <a:srgbClr val="DDDDDD">
                <a:tint val="50000"/>
                <a:shade val="86000"/>
                <a:satMod val="140000"/>
              </a:srgbClr>
            </a:gs>
            <a:gs pos="45000">
              <a:srgbClr val="DDDDDD">
                <a:tint val="48000"/>
                <a:satMod val="150000"/>
              </a:srgbClr>
            </a:gs>
            <a:gs pos="100000">
              <a:srgbClr val="DDDDDD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DDDDDD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kern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«…довольно, если мы сохраним неприкосновенным святилище наших народных понятий; если примем их за основную мысль правительства, особенно в отношении к отечественному воспитанию. С.С. Уваров «Доклад о десятилетней деятельности Министерства народного просвещения». 1833 г.</a:t>
          </a:r>
        </a:p>
      </dsp:txBody>
      <dsp:txXfrm>
        <a:off x="2700772" y="3350204"/>
        <a:ext cx="5730388" cy="18265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abList">
  <dgm:title val="Список вкладок"/>
  <dgm:desc val="Служит для отображения непоследовательных или сгруппированных блоков данных. Рекомендуется использовать для списков с текстом уровня 1 небольшого объема. Первый текст уровня 2 отображается рядом с текстом уровня 1, а остальной текст уровня 2 — под текстом уровня 1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BracketList+Icon">
  <dgm:title val="Список с вертикальной скобкой"/>
  <dgm:desc val="Служит для отображения сгруппированных блоков данных.  Хорошо подходит для размещения большого количества текста уровня 2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3" name="Дата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Нижний колонтитул 3"/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Номер слайда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C2918B38-9E40-455D-AECA-13272FE3513B}" type="slidenum">
              <a:t>‹#›</a:t>
            </a:fld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180364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4" name="Верхний колонтитул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5" name="Дата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algn="r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algn="r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fld id="{DAB055D2-F832-4890-9E65-76E8CE6BD829}" type="slidenum"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4707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ru-RU" sz="2000" b="0" i="0" u="none" strike="noStrike" kern="1200">
        <a:ln>
          <a:noFill/>
        </a:ln>
        <a:latin typeface="Arial" pitchFamily="18"/>
        <a:ea typeface="Microsoft YaHei" pitchFamily="2"/>
        <a:cs typeface="Mang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671972"/>
            <a:ext cx="8568531" cy="470379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5459765"/>
            <a:ext cx="7056438" cy="1343942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/>
            <a:fld id="{41ED556D-93BD-4C97-8635-0ED10A8E8F38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/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8DDBBBC-56B5-48CC-8007-B1A7C8A4A8BB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1511936"/>
            <a:ext cx="8568531" cy="2761381"/>
          </a:xfrm>
        </p:spPr>
        <p:txBody>
          <a:bodyPr anchor="b"/>
          <a:lstStyle>
            <a:lvl1pPr algn="ctr" defTabSz="100794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3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4485058"/>
            <a:ext cx="8568531" cy="1247696"/>
          </a:xfrm>
        </p:spPr>
        <p:txBody>
          <a:bodyPr anchor="t"/>
          <a:lstStyle>
            <a:lvl1pPr marL="0" indent="0" algn="ct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397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CB3C2D0-1ACB-4230-B074-362E07E6A1C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4956307" y="4325814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176821" y="4325814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736844" y="4325814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4318" y="1763925"/>
            <a:ext cx="4452276" cy="4989036"/>
          </a:xfrm>
        </p:spPr>
        <p:txBody>
          <a:bodyPr/>
          <a:lstStyle>
            <a:lvl1pPr>
              <a:defRPr sz="26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55D32C6-8D01-4974-90E5-A1E781FC9F4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3225" y="1763924"/>
            <a:ext cx="4455636" cy="49893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763924"/>
            <a:ext cx="4454027" cy="671971"/>
          </a:xfrm>
        </p:spPr>
        <p:txBody>
          <a:bodyPr anchor="b">
            <a:noAutofit/>
          </a:bodyPr>
          <a:lstStyle>
            <a:lvl1pPr marL="0" indent="0" algn="ctr">
              <a:buNone/>
              <a:defRPr sz="2600" b="0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4318" y="1763924"/>
            <a:ext cx="4455776" cy="671971"/>
          </a:xfrm>
        </p:spPr>
        <p:txBody>
          <a:bodyPr anchor="b">
            <a:noAutofit/>
          </a:bodyPr>
          <a:lstStyle>
            <a:lvl1pPr marL="0" indent="0" algn="ctr">
              <a:buNone/>
              <a:defRPr sz="2600" b="0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184A70A-9F23-4F11-A41B-244E9A21B3F5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504031" y="2439255"/>
            <a:ext cx="4455636" cy="431405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5151200" y="2439256"/>
            <a:ext cx="4455636" cy="431356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47E4DB9-282D-4551-B331-EAB59DC9D598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B962B78-11CA-479D-9A18-0CABBDC1B1F8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2154" y="293987"/>
            <a:ext cx="3316456" cy="2309901"/>
          </a:xfrm>
        </p:spPr>
        <p:txBody>
          <a:bodyPr anchor="b"/>
          <a:lstStyle>
            <a:lvl1pPr algn="ctr">
              <a:lnSpc>
                <a:spcPct val="100000"/>
              </a:lnSpc>
              <a:defRPr sz="31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799" y="300988"/>
            <a:ext cx="5507592" cy="6451973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2154" y="2687885"/>
            <a:ext cx="3316456" cy="4065076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8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809C948-01A3-4A8C-986B-CAE9FC8BCB5B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1616" y="251989"/>
            <a:ext cx="6296889" cy="986958"/>
          </a:xfrm>
        </p:spPr>
        <p:txBody>
          <a:bodyPr anchor="b"/>
          <a:lstStyle>
            <a:lvl1pPr algn="ctr">
              <a:lnSpc>
                <a:spcPct val="100000"/>
              </a:lnSpc>
              <a:defRPr sz="31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2604" y="1259946"/>
            <a:ext cx="6674913" cy="5005660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500"/>
            </a:lvl1pPr>
            <a:lvl2pPr marL="503972" indent="0">
              <a:buNone/>
              <a:defRPr sz="3100"/>
            </a:lvl2pPr>
            <a:lvl3pPr marL="1007943" indent="0">
              <a:buNone/>
              <a:defRPr sz="2600"/>
            </a:lvl3pPr>
            <a:lvl4pPr marL="1511915" indent="0">
              <a:buNone/>
              <a:defRPr sz="2200"/>
            </a:lvl4pPr>
            <a:lvl5pPr marL="2015886" indent="0">
              <a:buNone/>
              <a:defRPr sz="2200"/>
            </a:lvl5pPr>
            <a:lvl6pPr marL="2519858" indent="0">
              <a:buNone/>
              <a:defRPr sz="2200"/>
            </a:lvl6pPr>
            <a:lvl7pPr marL="3023829" indent="0">
              <a:buNone/>
              <a:defRPr sz="2200"/>
            </a:lvl7pPr>
            <a:lvl8pPr marL="3527801" indent="0">
              <a:buNone/>
              <a:defRPr sz="2200"/>
            </a:lvl8pPr>
            <a:lvl9pPr marL="4031772" indent="0">
              <a:buNone/>
              <a:defRPr sz="22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51616" y="6404725"/>
            <a:ext cx="6296889" cy="58797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7D11D7E-D6E0-4559-BC99-C48678CFD4E3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9A6DB8C-4046-4D2C-8258-3E0C3F9DD97A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453" y="302738"/>
            <a:ext cx="2268141" cy="645022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4031" y="302738"/>
            <a:ext cx="6636411" cy="645022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D840555-85C2-45C2-A104-B31982BAF54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31" y="0"/>
            <a:ext cx="9072563" cy="1763924"/>
          </a:xfrm>
          <a:prstGeom prst="rect">
            <a:avLst/>
          </a:prstGeom>
        </p:spPr>
        <p:txBody>
          <a:bodyPr vert="horz" lIns="100794" tIns="50397" rIns="100794" bIns="50397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763925"/>
            <a:ext cx="9072563" cy="4989036"/>
          </a:xfrm>
          <a:prstGeom prst="rect">
            <a:avLst/>
          </a:prstGeom>
        </p:spPr>
        <p:txBody>
          <a:bodyPr vert="horz" lIns="100794" tIns="50397" rIns="100794" bIns="50397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15149" y="7006699"/>
            <a:ext cx="2299643" cy="402483"/>
          </a:xfrm>
          <a:prstGeom prst="rect">
            <a:avLst/>
          </a:prstGeom>
        </p:spPr>
        <p:txBody>
          <a:bodyPr vert="horz" lIns="100794" tIns="50397" rIns="50397" bIns="50397" rtlCol="0" anchor="ctr"/>
          <a:lstStyle>
            <a:lvl1pPr algn="r"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684" y="7006699"/>
            <a:ext cx="3139695" cy="402483"/>
          </a:xfrm>
          <a:prstGeom prst="rect">
            <a:avLst/>
          </a:prstGeom>
        </p:spPr>
        <p:txBody>
          <a:bodyPr vert="horz" lIns="50397" tIns="50397" rIns="100794" bIns="50397" rtlCol="0" anchor="ctr"/>
          <a:lstStyle>
            <a:lvl1pPr algn="l"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18371" y="7006699"/>
            <a:ext cx="619538" cy="402483"/>
          </a:xfrm>
          <a:prstGeom prst="rect">
            <a:avLst/>
          </a:prstGeom>
        </p:spPr>
        <p:txBody>
          <a:bodyPr vert="horz" lIns="30238" tIns="50397" rIns="50397" bIns="50397" rtlCol="0" anchor="ctr"/>
          <a:lstStyle>
            <a:lvl1pPr algn="l"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fld id="{1993CE47-2658-438C-AFA8-BE580FEE967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9324093" y="7164367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marL="0" algn="ctr" defTabSz="1007943" rtl="0" eaLnBrk="1" latinLnBrk="0" hangingPunct="1"/>
            <a:endParaRPr lang="en-US" sz="20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627414" y="7164367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007943" rtl="0" eaLnBrk="1" latinLnBrk="0" hangingPunct="1">
        <a:lnSpc>
          <a:spcPts val="6393"/>
        </a:lnSpc>
        <a:spcBef>
          <a:spcPct val="0"/>
        </a:spcBef>
        <a:buNone/>
        <a:defRPr sz="60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77979" indent="-377979" algn="l" defTabSz="1007943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818954" indent="-314982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259929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763900" indent="-251986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267872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771844" indent="-251986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3275815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779787" indent="-251986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4283758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755650" y="2347914"/>
            <a:ext cx="8569325" cy="1143892"/>
          </a:xfrm>
        </p:spPr>
        <p:txBody>
          <a:bodyPr/>
          <a:lstStyle/>
          <a:p>
            <a:pPr>
              <a:buNone/>
            </a:pPr>
            <a:r>
              <a:rPr lang="ru-RU" sz="4800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Palatino Linotype"/>
                <a:ea typeface="+mj-ea"/>
                <a:cs typeface="+mj-cs"/>
              </a:rPr>
              <a:t>История России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1512094" y="4499917"/>
            <a:ext cx="7056438" cy="1584176"/>
          </a:xfrm>
        </p:spPr>
        <p:txBody>
          <a:bodyPr/>
          <a:lstStyle/>
          <a:p>
            <a:r>
              <a:rPr lang="ru-RU" dirty="0"/>
              <a:t>Лекция 15</a:t>
            </a:r>
          </a:p>
          <a:p>
            <a:r>
              <a:rPr lang="ru-RU" dirty="0"/>
              <a:t>Российская империя</a:t>
            </a:r>
          </a:p>
          <a:p>
            <a:r>
              <a:rPr lang="ru-RU" dirty="0"/>
              <a:t>в первой половине </a:t>
            </a:r>
            <a:r>
              <a:rPr lang="en-US" dirty="0"/>
              <a:t>XIX </a:t>
            </a:r>
            <a:r>
              <a:rPr lang="ru-RU" dirty="0"/>
              <a:t>века </a:t>
            </a:r>
          </a:p>
        </p:txBody>
      </p:sp>
    </p:spTree>
    <p:extLst>
      <p:ext uri="{BB962C8B-B14F-4D97-AF65-F5344CB8AC3E}">
        <p14:creationId xmlns:p14="http://schemas.microsoft.com/office/powerpoint/2010/main" val="4273649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467468"/>
            <a:ext cx="9072563" cy="79208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600" dirty="0"/>
              <a:t>Два государя – две модели абсолютизма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888" y="1547589"/>
            <a:ext cx="2952328" cy="4309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863848" y="6156101"/>
            <a:ext cx="3456384" cy="6480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Александр – «либеральная» монархия.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255" y="1547589"/>
            <a:ext cx="2935457" cy="4309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Скругленный прямоугольник 4"/>
          <p:cNvSpPr/>
          <p:nvPr/>
        </p:nvSpPr>
        <p:spPr>
          <a:xfrm>
            <a:off x="5616376" y="6084093"/>
            <a:ext cx="3528392" cy="72008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Николай </a:t>
            </a:r>
            <a:r>
              <a:rPr lang="en-US" dirty="0"/>
              <a:t>I – </a:t>
            </a:r>
            <a:r>
              <a:rPr lang="ru-RU" dirty="0"/>
              <a:t>«охранительная» монархия</a:t>
            </a:r>
          </a:p>
        </p:txBody>
      </p:sp>
    </p:spTree>
    <p:extLst>
      <p:ext uri="{BB962C8B-B14F-4D97-AF65-F5344CB8AC3E}">
        <p14:creationId xmlns:p14="http://schemas.microsoft.com/office/powerpoint/2010/main" val="335172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251444"/>
            <a:ext cx="9072563" cy="720081"/>
          </a:xfrm>
        </p:spPr>
        <p:txBody>
          <a:bodyPr/>
          <a:lstStyle/>
          <a:p>
            <a:r>
              <a:rPr lang="ru-RU" sz="3600" dirty="0"/>
              <a:t>Становление новых идеологий в </a:t>
            </a:r>
            <a:r>
              <a:rPr lang="en-US" sz="3600" dirty="0"/>
              <a:t>XIX </a:t>
            </a:r>
            <a:r>
              <a:rPr lang="ru-RU" sz="3600" dirty="0"/>
              <a:t>веке 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4381965"/>
              </p:ext>
            </p:extLst>
          </p:nvPr>
        </p:nvGraphicFramePr>
        <p:xfrm>
          <a:off x="503238" y="1763713"/>
          <a:ext cx="6769322" cy="498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7920632" y="3059757"/>
            <a:ext cx="1872208" cy="17281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Охранительство</a:t>
            </a:r>
          </a:p>
          <a:p>
            <a:pPr algn="ctr"/>
            <a:r>
              <a:rPr lang="ru-RU" sz="1600" dirty="0"/>
              <a:t>(«власть»)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7560592" y="1331565"/>
            <a:ext cx="0" cy="56166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144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251444"/>
            <a:ext cx="9072563" cy="792089"/>
          </a:xfrm>
        </p:spPr>
        <p:txBody>
          <a:bodyPr/>
          <a:lstStyle/>
          <a:p>
            <a:r>
              <a:rPr lang="ru-RU" sz="3600" dirty="0"/>
              <a:t>Либерализм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31" y="1115541"/>
            <a:ext cx="9072785" cy="5760640"/>
          </a:xfrm>
        </p:spPr>
        <p:txBody>
          <a:bodyPr>
            <a:normAutofit/>
          </a:bodyPr>
          <a:lstStyle/>
          <a:p>
            <a:r>
              <a:rPr lang="ru-RU" sz="2000" dirty="0"/>
              <a:t>Свобода личности – базовое условие движения общества к прогрессу, то есть к постоянному улучшению стандартов качества жизни, принятых в обществе</a:t>
            </a:r>
          </a:p>
          <a:p>
            <a:r>
              <a:rPr lang="ru-RU" sz="2000" dirty="0"/>
              <a:t>Свобода реализуется через соблюдение обществом (и государством) прав человека и гражданина.</a:t>
            </a:r>
          </a:p>
          <a:p>
            <a:r>
              <a:rPr lang="ru-RU" sz="2000" dirty="0"/>
              <a:t>Равенство прав не означает равенства в потреблении благ. Экономическое неравенство создает стимулы к постоянному развитию.</a:t>
            </a:r>
          </a:p>
          <a:p>
            <a:r>
              <a:rPr lang="ru-RU" sz="2000" dirty="0"/>
              <a:t>Гарантия свободы – гражданское общество, то есть набор институтов, позволяющих гражданам:</a:t>
            </a:r>
          </a:p>
          <a:p>
            <a:pPr marL="440975" lvl="1" indent="0">
              <a:buNone/>
            </a:pPr>
            <a:r>
              <a:rPr lang="ru-RU" sz="2000" dirty="0"/>
              <a:t>а) контролировать государственную власть;</a:t>
            </a:r>
          </a:p>
          <a:p>
            <a:pPr marL="440975" lvl="1" indent="0">
              <a:buNone/>
            </a:pPr>
            <a:r>
              <a:rPr lang="ru-RU" sz="2000" dirty="0"/>
              <a:t>б) непосредственно принимать решения по управлению государством;</a:t>
            </a:r>
          </a:p>
          <a:p>
            <a:pPr marL="440975" lvl="1" indent="0">
              <a:buNone/>
            </a:pPr>
            <a:r>
              <a:rPr lang="ru-RU" sz="2000" dirty="0"/>
              <a:t>в) исключить воздействие государственной власти на сферу самоуправления.</a:t>
            </a:r>
          </a:p>
          <a:p>
            <a:r>
              <a:rPr lang="ru-RU" sz="2000" dirty="0"/>
              <a:t>Если власть нарушает права граждан, у тех есть «право на восстание».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6780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04031" y="323452"/>
            <a:ext cx="9072563" cy="864097"/>
          </a:xfrm>
        </p:spPr>
        <p:txBody>
          <a:bodyPr/>
          <a:lstStyle/>
          <a:p>
            <a:r>
              <a:rPr lang="ru-RU" sz="3200" dirty="0"/>
              <a:t>Начало либерализма: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ru-RU" sz="1700" dirty="0"/>
              <a:t>«Мы исходим из той самоочевидной истины, что все люди созданы равными и наделены их Творцом определенными неотчуждаемыми правами, к числу которых относятся </a:t>
            </a:r>
            <a:r>
              <a:rPr lang="ru-RU" sz="1700" b="1" dirty="0"/>
              <a:t>жизнь, свобода и стремление к счастью</a:t>
            </a:r>
            <a:r>
              <a:rPr lang="ru-RU" sz="1700" dirty="0"/>
              <a:t>».</a:t>
            </a:r>
          </a:p>
          <a:p>
            <a:pPr marL="0" indent="0" algn="r">
              <a:buNone/>
            </a:pPr>
            <a:r>
              <a:rPr lang="ru-RU" sz="1700" dirty="0"/>
              <a:t>Б. Франклин Декларация  независимости США. 1776 г.</a:t>
            </a:r>
          </a:p>
          <a:p>
            <a:r>
              <a:rPr lang="ru-RU" sz="1700" dirty="0"/>
              <a:t>«Цель всякого политического союза - обеспечение естественных и неотъемлемых прав человека. Таковые - </a:t>
            </a:r>
            <a:r>
              <a:rPr lang="ru-RU" sz="1700" b="1" dirty="0"/>
              <a:t>свобода, собственность, безопасность и сопротивление угнетению</a:t>
            </a:r>
            <a:r>
              <a:rPr lang="ru-RU" sz="1700" dirty="0"/>
              <a:t>».</a:t>
            </a:r>
          </a:p>
          <a:p>
            <a:pPr marL="0" indent="0" algn="r">
              <a:buNone/>
            </a:pPr>
            <a:r>
              <a:rPr lang="ru-RU" sz="1700" dirty="0"/>
              <a:t>«Декларация прав человека и гражданина». Франция 1789 г.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Свобода человека в обществе заключается в том, что он не подчиняется никакой другой законодательной власти, кроме той, которая установлена по согласию в государстве, и не находится в подчинении чьей-либо воли и не ограничен каким-либо законом, за исключением тех, которые будут установлены этим законодательным органом в соответствии с оказанным ему доверием.</a:t>
            </a:r>
          </a:p>
          <a:p>
            <a:pPr marL="0" indent="0" algn="r">
              <a:buNone/>
            </a:pPr>
            <a:r>
              <a:rPr lang="ru-RU" dirty="0"/>
              <a:t>Дж. Локк «Два трактата о правлении», 1689 г.</a:t>
            </a:r>
          </a:p>
        </p:txBody>
      </p:sp>
    </p:spTree>
    <p:extLst>
      <p:ext uri="{BB962C8B-B14F-4D97-AF65-F5344CB8AC3E}">
        <p14:creationId xmlns:p14="http://schemas.microsoft.com/office/powerpoint/2010/main" val="842928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504031" y="251444"/>
            <a:ext cx="9072563" cy="1080121"/>
          </a:xfrm>
        </p:spPr>
        <p:txBody>
          <a:bodyPr/>
          <a:lstStyle/>
          <a:p>
            <a:r>
              <a:rPr lang="ru-RU" sz="3200" dirty="0"/>
              <a:t>Создатели «либеральной монархии» в России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40" y="1619597"/>
            <a:ext cx="1809379" cy="2103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Скругленный прямоугольник 6"/>
          <p:cNvSpPr/>
          <p:nvPr/>
        </p:nvSpPr>
        <p:spPr>
          <a:xfrm>
            <a:off x="719832" y="3995861"/>
            <a:ext cx="1881387" cy="22322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Ф.С. Лагарп, деятель «позднего Просвещения», сторонник идей Великой французской революции, учитель Александра </a:t>
            </a:r>
            <a:r>
              <a:rPr lang="en-US" sz="1400" dirty="0"/>
              <a:t>I</a:t>
            </a:r>
            <a:endParaRPr lang="ru-RU" sz="1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080" y="1619597"/>
            <a:ext cx="1193647" cy="151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Скругленный прямоугольник 7"/>
          <p:cNvSpPr/>
          <p:nvPr/>
        </p:nvSpPr>
        <p:spPr>
          <a:xfrm>
            <a:off x="2952080" y="3350456"/>
            <a:ext cx="1193647" cy="776391"/>
          </a:xfrm>
          <a:prstGeom prst="roundRect">
            <a:avLst>
              <a:gd name="adj" fmla="val 18875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Граф Н.П. Панин, вице-канцлер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308" y="1600833"/>
            <a:ext cx="1202257" cy="151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кругленный прямоугольник 8"/>
          <p:cNvSpPr/>
          <p:nvPr/>
        </p:nvSpPr>
        <p:spPr>
          <a:xfrm>
            <a:off x="4453307" y="3337061"/>
            <a:ext cx="1202257" cy="78158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Граф П.П. Пален, военный губ-р СПб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024088" y="4443322"/>
            <a:ext cx="2808312" cy="86409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Руководители государственного переворота и убийства Павла </a:t>
            </a:r>
            <a:r>
              <a:rPr lang="en-US" sz="1400" dirty="0"/>
              <a:t>I</a:t>
            </a:r>
            <a:r>
              <a:rPr lang="ru-RU" sz="1400" dirty="0"/>
              <a:t>.</a:t>
            </a:r>
            <a:endParaRPr lang="en-US" sz="1400" dirty="0"/>
          </a:p>
          <a:p>
            <a:pPr algn="ctr"/>
            <a:r>
              <a:rPr lang="ru-RU" sz="1400" dirty="0"/>
              <a:t>В отставке с 1801 г.</a:t>
            </a:r>
          </a:p>
        </p:txBody>
      </p:sp>
      <p:pic>
        <p:nvPicPr>
          <p:cNvPr id="1031" name="Picture 7" descr="http://vsdn.ru/images/data/mus/70892_big_1366113856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456" y="1589879"/>
            <a:ext cx="1296144" cy="1571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Скругленный прямоугольник 10"/>
          <p:cNvSpPr/>
          <p:nvPr/>
        </p:nvSpPr>
        <p:spPr>
          <a:xfrm>
            <a:off x="6336456" y="3350456"/>
            <a:ext cx="1296144" cy="100544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Граф П.А. Строганов (гражданин Очер в Якобинском клубе)</a:t>
            </a:r>
          </a:p>
        </p:txBody>
      </p:sp>
      <p:pic>
        <p:nvPicPr>
          <p:cNvPr id="1033" name="Picture 9" descr="Картинки по запросу граф в. п. кочубей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664" y="1619597"/>
            <a:ext cx="1243430" cy="1475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Скругленный прямоугольник 11"/>
          <p:cNvSpPr/>
          <p:nvPr/>
        </p:nvSpPr>
        <p:spPr>
          <a:xfrm>
            <a:off x="8064648" y="3350456"/>
            <a:ext cx="1584176" cy="100544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Граф В.П. Кочубей, в 1791 г. в Париже слушал лекции якобинца Ж.Ф. Лагарпа</a:t>
            </a:r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969" y="4573794"/>
            <a:ext cx="1139118" cy="1467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Скругленный прямоугольник 12"/>
          <p:cNvSpPr/>
          <p:nvPr/>
        </p:nvSpPr>
        <p:spPr>
          <a:xfrm>
            <a:off x="6228444" y="6228109"/>
            <a:ext cx="1512168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Князь А. Чарторыйский. </a:t>
            </a:r>
          </a:p>
          <a:p>
            <a:pPr algn="ctr"/>
            <a:r>
              <a:rPr lang="ru-RU" sz="1100" dirty="0"/>
              <a:t>С 1791 г.   жил и учился в Англии</a:t>
            </a:r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930" y="4545511"/>
            <a:ext cx="1030920" cy="1538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Скругленный прямоугольник 13"/>
          <p:cNvSpPr/>
          <p:nvPr/>
        </p:nvSpPr>
        <p:spPr>
          <a:xfrm>
            <a:off x="8208664" y="6300117"/>
            <a:ext cx="1656184" cy="108012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Граф Н.Н. Новосильцев, с 1796 г. жил и учился в Лондоне</a:t>
            </a: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1799952" y="6444133"/>
            <a:ext cx="3855613" cy="72008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Личные друзья Александра </a:t>
            </a:r>
            <a:r>
              <a:rPr lang="en-US" dirty="0"/>
              <a:t>I</a:t>
            </a:r>
            <a:r>
              <a:rPr lang="ru-RU" dirty="0"/>
              <a:t>. </a:t>
            </a:r>
          </a:p>
          <a:p>
            <a:pPr algn="ctr"/>
            <a:r>
              <a:rPr lang="ru-RU" dirty="0"/>
              <a:t>Члены «Негласного комитета»</a:t>
            </a:r>
          </a:p>
        </p:txBody>
      </p:sp>
      <p:sp>
        <p:nvSpPr>
          <p:cNvPr id="16" name="Левая фигурная скобка 15"/>
          <p:cNvSpPr/>
          <p:nvPr/>
        </p:nvSpPr>
        <p:spPr>
          <a:xfrm>
            <a:off x="5832400" y="1403573"/>
            <a:ext cx="582569" cy="604867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Стрелка вправо 16"/>
          <p:cNvSpPr/>
          <p:nvPr/>
        </p:nvSpPr>
        <p:spPr>
          <a:xfrm rot="20403057">
            <a:off x="4054817" y="5761499"/>
            <a:ext cx="2115923" cy="288032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6342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02739"/>
            <a:ext cx="9072563" cy="778333"/>
          </a:xfrm>
        </p:spPr>
        <p:txBody>
          <a:bodyPr>
            <a:noAutofit/>
          </a:bodyPr>
          <a:lstStyle/>
          <a:p>
            <a:r>
              <a:rPr lang="ru-RU" sz="2800" dirty="0">
                <a:effectLst/>
              </a:rPr>
              <a:t>Либеральная монархия: образ государя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31" y="1319198"/>
            <a:ext cx="9072563" cy="5476908"/>
          </a:xfrm>
        </p:spPr>
        <p:txBody>
          <a:bodyPr>
            <a:normAutofit/>
          </a:bodyPr>
          <a:lstStyle/>
          <a:p>
            <a:r>
              <a:rPr lang="ru-RU" dirty="0"/>
              <a:t>Молодой, образованный, прогрессивно настроенный.</a:t>
            </a:r>
          </a:p>
          <a:p>
            <a:r>
              <a:rPr lang="ru-RU" dirty="0"/>
              <a:t> Окружен либерально настроенными советниками из Негласного комитета в начале правления.</a:t>
            </a:r>
          </a:p>
          <a:p>
            <a:r>
              <a:rPr lang="ru-RU" dirty="0"/>
              <a:t>Возвращает на службу отставленных Павлом </a:t>
            </a:r>
            <a:r>
              <a:rPr lang="en-US" dirty="0"/>
              <a:t>I </a:t>
            </a:r>
            <a:r>
              <a:rPr lang="ru-RU" dirty="0"/>
              <a:t>чиновников и офицеров.</a:t>
            </a:r>
          </a:p>
          <a:p>
            <a:r>
              <a:rPr lang="ru-RU" dirty="0"/>
              <a:t>Устраняет запреты на «иностранное влияние», веденные Павлом </a:t>
            </a:r>
            <a:r>
              <a:rPr lang="en-US" dirty="0"/>
              <a:t>I</a:t>
            </a:r>
            <a:r>
              <a:rPr lang="ru-RU" dirty="0"/>
              <a:t>.</a:t>
            </a:r>
          </a:p>
          <a:p>
            <a:r>
              <a:rPr lang="ru-RU" dirty="0"/>
              <a:t>Наделяет полномочиями по разработке реформ государственного устройства и управления  М.М. Сперанского. </a:t>
            </a:r>
          </a:p>
          <a:p>
            <a:pPr marL="0" indent="0" algn="ctr">
              <a:buNone/>
            </a:pP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560726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824" y="395461"/>
            <a:ext cx="9072563" cy="1008112"/>
          </a:xfrm>
        </p:spPr>
        <p:txBody>
          <a:bodyPr/>
          <a:lstStyle/>
          <a:p>
            <a:r>
              <a:rPr lang="ru-RU" sz="3600" dirty="0"/>
              <a:t>Либеральная монархия. Управление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31" y="1619597"/>
            <a:ext cx="5328369" cy="5133364"/>
          </a:xfrm>
        </p:spPr>
        <p:txBody>
          <a:bodyPr>
            <a:normAutofit lnSpcReduction="10000"/>
          </a:bodyPr>
          <a:lstStyle/>
          <a:p>
            <a:pPr lvl="0"/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Создание министерств (1802).</a:t>
            </a:r>
          </a:p>
          <a:p>
            <a:pPr lvl="0"/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Создание Государственного совета (1810).</a:t>
            </a:r>
          </a:p>
          <a:p>
            <a:pPr lvl="0"/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Отделение государственной службы от придворной (камер-юнкеров и камергеров).</a:t>
            </a:r>
          </a:p>
          <a:p>
            <a:pPr lvl="0"/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Экзамен на обер-офицерский чин (коллежского советника) по программе университета.</a:t>
            </a:r>
            <a:endParaRPr lang="ru-RU" dirty="0"/>
          </a:p>
        </p:txBody>
      </p:sp>
      <p:pic>
        <p:nvPicPr>
          <p:cNvPr id="2052" name="Picture 4" descr="https://pda.litres.ru/static/bookimages/11/04/63/11046390.bin.dir/h/i_03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621" y="1733769"/>
            <a:ext cx="2520280" cy="3400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6624488" y="5364013"/>
            <a:ext cx="2391413" cy="144016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М.М. Сперанский – автор большей части предложений по преобразованию государственного управления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2544701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107429"/>
            <a:ext cx="9072563" cy="93610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Либеральная монархия. Экономическая и социальная политика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7427310"/>
              </p:ext>
            </p:extLst>
          </p:nvPr>
        </p:nvGraphicFramePr>
        <p:xfrm>
          <a:off x="503238" y="1331565"/>
          <a:ext cx="9289602" cy="576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8317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5816" y="755502"/>
            <a:ext cx="9072563" cy="720080"/>
          </a:xfrm>
        </p:spPr>
        <p:txBody>
          <a:bodyPr/>
          <a:lstStyle/>
          <a:p>
            <a:pPr lvl="0"/>
            <a:r>
              <a:rPr lang="ru-RU" sz="2800" dirty="0"/>
              <a:t>Либеральная монархия. Культурная политика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Создание университетов в Петербурге, Казани, Харькове, Дерпте и Вильно.</a:t>
            </a:r>
          </a:p>
          <a:p>
            <a:pPr lvl="0"/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Открытие лицеев в Царском Селе, Одессе и Ярославле.</a:t>
            </a:r>
          </a:p>
          <a:p>
            <a:pPr lvl="0"/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Открытие гимназий в губернских городах.</a:t>
            </a:r>
          </a:p>
          <a:p>
            <a:pPr lvl="0"/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Создание единой системы образования («Предварительные правила народного просвещения» 1803 г. и  «Устав учебных заведений, подведомых университетам» 1804 г.)</a:t>
            </a:r>
          </a:p>
          <a:p>
            <a:pPr lvl="0"/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Автономия университетов.</a:t>
            </a:r>
          </a:p>
          <a:p>
            <a:pPr lvl="0"/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Восстановлено право заводить типографии (1802 г.)</a:t>
            </a:r>
          </a:p>
          <a:p>
            <a:pPr lvl="0"/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 Принятие прозрачных правил цензуры и передача ее в ведение университетов.</a:t>
            </a:r>
          </a:p>
          <a:p>
            <a:pPr lvl="0"/>
            <a:r>
              <a:rPr lang="ru-RU" dirty="0">
                <a:solidFill>
                  <a:prstClr val="black">
                    <a:lumMod val="50000"/>
                    <a:lumOff val="50000"/>
                  </a:prstClr>
                </a:solidFill>
              </a:rPr>
              <a:t>Облегчение правил открытия периодических изданий (в первое десятилетие века было открыто в СПб – 47 новых изданий, в Москве – 84, в провинции – 3).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6325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9992" y="539478"/>
            <a:ext cx="5256584" cy="792088"/>
          </a:xfrm>
        </p:spPr>
        <p:txBody>
          <a:bodyPr/>
          <a:lstStyle/>
          <a:p>
            <a:r>
              <a:rPr lang="ru-RU" sz="3600" dirty="0"/>
              <a:t>Выводы: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3808" y="1619597"/>
            <a:ext cx="9072563" cy="4989036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В Либеральной монархии 1810 – 1811 гг. проводилась политика модернизации, ориентированной на «либеральные ценности».</a:t>
            </a:r>
          </a:p>
          <a:p>
            <a:r>
              <a:rPr lang="ru-RU" dirty="0"/>
              <a:t>Политика модернизации носила , в значительной степени, декоративный характер («казаться – важнее чем быть»).</a:t>
            </a:r>
          </a:p>
          <a:p>
            <a:r>
              <a:rPr lang="ru-RU" dirty="0"/>
              <a:t>Модернизация затронула сферы: управления, социальную, культуры. Экономическая модернизация целенаправленно не проводилась.</a:t>
            </a:r>
          </a:p>
          <a:p>
            <a:r>
              <a:rPr lang="ru-RU" dirty="0"/>
              <a:t>В процессе модернизации Россия решала задачи не сегодняшнего, а «позавчерашнего» дня. В передовых странах Европы эти задачи были решены в период, между концом </a:t>
            </a:r>
            <a:r>
              <a:rPr lang="en-US" dirty="0"/>
              <a:t>XVII</a:t>
            </a:r>
            <a:r>
              <a:rPr lang="ru-RU" dirty="0"/>
              <a:t> и концом </a:t>
            </a:r>
            <a:r>
              <a:rPr lang="en-US" dirty="0"/>
              <a:t>XVIII </a:t>
            </a:r>
            <a:r>
              <a:rPr lang="ru-RU" dirty="0"/>
              <a:t>вв.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8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95460"/>
            <a:ext cx="9072563" cy="100811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Остановка модернизации и попытка создать «консервативную монархию»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31" y="1763925"/>
            <a:ext cx="6696521" cy="498903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Базовые принципы консерватизма:</a:t>
            </a:r>
          </a:p>
          <a:p>
            <a:r>
              <a:rPr lang="ru-RU" dirty="0"/>
              <a:t>быстрый прогресс приносит социальные потрясения, которые нивелируют пользу этого прогресса;</a:t>
            </a:r>
          </a:p>
          <a:p>
            <a:r>
              <a:rPr lang="ru-RU" dirty="0"/>
              <a:t>до состояния свободы необходимо «дорасти»; медленное реформирование полезнее революционных преобразований;</a:t>
            </a:r>
          </a:p>
          <a:p>
            <a:r>
              <a:rPr lang="ru-RU" dirty="0"/>
              <a:t>сохранение традиций – гарантия от революций и главное условие успешности необходимых преобразований;</a:t>
            </a:r>
          </a:p>
          <a:p>
            <a:r>
              <a:rPr lang="ru-RU" dirty="0"/>
              <a:t>если есть сомнения в том, что преобразования «встроятся» в существующую систему, эти преобразования лучше отложить.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7855442" y="2987749"/>
            <a:ext cx="1745518" cy="93610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Эдмунд </a:t>
            </a:r>
            <a:r>
              <a:rPr lang="ru-RU" sz="1600" dirty="0" err="1"/>
              <a:t>Бёрк</a:t>
            </a:r>
            <a:r>
              <a:rPr lang="ru-RU" sz="1600" dirty="0"/>
              <a:t> –  создатель консерватизма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8136656" y="5976081"/>
            <a:ext cx="1440160" cy="108012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Князь М.М. Щербатов – первый российский консерватор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648" y="1043533"/>
            <a:ext cx="1248138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525" y="3995861"/>
            <a:ext cx="1289868" cy="1819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2302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251444"/>
            <a:ext cx="9072563" cy="129614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Главные меры по преобразованию либеральной монархии в консервативную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31" y="1763925"/>
            <a:ext cx="6768529" cy="4989036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Создание Библейского общества (1812).</a:t>
            </a:r>
          </a:p>
          <a:p>
            <a:r>
              <a:rPr lang="ru-RU" dirty="0"/>
              <a:t>Запреты личным дворянам  покупать населенные земли (1814), а безземельным дворянам – участвовать  в выборах (1817).</a:t>
            </a:r>
          </a:p>
          <a:p>
            <a:r>
              <a:rPr lang="ru-RU" dirty="0"/>
              <a:t>Запрет крепостным «отыскивать вольность» (1815).</a:t>
            </a:r>
          </a:p>
          <a:p>
            <a:r>
              <a:rPr lang="ru-RU" dirty="0"/>
              <a:t>Восстановление права дворян на ссылку крепостных (1822).</a:t>
            </a:r>
          </a:p>
          <a:p>
            <a:r>
              <a:rPr lang="ru-RU" dirty="0"/>
              <a:t>Создание Министерства духовных дел и просвещения (1817).</a:t>
            </a:r>
          </a:p>
          <a:p>
            <a:r>
              <a:rPr lang="ru-RU" dirty="0"/>
              <a:t>«Чистка» университетов от «вольномыслия» профессоров  в Казани, Петербурге и Харькове. (1817).</a:t>
            </a:r>
          </a:p>
          <a:p>
            <a:r>
              <a:rPr lang="ru-RU" dirty="0"/>
              <a:t>Введение тайной полиции в армии (1820).</a:t>
            </a:r>
          </a:p>
          <a:p>
            <a:r>
              <a:rPr lang="ru-RU" dirty="0"/>
              <a:t>Отказ утвердить «Уставную грамоту» (Конституцию) России, подготовленную Н.Н. Новосильцевым (1820).</a:t>
            </a:r>
          </a:p>
          <a:p>
            <a:r>
              <a:rPr lang="ru-RU" dirty="0"/>
              <a:t>Запрет масонских лож и тайных обществ (1822).</a:t>
            </a:r>
          </a:p>
          <a:p>
            <a:r>
              <a:rPr lang="ru-RU" dirty="0"/>
              <a:t>Перевод части государственных крестьян в состояние «военных поселенцев».</a:t>
            </a:r>
          </a:p>
          <a:p>
            <a:r>
              <a:rPr lang="ru-RU" dirty="0"/>
              <a:t>Резкое усиление «палочной» дисциплины в армии.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7644808" y="4427909"/>
            <a:ext cx="2034021" cy="208823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Граф А.А. Аракчеев – доверенное лицо императора в 1820-х гг.</a:t>
            </a:r>
          </a:p>
        </p:txBody>
      </p:sp>
      <p:pic>
        <p:nvPicPr>
          <p:cNvPr id="1028" name="Picture 4" descr="http://deduhova.ru/statesman/wp-content/uploads/2016/05/0000900160-819x102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880" y="1619597"/>
            <a:ext cx="2041741" cy="255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2818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23452"/>
            <a:ext cx="9072563" cy="1008113"/>
          </a:xfrm>
        </p:spPr>
        <p:txBody>
          <a:bodyPr/>
          <a:lstStyle/>
          <a:p>
            <a:r>
              <a:rPr lang="ru-RU" sz="3200" dirty="0"/>
              <a:t>Охранительство. Базовые принципы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31" y="1547589"/>
            <a:ext cx="9072563" cy="5205372"/>
          </a:xfrm>
        </p:spPr>
        <p:txBody>
          <a:bodyPr>
            <a:normAutofit fontScale="92500"/>
          </a:bodyPr>
          <a:lstStyle/>
          <a:p>
            <a:r>
              <a:rPr lang="ru-RU" dirty="0"/>
              <a:t>Поскольку прогресс может привести к революции, </a:t>
            </a:r>
            <a:r>
              <a:rPr lang="ru-RU" b="1" dirty="0"/>
              <a:t>главная ценность </a:t>
            </a:r>
            <a:r>
              <a:rPr lang="ru-RU" dirty="0"/>
              <a:t>не развитие, а </a:t>
            </a:r>
            <a:r>
              <a:rPr lang="ru-RU" b="1" dirty="0"/>
              <a:t>стабильность</a:t>
            </a:r>
            <a:r>
              <a:rPr lang="ru-RU" dirty="0"/>
              <a:t>.</a:t>
            </a:r>
          </a:p>
          <a:p>
            <a:r>
              <a:rPr lang="ru-RU" dirty="0"/>
              <a:t>Для стабильности не нужны инновации. Необходимы </a:t>
            </a:r>
            <a:r>
              <a:rPr lang="ru-RU" b="1" dirty="0"/>
              <a:t>контроль</a:t>
            </a:r>
            <a:r>
              <a:rPr lang="ru-RU" dirty="0"/>
              <a:t> и  </a:t>
            </a:r>
            <a:r>
              <a:rPr lang="ru-RU" b="1" dirty="0"/>
              <a:t>регулирование общественных отношений</a:t>
            </a:r>
            <a:r>
              <a:rPr lang="ru-RU" dirty="0"/>
              <a:t>.</a:t>
            </a:r>
          </a:p>
          <a:p>
            <a:r>
              <a:rPr lang="ru-RU" dirty="0"/>
              <a:t>Народ не способен к управлению из-за постоянного столкновения интересов (Вариант: народ – ребенок, игра с властью для него опасна).</a:t>
            </a:r>
          </a:p>
          <a:p>
            <a:r>
              <a:rPr lang="ru-RU" dirty="0"/>
              <a:t>Власть в обществе организуется не гражданами, а Богом. Она единолична и несменяема, существует для пользы народа.</a:t>
            </a:r>
          </a:p>
          <a:p>
            <a:r>
              <a:rPr lang="ru-RU" dirty="0"/>
              <a:t>Свобода – обман, используемый теми, кто хочет подорвать стабильность в стране и захватить власть.</a:t>
            </a:r>
          </a:p>
        </p:txBody>
      </p:sp>
    </p:spTree>
    <p:extLst>
      <p:ext uri="{BB962C8B-B14F-4D97-AF65-F5344CB8AC3E}">
        <p14:creationId xmlns:p14="http://schemas.microsoft.com/office/powerpoint/2010/main" val="1189401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04031" y="179438"/>
            <a:ext cx="9183819" cy="108012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/>
              <a:t>Условия формирования</a:t>
            </a:r>
            <a:br>
              <a:rPr lang="ru-RU" sz="3200" dirty="0"/>
            </a:br>
            <a:r>
              <a:rPr lang="ru-RU" sz="3200" dirty="0"/>
              <a:t>«охранительной монархии»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575816" y="1475582"/>
            <a:ext cx="4454027" cy="432048"/>
          </a:xfrm>
        </p:spPr>
        <p:txBody>
          <a:bodyPr/>
          <a:lstStyle/>
          <a:p>
            <a:r>
              <a:rPr lang="ru-RU" dirty="0"/>
              <a:t>Внешние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>
          <a:xfrm>
            <a:off x="5184328" y="1475582"/>
            <a:ext cx="4455776" cy="432048"/>
          </a:xfrm>
        </p:spPr>
        <p:txBody>
          <a:bodyPr/>
          <a:lstStyle/>
          <a:p>
            <a:r>
              <a:rPr lang="ru-RU" dirty="0"/>
              <a:t>Внутренние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/>
          </p:nvPr>
        </p:nvSpPr>
        <p:spPr>
          <a:xfrm>
            <a:off x="504031" y="2051645"/>
            <a:ext cx="4455636" cy="4701665"/>
          </a:xfrm>
        </p:spPr>
        <p:txBody>
          <a:bodyPr>
            <a:normAutofit fontScale="85000" lnSpcReduction="10000"/>
          </a:bodyPr>
          <a:lstStyle/>
          <a:p>
            <a:pPr marL="182880" lvl="0" indent="-182880" defTabSz="914400">
              <a:buClr>
                <a:srgbClr val="DDDDDD"/>
              </a:buClr>
              <a:buSzPct val="85000"/>
            </a:pPr>
            <a:r>
              <a:rPr lang="ru-RU" sz="1900" dirty="0">
                <a:solidFill>
                  <a:prstClr val="black"/>
                </a:solidFill>
                <a:latin typeface="Arial"/>
              </a:rPr>
              <a:t>Испания: 1 января 1820 г. Батальон капитана Риего поднял восстание, переросшее в революцию 1820 - 1823 гг.</a:t>
            </a:r>
          </a:p>
          <a:p>
            <a:pPr marL="182880" lvl="0" indent="-182880" defTabSz="914400">
              <a:buClr>
                <a:srgbClr val="DDDDDD"/>
              </a:buClr>
              <a:buSzPct val="85000"/>
            </a:pPr>
            <a:r>
              <a:rPr lang="ru-RU" sz="1900" dirty="0">
                <a:solidFill>
                  <a:prstClr val="black"/>
                </a:solidFill>
                <a:latin typeface="Arial"/>
              </a:rPr>
              <a:t>Португалия: 1820 – 1823 гг. Революция в Португалии.</a:t>
            </a:r>
          </a:p>
          <a:p>
            <a:pPr marL="182880" lvl="0" indent="-182880" defTabSz="914400">
              <a:buClr>
                <a:srgbClr val="DDDDDD"/>
              </a:buClr>
              <a:buSzPct val="85000"/>
            </a:pPr>
            <a:r>
              <a:rPr lang="ru-RU" sz="1900" dirty="0">
                <a:solidFill>
                  <a:prstClr val="black"/>
                </a:solidFill>
                <a:latin typeface="Arial"/>
              </a:rPr>
              <a:t>Греция: 1821 г. Начало революции, продолжавшейся до 1832 г. и завершившейся отделением от Турции.</a:t>
            </a:r>
          </a:p>
          <a:p>
            <a:pPr marL="182880" lvl="0" indent="-182880" defTabSz="914400">
              <a:buClr>
                <a:srgbClr val="DDDDDD"/>
              </a:buClr>
              <a:buSzPct val="85000"/>
            </a:pPr>
            <a:r>
              <a:rPr lang="ru-RU" sz="1900" dirty="0">
                <a:solidFill>
                  <a:prstClr val="black"/>
                </a:solidFill>
                <a:latin typeface="Arial"/>
              </a:rPr>
              <a:t>Франция: 1830 г. Июль</a:t>
            </a:r>
            <a:r>
              <a:rPr lang="en-US" sz="1900" dirty="0">
                <a:solidFill>
                  <a:prstClr val="black"/>
                </a:solidFill>
                <a:latin typeface="Arial"/>
              </a:rPr>
              <a:t>c</a:t>
            </a:r>
            <a:r>
              <a:rPr lang="ru-RU" sz="1900" dirty="0">
                <a:solidFill>
                  <a:prstClr val="black"/>
                </a:solidFill>
                <a:latin typeface="Arial"/>
              </a:rPr>
              <a:t>кая революция во Франции, положившая конец династии Бурбонов.</a:t>
            </a:r>
          </a:p>
          <a:p>
            <a:pPr marL="182880" lvl="0" indent="-182880" defTabSz="914400">
              <a:buClr>
                <a:srgbClr val="DDDDDD"/>
              </a:buClr>
              <a:buSzPct val="85000"/>
            </a:pPr>
            <a:r>
              <a:rPr lang="ru-RU" sz="1900" dirty="0">
                <a:solidFill>
                  <a:prstClr val="black"/>
                </a:solidFill>
                <a:latin typeface="Arial"/>
              </a:rPr>
              <a:t>Италия 1833 – 1834 гг. Попытки революционной организации «Молодая Италия» поднять восстания в Пьемонте и Савойе.</a:t>
            </a:r>
          </a:p>
          <a:p>
            <a:pPr marL="182880" lvl="0" indent="-182880" defTabSz="914400">
              <a:buClr>
                <a:srgbClr val="DDDDDD"/>
              </a:buClr>
              <a:buSzPct val="85000"/>
            </a:pPr>
            <a:r>
              <a:rPr lang="ru-RU" sz="1900" dirty="0">
                <a:solidFill>
                  <a:prstClr val="black"/>
                </a:solidFill>
                <a:latin typeface="Arial"/>
              </a:rPr>
              <a:t>Европа: 1848 г. Революционные события проходят во Франции, Австрии, Венгрии, Германских государствах, Италии, на Балканах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425" y="2123653"/>
            <a:ext cx="4570425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кругленный прямоугольник 8"/>
          <p:cNvSpPr/>
          <p:nvPr/>
        </p:nvSpPr>
        <p:spPr>
          <a:xfrm>
            <a:off x="5760392" y="5724053"/>
            <a:ext cx="3528392" cy="5760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14 декабря 1825 г. </a:t>
            </a:r>
          </a:p>
          <a:p>
            <a:pPr algn="ctr"/>
            <a:r>
              <a:rPr lang="ru-RU" dirty="0"/>
              <a:t>Сенатская площадь</a:t>
            </a:r>
          </a:p>
        </p:txBody>
      </p:sp>
    </p:spTree>
    <p:extLst>
      <p:ext uri="{BB962C8B-B14F-4D97-AF65-F5344CB8AC3E}">
        <p14:creationId xmlns:p14="http://schemas.microsoft.com/office/powerpoint/2010/main" val="1757995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04031" y="302738"/>
            <a:ext cx="9072563" cy="698958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«Охранительная монархия»</a:t>
            </a:r>
            <a:r>
              <a:rPr lang="ru-RU" dirty="0"/>
              <a:t>.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504031" y="1398575"/>
            <a:ext cx="4824313" cy="5556283"/>
          </a:xfrm>
        </p:spPr>
        <p:txBody>
          <a:bodyPr>
            <a:normAutofit fontScale="85000" lnSpcReduction="10000"/>
          </a:bodyPr>
          <a:lstStyle/>
          <a:p>
            <a:pPr algn="ctr">
              <a:buNone/>
            </a:pPr>
            <a:r>
              <a:rPr lang="ru-RU" sz="2200" b="1" dirty="0"/>
              <a:t>Образ правителя</a:t>
            </a:r>
          </a:p>
          <a:p>
            <a:pPr algn="ctr">
              <a:buNone/>
            </a:pPr>
            <a:r>
              <a:rPr lang="ru-RU" sz="2200" b="1" dirty="0"/>
              <a:t>(«олицетворенное государство»):</a:t>
            </a:r>
          </a:p>
          <a:p>
            <a:r>
              <a:rPr lang="ru-RU" sz="3100" dirty="0"/>
              <a:t>Государь насаждает законность («Кодификация законов»).</a:t>
            </a:r>
          </a:p>
          <a:p>
            <a:r>
              <a:rPr lang="ru-RU" sz="3100" dirty="0"/>
              <a:t>Там, где действует закон, воля государя не нужна.</a:t>
            </a:r>
          </a:p>
          <a:p>
            <a:r>
              <a:rPr lang="ru-RU" sz="3100" dirty="0"/>
              <a:t>Государь не имеет пристрастий и человеческих слабостей.</a:t>
            </a:r>
          </a:p>
          <a:p>
            <a:r>
              <a:rPr lang="ru-RU" sz="3100" dirty="0"/>
              <a:t>Перед троном все равны. Фаворитов и любимчиков нет.</a:t>
            </a:r>
          </a:p>
          <a:p>
            <a:endParaRPr lang="ru-RU" sz="31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4513" y="1547588"/>
            <a:ext cx="2940110" cy="3788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кругленный прямоугольник 1"/>
          <p:cNvSpPr/>
          <p:nvPr/>
        </p:nvSpPr>
        <p:spPr>
          <a:xfrm>
            <a:off x="5472360" y="5580037"/>
            <a:ext cx="4248472" cy="158417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«Революция на пороге России. Но, клянусь, она не проникнет в Россию, пока во мне сохранится дыхание жизни»</a:t>
            </a:r>
          </a:p>
          <a:p>
            <a:pPr algn="ctr"/>
            <a:r>
              <a:rPr lang="ru-RU" dirty="0"/>
              <a:t>Николай I</a:t>
            </a:r>
          </a:p>
        </p:txBody>
      </p:sp>
    </p:spTree>
    <p:extLst>
      <p:ext uri="{BB962C8B-B14F-4D97-AF65-F5344CB8AC3E}">
        <p14:creationId xmlns:p14="http://schemas.microsoft.com/office/powerpoint/2010/main" val="4018450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95460"/>
            <a:ext cx="9072563" cy="108012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600" dirty="0"/>
              <a:t>Создатели охранительной монархии</a:t>
            </a:r>
            <a:br>
              <a:rPr lang="ru-RU" sz="3600" dirty="0"/>
            </a:br>
            <a:r>
              <a:rPr lang="ru-RU" sz="3600" dirty="0"/>
              <a:t>(в форме полицейского государства)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11" y="2627709"/>
            <a:ext cx="1325008" cy="1764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019" y="2591705"/>
            <a:ext cx="1468303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702835" y="1808214"/>
            <a:ext cx="3312368" cy="504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Идеологи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36311" y="4643933"/>
            <a:ext cx="1325008" cy="5760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Н.М. Карамзин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2371306" y="4571925"/>
            <a:ext cx="1456015" cy="6480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граф С.С. Уваров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896296" y="1556186"/>
            <a:ext cx="3888432" cy="504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Деятели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79" y="2195661"/>
            <a:ext cx="1305031" cy="1804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Скругленный прямоугольник 7"/>
          <p:cNvSpPr/>
          <p:nvPr/>
        </p:nvSpPr>
        <p:spPr>
          <a:xfrm>
            <a:off x="4735575" y="4139877"/>
            <a:ext cx="1377039" cy="504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граф А.Х. Бенкендорф</a:t>
            </a:r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159" y="2195661"/>
            <a:ext cx="1279537" cy="1758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кругленный прямоугольник 8"/>
          <p:cNvSpPr/>
          <p:nvPr/>
        </p:nvSpPr>
        <p:spPr>
          <a:xfrm>
            <a:off x="6400160" y="4103873"/>
            <a:ext cx="1279537" cy="504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князь А.Ф. Орлов</a:t>
            </a:r>
          </a:p>
        </p:txBody>
      </p:sp>
      <p:pic>
        <p:nvPicPr>
          <p:cNvPr id="6151" name="Picture 7" descr="https://upload.wikimedia.org/wikipedia/commons/thumb/3/36/Chernyshev_by_Franz_Kr%C3%BCger.jpg/800px-Chernyshev_by_Franz_Kr%C3%BCger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072" y="2183673"/>
            <a:ext cx="1231495" cy="178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Скругленный прямоугольник 9"/>
          <p:cNvSpPr/>
          <p:nvPr/>
        </p:nvSpPr>
        <p:spPr>
          <a:xfrm>
            <a:off x="7956984" y="4103873"/>
            <a:ext cx="1296144" cy="504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св. кн. А.И, Чернышев</a:t>
            </a:r>
          </a:p>
        </p:txBody>
      </p:sp>
      <p:pic>
        <p:nvPicPr>
          <p:cNvPr id="6153" name="Picture 9" descr="http://shkolaburgas.bg/wp-content/uploads/2016/01/a0e8f8c9b4b8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296" y="4784352"/>
            <a:ext cx="1218268" cy="1661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Скругленный прямоугольник 10"/>
          <p:cNvSpPr/>
          <p:nvPr/>
        </p:nvSpPr>
        <p:spPr>
          <a:xfrm>
            <a:off x="4807507" y="6594394"/>
            <a:ext cx="1395846" cy="5760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граф П.Д. Киселев</a:t>
            </a:r>
          </a:p>
        </p:txBody>
      </p:sp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683" y="4784351"/>
            <a:ext cx="1152487" cy="1643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Скругленный прямоугольник 11"/>
          <p:cNvSpPr/>
          <p:nvPr/>
        </p:nvSpPr>
        <p:spPr>
          <a:xfrm>
            <a:off x="6463683" y="6585342"/>
            <a:ext cx="1279536" cy="5760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граф М.М. Сперанский</a:t>
            </a:r>
          </a:p>
        </p:txBody>
      </p:sp>
      <p:pic>
        <p:nvPicPr>
          <p:cNvPr id="6156" name="Picture 12" descr="http://xn--h1aagokeh.xn--p1ai/wp-content/uploads/2016/07/C1719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211" y="4784351"/>
            <a:ext cx="1392950" cy="1628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Скругленный прямоугольник 12"/>
          <p:cNvSpPr/>
          <p:nvPr/>
        </p:nvSpPr>
        <p:spPr>
          <a:xfrm>
            <a:off x="8084504" y="6585342"/>
            <a:ext cx="1440160" cy="5760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Л.В. Дубельт</a:t>
            </a: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791840" y="5598664"/>
            <a:ext cx="3528392" cy="120550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Все титулы получены от Николая </a:t>
            </a:r>
            <a:r>
              <a:rPr lang="en-US" dirty="0"/>
              <a:t>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4718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95460"/>
            <a:ext cx="9072563" cy="864097"/>
          </a:xfrm>
        </p:spPr>
        <p:txBody>
          <a:bodyPr/>
          <a:lstStyle/>
          <a:p>
            <a:r>
              <a:rPr lang="ru-RU" sz="3200" dirty="0"/>
              <a:t>Обоснование охранительной монархии</a:t>
            </a:r>
          </a:p>
        </p:txBody>
      </p:sp>
      <p:graphicFrame>
        <p:nvGraphicFramePr>
          <p:cNvPr id="5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0944816"/>
              </p:ext>
            </p:extLst>
          </p:nvPr>
        </p:nvGraphicFramePr>
        <p:xfrm>
          <a:off x="251520" y="1412776"/>
          <a:ext cx="8435280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8072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66693"/>
            <a:ext cx="9072563" cy="714379"/>
          </a:xfrm>
        </p:spPr>
        <p:txBody>
          <a:bodyPr>
            <a:noAutofit/>
          </a:bodyPr>
          <a:lstStyle/>
          <a:p>
            <a:r>
              <a:rPr lang="ru-RU" sz="3600" b="1" dirty="0"/>
              <a:t>Система управления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4031" y="1319197"/>
            <a:ext cx="9219927" cy="5000656"/>
          </a:xfrm>
        </p:spPr>
        <p:txBody>
          <a:bodyPr>
            <a:normAutofit fontScale="85000" lnSpcReduction="20000"/>
          </a:bodyPr>
          <a:lstStyle/>
          <a:p>
            <a:r>
              <a:rPr lang="ru-RU" sz="3100" dirty="0"/>
              <a:t>Управленческие решения принимает только монарх (создание Е.И.В. Канцелярии).</a:t>
            </a:r>
          </a:p>
          <a:p>
            <a:r>
              <a:rPr lang="ru-RU" sz="3100" dirty="0"/>
              <a:t>Все органы управления и должности – только инструменты воплощения монаршей воли.</a:t>
            </a:r>
          </a:p>
          <a:p>
            <a:r>
              <a:rPr lang="ru-RU" sz="3100" dirty="0"/>
              <a:t>Суть в управления состоит в контроле государства над обществом (Корпус жандармов).</a:t>
            </a:r>
          </a:p>
          <a:p>
            <a:r>
              <a:rPr lang="ru-RU" sz="3100" dirty="0"/>
              <a:t>На каждое проявление жизни должно быть правило.</a:t>
            </a:r>
          </a:p>
          <a:p>
            <a:r>
              <a:rPr lang="ru-RU" sz="3100" dirty="0"/>
              <a:t>На каждое правило должен быть  контролер. К сер. </a:t>
            </a:r>
            <a:r>
              <a:rPr lang="en-US" sz="3100" dirty="0"/>
              <a:t>XIX</a:t>
            </a:r>
            <a:r>
              <a:rPr lang="ru-RU" sz="3100" dirty="0"/>
              <a:t> в. один чиновник приходился на 929 жителей.</a:t>
            </a:r>
          </a:p>
          <a:p>
            <a:r>
              <a:rPr lang="ru-RU" sz="3100" dirty="0"/>
              <a:t>Коррупция – неизбежное зло управления. Лучше коррупция, чем потеря контроля.</a:t>
            </a:r>
          </a:p>
        </p:txBody>
      </p:sp>
    </p:spTree>
    <p:extLst>
      <p:ext uri="{BB962C8B-B14F-4D97-AF65-F5344CB8AC3E}">
        <p14:creationId xmlns:p14="http://schemas.microsoft.com/office/powerpoint/2010/main" val="1441730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02739"/>
            <a:ext cx="9072563" cy="540207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Экономическая политика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36052" y="1239822"/>
            <a:ext cx="9140543" cy="5794410"/>
          </a:xfrm>
        </p:spPr>
        <p:txBody>
          <a:bodyPr>
            <a:noAutofit/>
          </a:bodyPr>
          <a:lstStyle/>
          <a:p>
            <a:r>
              <a:rPr lang="ru-RU" sz="2600" dirty="0"/>
              <a:t>1829 – начало проведения промышленных выставок.</a:t>
            </a:r>
          </a:p>
          <a:p>
            <a:r>
              <a:rPr lang="ru-RU" sz="2600" dirty="0"/>
              <a:t>Прекращение деятельности «посессионных фабрик» (1840).</a:t>
            </a:r>
          </a:p>
          <a:p>
            <a:r>
              <a:rPr lang="ru-RU" sz="2600" dirty="0"/>
              <a:t>Финансовая реформа Е.Ф. Канкрина 1839-43 гг. – усиление устойчивости (кредитного) рубля.</a:t>
            </a:r>
          </a:p>
          <a:p>
            <a:r>
              <a:rPr lang="ru-RU" sz="2600" dirty="0"/>
              <a:t>Протекционизм во внешней торговле.</a:t>
            </a:r>
          </a:p>
          <a:p>
            <a:r>
              <a:rPr lang="ru-RU" sz="2600" dirty="0"/>
              <a:t>Государственное участие в строительстве железных дорог.</a:t>
            </a:r>
          </a:p>
          <a:p>
            <a:r>
              <a:rPr lang="ru-RU" sz="2600" dirty="0"/>
              <a:t>Искусственное ограничение государственного кредита торговли и промышленности в пользу с\х кредитов.</a:t>
            </a:r>
          </a:p>
        </p:txBody>
      </p:sp>
    </p:spTree>
    <p:extLst>
      <p:ext uri="{BB962C8B-B14F-4D97-AF65-F5344CB8AC3E}">
        <p14:creationId xmlns:p14="http://schemas.microsoft.com/office/powerpoint/2010/main" val="2968852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02738"/>
            <a:ext cx="9072563" cy="619582"/>
          </a:xfrm>
        </p:spPr>
        <p:txBody>
          <a:bodyPr>
            <a:normAutofit fontScale="90000"/>
          </a:bodyPr>
          <a:lstStyle/>
          <a:p>
            <a:r>
              <a:rPr lang="ru-RU" sz="3600" b="1" dirty="0"/>
              <a:t>Внутренняя (сословная) политика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4031" y="1319197"/>
            <a:ext cx="9072563" cy="5238782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Более 100 циркуляров, содержащих указания, как надо управлять крепостными крестьянами.</a:t>
            </a:r>
          </a:p>
          <a:p>
            <a:r>
              <a:rPr lang="ru-RU" dirty="0"/>
              <a:t>Освобождение государственных крестьян (реформа П.Д. Киселева).</a:t>
            </a:r>
          </a:p>
          <a:p>
            <a:r>
              <a:rPr lang="ru-RU" dirty="0"/>
              <a:t>Указ об обязанных крестьянах (1842)</a:t>
            </a:r>
          </a:p>
          <a:p>
            <a:r>
              <a:rPr lang="ru-RU" dirty="0"/>
              <a:t>Создание сословия «почетных граждан» (1832).</a:t>
            </a:r>
          </a:p>
          <a:p>
            <a:r>
              <a:rPr lang="ru-RU" dirty="0"/>
              <a:t>Усиление преследования старообрядцев.</a:t>
            </a:r>
          </a:p>
          <a:p>
            <a:r>
              <a:rPr lang="ru-RU" dirty="0"/>
              <a:t>Отделение потомственных дворян от личных и выслуженных (1830).</a:t>
            </a:r>
          </a:p>
          <a:p>
            <a:r>
              <a:rPr lang="ru-RU" dirty="0"/>
              <a:t>Особая кредитная политика для дворянства  (право повторного заклада имений).</a:t>
            </a:r>
          </a:p>
          <a:p>
            <a:r>
              <a:rPr lang="ru-RU" dirty="0"/>
              <a:t>Создание майоратов (1845)</a:t>
            </a:r>
          </a:p>
        </p:txBody>
      </p:sp>
    </p:spTree>
    <p:extLst>
      <p:ext uri="{BB962C8B-B14F-4D97-AF65-F5344CB8AC3E}">
        <p14:creationId xmlns:p14="http://schemas.microsoft.com/office/powerpoint/2010/main" val="3894752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5436" y="287316"/>
            <a:ext cx="9072563" cy="635004"/>
          </a:xfrm>
        </p:spPr>
        <p:txBody>
          <a:bodyPr>
            <a:normAutofit fontScale="90000"/>
          </a:bodyPr>
          <a:lstStyle/>
          <a:p>
            <a:r>
              <a:rPr lang="ru-RU" sz="3600" b="1" dirty="0"/>
              <a:t>Культурная политика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4031" y="1081073"/>
            <a:ext cx="9072563" cy="567188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Увеличение количества приходских школ с 583 до 1030</a:t>
            </a:r>
          </a:p>
          <a:p>
            <a:r>
              <a:rPr lang="ru-RU" dirty="0"/>
              <a:t>Введение единой программы обучения в средней школе и единых учебников (1828)</a:t>
            </a:r>
          </a:p>
          <a:p>
            <a:r>
              <a:rPr lang="ru-RU" dirty="0"/>
              <a:t>Установление «начал» сословности в начальной и средней школе (1828).</a:t>
            </a:r>
          </a:p>
          <a:p>
            <a:r>
              <a:rPr lang="ru-RU" dirty="0"/>
              <a:t>Введение стипендий для малоимущих дворян, для обучения в гимназии (с обязательной службой в госаппарате данной губернии в течение 6-8 лет)</a:t>
            </a:r>
          </a:p>
          <a:p>
            <a:r>
              <a:rPr lang="ru-RU" dirty="0"/>
              <a:t>Ликвидация автономии университетов  (1835). Запрет принимать на учебу крепостных.</a:t>
            </a:r>
          </a:p>
          <a:p>
            <a:r>
              <a:rPr lang="ru-RU" dirty="0"/>
              <a:t>Резкое усиление цензуры </a:t>
            </a:r>
            <a:r>
              <a:rPr lang="ru-RU"/>
              <a:t>(1826 </a:t>
            </a:r>
            <a:r>
              <a:rPr lang="ru-RU" dirty="0"/>
              <a:t>– «чугунный» устав).</a:t>
            </a:r>
          </a:p>
          <a:p>
            <a:r>
              <a:rPr lang="ru-RU" dirty="0"/>
              <a:t>Запрет публиковать анонимные произведения (1830).</a:t>
            </a:r>
          </a:p>
          <a:p>
            <a:r>
              <a:rPr lang="ru-RU" dirty="0"/>
              <a:t>Закрыты в 1830-х гг.: «Литературная газета», «Европеец», «Московский телеграф», «Телескоп» (установлена «полная свобода молчания»).</a:t>
            </a:r>
          </a:p>
          <a:p>
            <a:r>
              <a:rPr lang="ru-RU" dirty="0"/>
              <a:t>Объединение Академии наук и Российской академии (1841).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8983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02739"/>
            <a:ext cx="9072563" cy="110083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200" b="1" dirty="0"/>
              <a:t>Борьба с вольномыслием, бунтами  и революционностью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31" y="1619597"/>
            <a:ext cx="9072563" cy="517650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1826 – процесс «декабристов»;</a:t>
            </a:r>
          </a:p>
          <a:p>
            <a:r>
              <a:rPr lang="ru-RU" dirty="0"/>
              <a:t>1826 – студент МУ А. Полежаев отдан в унтер-офицеры за поэму «Сашка»;</a:t>
            </a:r>
          </a:p>
          <a:p>
            <a:r>
              <a:rPr lang="ru-RU" dirty="0"/>
              <a:t>1827 – студенты МУ, братья Критские заключены в тюрьму Соловецкого монастыря;</a:t>
            </a:r>
          </a:p>
          <a:p>
            <a:r>
              <a:rPr lang="ru-RU" dirty="0"/>
              <a:t>1830-31 – подавление польского восстания;</a:t>
            </a:r>
          </a:p>
          <a:p>
            <a:r>
              <a:rPr lang="ru-RU" dirty="0"/>
              <a:t>1831 – арест участников «кружка Сунгурова»; ссылка в Сибирь;</a:t>
            </a:r>
          </a:p>
          <a:p>
            <a:r>
              <a:rPr lang="ru-RU" dirty="0"/>
              <a:t>1831 – подавление «холерного </a:t>
            </a:r>
            <a:r>
              <a:rPr lang="ru-RU"/>
              <a:t>бунта»;</a:t>
            </a:r>
            <a:endParaRPr lang="ru-RU" dirty="0"/>
          </a:p>
          <a:p>
            <a:r>
              <a:rPr lang="ru-RU" dirty="0"/>
              <a:t>1834 – арест членов кружка Герцена-Огарева; ссылка в отдаленные районы страны;</a:t>
            </a:r>
          </a:p>
          <a:p>
            <a:r>
              <a:rPr lang="ru-RU" dirty="0"/>
              <a:t>1835/1842 – подавление «картофельных» бунтов</a:t>
            </a:r>
          </a:p>
          <a:p>
            <a:r>
              <a:rPr lang="ru-RU" dirty="0"/>
              <a:t>1848-49 – участие российских войск в подавлении европейской революции (Венгрия);</a:t>
            </a:r>
          </a:p>
          <a:p>
            <a:r>
              <a:rPr lang="ru-RU" dirty="0"/>
              <a:t>1849 – процесс «Петрашевцев».</a:t>
            </a:r>
          </a:p>
        </p:txBody>
      </p:sp>
    </p:spTree>
    <p:extLst>
      <p:ext uri="{BB962C8B-B14F-4D97-AF65-F5344CB8AC3E}">
        <p14:creationId xmlns:p14="http://schemas.microsoft.com/office/powerpoint/2010/main" val="1291577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870</TotalTime>
  <Words>2095</Words>
  <Application>Microsoft Office PowerPoint</Application>
  <PresentationFormat>Произвольный</PresentationFormat>
  <Paragraphs>199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0" baseType="lpstr">
      <vt:lpstr>Arial</vt:lpstr>
      <vt:lpstr>Calibri</vt:lpstr>
      <vt:lpstr>Century Gothic</vt:lpstr>
      <vt:lpstr>Courier New</vt:lpstr>
      <vt:lpstr>Palatino Linotype</vt:lpstr>
      <vt:lpstr>Times New Roman</vt:lpstr>
      <vt:lpstr>Исполнительная</vt:lpstr>
      <vt:lpstr>История России</vt:lpstr>
      <vt:lpstr>Два государя – две модели абсолютизма</vt:lpstr>
      <vt:lpstr>Становление новых идеологий в XIX веке </vt:lpstr>
      <vt:lpstr>Либерализм</vt:lpstr>
      <vt:lpstr>Начало либерализма:</vt:lpstr>
      <vt:lpstr>Создатели «либеральной монархии» в России</vt:lpstr>
      <vt:lpstr>Либеральная монархия: образ государя</vt:lpstr>
      <vt:lpstr>Либеральная монархия. Управление</vt:lpstr>
      <vt:lpstr>Либеральная монархия. Экономическая и социальная политика</vt:lpstr>
      <vt:lpstr>Либеральная монархия. Культурная политика</vt:lpstr>
      <vt:lpstr>Выводы:</vt:lpstr>
      <vt:lpstr>Остановка модернизации и попытка создать «консервативную монархию»</vt:lpstr>
      <vt:lpstr>Главные меры по преобразованию либеральной монархии в консервативную</vt:lpstr>
      <vt:lpstr>Охранительство. Базовые принципы</vt:lpstr>
      <vt:lpstr>Условия формирования «охранительной монархии»</vt:lpstr>
      <vt:lpstr>«Охранительная монархия».</vt:lpstr>
      <vt:lpstr>Создатели охранительной монархии (в форме полицейского государства)</vt:lpstr>
      <vt:lpstr>Обоснование охранительной монархии</vt:lpstr>
      <vt:lpstr>Система управления</vt:lpstr>
      <vt:lpstr>Экономическая политика </vt:lpstr>
      <vt:lpstr>Внутренняя (сословная) политика</vt:lpstr>
      <vt:lpstr>Культурная политика</vt:lpstr>
      <vt:lpstr>Борьба с вольномыслием, бунтами  и революционностью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Преимущества экспансии за пределы Европы к концу XVII века (не учтено прямое ограбление населения захваченных территорий)</dc:title>
  <dc:creator>Константин Соловьев</dc:creator>
  <cp:lastModifiedBy>Константин Соловьев</cp:lastModifiedBy>
  <cp:revision>59</cp:revision>
  <dcterms:created xsi:type="dcterms:W3CDTF">2017-08-01T14:51:59Z</dcterms:created>
  <dcterms:modified xsi:type="dcterms:W3CDTF">2023-08-24T11:39:39Z</dcterms:modified>
</cp:coreProperties>
</file>